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77" r:id="rId4"/>
    <p:sldId id="278" r:id="rId5"/>
    <p:sldId id="279" r:id="rId6"/>
    <p:sldId id="257" r:id="rId7"/>
    <p:sldId id="258" r:id="rId8"/>
    <p:sldId id="275" r:id="rId9"/>
    <p:sldId id="280" r:id="rId10"/>
    <p:sldId id="281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08016-43AF-4BC9-99A3-3FEE7C3EC5B2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14D9-EDC6-448E-B81F-5CA0BCDDC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71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490135" y="66088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688" y="39377"/>
                </a:moveTo>
                <a:lnTo>
                  <a:pt x="12024" y="37830"/>
                </a:lnTo>
                <a:lnTo>
                  <a:pt x="5766" y="33610"/>
                </a:lnTo>
                <a:lnTo>
                  <a:pt x="1547" y="27352"/>
                </a:lnTo>
                <a:lnTo>
                  <a:pt x="0" y="19688"/>
                </a:lnTo>
                <a:lnTo>
                  <a:pt x="1547" y="12024"/>
                </a:lnTo>
                <a:lnTo>
                  <a:pt x="5766" y="5766"/>
                </a:lnTo>
                <a:lnTo>
                  <a:pt x="12024" y="1547"/>
                </a:lnTo>
                <a:lnTo>
                  <a:pt x="19688" y="0"/>
                </a:lnTo>
                <a:lnTo>
                  <a:pt x="27352" y="1547"/>
                </a:lnTo>
                <a:lnTo>
                  <a:pt x="33610" y="5766"/>
                </a:lnTo>
                <a:lnTo>
                  <a:pt x="37830" y="12024"/>
                </a:lnTo>
                <a:lnTo>
                  <a:pt x="39377" y="19688"/>
                </a:lnTo>
                <a:lnTo>
                  <a:pt x="37830" y="27352"/>
                </a:lnTo>
                <a:lnTo>
                  <a:pt x="33610" y="33610"/>
                </a:lnTo>
                <a:lnTo>
                  <a:pt x="27352" y="37830"/>
                </a:lnTo>
                <a:lnTo>
                  <a:pt x="19688" y="39377"/>
                </a:lnTo>
                <a:close/>
              </a:path>
            </a:pathLst>
          </a:custGeom>
          <a:solidFill>
            <a:srgbClr val="6AC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38787" y="287666"/>
            <a:ext cx="1562099" cy="15049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376352" cy="10286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170018"/>
            <a:ext cx="7322184" cy="10117455"/>
          </a:xfrm>
          <a:custGeom>
            <a:avLst/>
            <a:gdLst/>
            <a:ahLst/>
            <a:cxnLst/>
            <a:rect l="l" t="t" r="r" b="b"/>
            <a:pathLst>
              <a:path w="7322184" h="10117455">
                <a:moveTo>
                  <a:pt x="7321712" y="5422900"/>
                </a:moveTo>
                <a:lnTo>
                  <a:pt x="7320632" y="5524500"/>
                </a:lnTo>
                <a:lnTo>
                  <a:pt x="7317427" y="5626100"/>
                </a:lnTo>
                <a:lnTo>
                  <a:pt x="7312153" y="5727700"/>
                </a:lnTo>
                <a:lnTo>
                  <a:pt x="7304868" y="5829300"/>
                </a:lnTo>
                <a:lnTo>
                  <a:pt x="7295627" y="5930900"/>
                </a:lnTo>
                <a:lnTo>
                  <a:pt x="7284486" y="6032500"/>
                </a:lnTo>
                <a:lnTo>
                  <a:pt x="7271502" y="6134100"/>
                </a:lnTo>
                <a:lnTo>
                  <a:pt x="7256730" y="6235700"/>
                </a:lnTo>
                <a:lnTo>
                  <a:pt x="7240226" y="6337300"/>
                </a:lnTo>
                <a:lnTo>
                  <a:pt x="7231343" y="6388100"/>
                </a:lnTo>
                <a:lnTo>
                  <a:pt x="7222047" y="6426200"/>
                </a:lnTo>
                <a:lnTo>
                  <a:pt x="7202249" y="6527800"/>
                </a:lnTo>
                <a:lnTo>
                  <a:pt x="7169638" y="6680200"/>
                </a:lnTo>
                <a:lnTo>
                  <a:pt x="7158019" y="6718300"/>
                </a:lnTo>
                <a:lnTo>
                  <a:pt x="7121013" y="6870700"/>
                </a:lnTo>
                <a:lnTo>
                  <a:pt x="7107985" y="6921500"/>
                </a:lnTo>
                <a:lnTo>
                  <a:pt x="7094623" y="6959600"/>
                </a:lnTo>
                <a:lnTo>
                  <a:pt x="7066921" y="7061200"/>
                </a:lnTo>
                <a:lnTo>
                  <a:pt x="7052597" y="7099300"/>
                </a:lnTo>
                <a:lnTo>
                  <a:pt x="7037965" y="7150100"/>
                </a:lnTo>
                <a:lnTo>
                  <a:pt x="7023034" y="7188200"/>
                </a:lnTo>
                <a:lnTo>
                  <a:pt x="7007811" y="7239000"/>
                </a:lnTo>
                <a:lnTo>
                  <a:pt x="6991518" y="7289800"/>
                </a:lnTo>
                <a:lnTo>
                  <a:pt x="6974829" y="7327900"/>
                </a:lnTo>
                <a:lnTo>
                  <a:pt x="6957748" y="7378700"/>
                </a:lnTo>
                <a:lnTo>
                  <a:pt x="6940276" y="7416800"/>
                </a:lnTo>
                <a:lnTo>
                  <a:pt x="6922416" y="7467600"/>
                </a:lnTo>
                <a:lnTo>
                  <a:pt x="6904169" y="7505700"/>
                </a:lnTo>
                <a:lnTo>
                  <a:pt x="6885538" y="7556500"/>
                </a:lnTo>
                <a:lnTo>
                  <a:pt x="6866526" y="7594600"/>
                </a:lnTo>
                <a:lnTo>
                  <a:pt x="6847135" y="7645400"/>
                </a:lnTo>
                <a:lnTo>
                  <a:pt x="6827366" y="7683500"/>
                </a:lnTo>
                <a:lnTo>
                  <a:pt x="6807223" y="7734300"/>
                </a:lnTo>
                <a:lnTo>
                  <a:pt x="6765821" y="7810500"/>
                </a:lnTo>
                <a:lnTo>
                  <a:pt x="6744566" y="7861300"/>
                </a:lnTo>
                <a:lnTo>
                  <a:pt x="6700963" y="7937500"/>
                </a:lnTo>
                <a:lnTo>
                  <a:pt x="6678618" y="7988300"/>
                </a:lnTo>
                <a:lnTo>
                  <a:pt x="6632853" y="8064500"/>
                </a:lnTo>
                <a:lnTo>
                  <a:pt x="6609438" y="8115300"/>
                </a:lnTo>
                <a:lnTo>
                  <a:pt x="6537089" y="8229600"/>
                </a:lnTo>
                <a:lnTo>
                  <a:pt x="6512278" y="8267700"/>
                </a:lnTo>
                <a:lnTo>
                  <a:pt x="6487125" y="8318500"/>
                </a:lnTo>
                <a:lnTo>
                  <a:pt x="6409628" y="8432800"/>
                </a:lnTo>
                <a:lnTo>
                  <a:pt x="6329125" y="8547100"/>
                </a:lnTo>
                <a:lnTo>
                  <a:pt x="6245676" y="8661400"/>
                </a:lnTo>
                <a:lnTo>
                  <a:pt x="6129933" y="8813800"/>
                </a:lnTo>
                <a:lnTo>
                  <a:pt x="6009208" y="8966200"/>
                </a:lnTo>
                <a:lnTo>
                  <a:pt x="5978265" y="8991600"/>
                </a:lnTo>
                <a:lnTo>
                  <a:pt x="5851514" y="9144000"/>
                </a:lnTo>
                <a:lnTo>
                  <a:pt x="5819093" y="9169400"/>
                </a:lnTo>
                <a:lnTo>
                  <a:pt x="5753386" y="9245600"/>
                </a:lnTo>
                <a:lnTo>
                  <a:pt x="5720106" y="9271000"/>
                </a:lnTo>
                <a:lnTo>
                  <a:pt x="5686543" y="9309100"/>
                </a:lnTo>
                <a:lnTo>
                  <a:pt x="5652700" y="9334500"/>
                </a:lnTo>
                <a:lnTo>
                  <a:pt x="5584185" y="9410700"/>
                </a:lnTo>
                <a:lnTo>
                  <a:pt x="5549517" y="9436100"/>
                </a:lnTo>
                <a:lnTo>
                  <a:pt x="5514578" y="9474200"/>
                </a:lnTo>
                <a:lnTo>
                  <a:pt x="5479370" y="9499600"/>
                </a:lnTo>
                <a:lnTo>
                  <a:pt x="5443897" y="9537700"/>
                </a:lnTo>
                <a:lnTo>
                  <a:pt x="5372160" y="9588500"/>
                </a:lnTo>
                <a:lnTo>
                  <a:pt x="5335901" y="9626600"/>
                </a:lnTo>
                <a:lnTo>
                  <a:pt x="5262615" y="9677400"/>
                </a:lnTo>
                <a:lnTo>
                  <a:pt x="5225592" y="9715500"/>
                </a:lnTo>
                <a:lnTo>
                  <a:pt x="5150797" y="9766300"/>
                </a:lnTo>
                <a:lnTo>
                  <a:pt x="5113029" y="9804400"/>
                </a:lnTo>
                <a:lnTo>
                  <a:pt x="4920584" y="9931400"/>
                </a:lnTo>
                <a:lnTo>
                  <a:pt x="4722333" y="10058400"/>
                </a:lnTo>
                <a:lnTo>
                  <a:pt x="4628094" y="10116981"/>
                </a:lnTo>
                <a:lnTo>
                  <a:pt x="0" y="10116981"/>
                </a:lnTo>
                <a:lnTo>
                  <a:pt x="0" y="0"/>
                </a:lnTo>
                <a:lnTo>
                  <a:pt x="2291679" y="0"/>
                </a:lnTo>
                <a:lnTo>
                  <a:pt x="2340523" y="12700"/>
                </a:lnTo>
                <a:lnTo>
                  <a:pt x="2437916" y="12700"/>
                </a:lnTo>
                <a:lnTo>
                  <a:pt x="2486460" y="25400"/>
                </a:lnTo>
                <a:lnTo>
                  <a:pt x="2534899" y="25400"/>
                </a:lnTo>
                <a:lnTo>
                  <a:pt x="2583232" y="38100"/>
                </a:lnTo>
                <a:lnTo>
                  <a:pt x="2631455" y="38100"/>
                </a:lnTo>
                <a:lnTo>
                  <a:pt x="2679567" y="50800"/>
                </a:lnTo>
                <a:lnTo>
                  <a:pt x="2727565" y="50800"/>
                </a:lnTo>
                <a:lnTo>
                  <a:pt x="2823210" y="76200"/>
                </a:lnTo>
                <a:lnTo>
                  <a:pt x="2870853" y="76200"/>
                </a:lnTo>
                <a:lnTo>
                  <a:pt x="3013033" y="114300"/>
                </a:lnTo>
                <a:lnTo>
                  <a:pt x="3060170" y="114300"/>
                </a:lnTo>
                <a:lnTo>
                  <a:pt x="3523879" y="241300"/>
                </a:lnTo>
                <a:lnTo>
                  <a:pt x="3569434" y="266700"/>
                </a:lnTo>
                <a:lnTo>
                  <a:pt x="3705142" y="304800"/>
                </a:lnTo>
                <a:lnTo>
                  <a:pt x="3750052" y="330200"/>
                </a:lnTo>
                <a:lnTo>
                  <a:pt x="3839369" y="355600"/>
                </a:lnTo>
                <a:lnTo>
                  <a:pt x="3883771" y="381000"/>
                </a:lnTo>
                <a:lnTo>
                  <a:pt x="3927999" y="393700"/>
                </a:lnTo>
                <a:lnTo>
                  <a:pt x="3972052" y="419100"/>
                </a:lnTo>
                <a:lnTo>
                  <a:pt x="4015926" y="431800"/>
                </a:lnTo>
                <a:lnTo>
                  <a:pt x="4059619" y="457200"/>
                </a:lnTo>
                <a:lnTo>
                  <a:pt x="4103129" y="469900"/>
                </a:lnTo>
                <a:lnTo>
                  <a:pt x="4146454" y="495300"/>
                </a:lnTo>
                <a:lnTo>
                  <a:pt x="4189591" y="508000"/>
                </a:lnTo>
                <a:lnTo>
                  <a:pt x="4275293" y="558800"/>
                </a:lnTo>
                <a:lnTo>
                  <a:pt x="4317854" y="571500"/>
                </a:lnTo>
                <a:lnTo>
                  <a:pt x="4486103" y="673100"/>
                </a:lnTo>
                <a:lnTo>
                  <a:pt x="4527656" y="685800"/>
                </a:lnTo>
                <a:lnTo>
                  <a:pt x="4772515" y="838200"/>
                </a:lnTo>
                <a:lnTo>
                  <a:pt x="4970473" y="965200"/>
                </a:lnTo>
                <a:lnTo>
                  <a:pt x="5009372" y="1003300"/>
                </a:lnTo>
                <a:lnTo>
                  <a:pt x="5124644" y="1079500"/>
                </a:lnTo>
                <a:lnTo>
                  <a:pt x="5162586" y="1117600"/>
                </a:lnTo>
                <a:lnTo>
                  <a:pt x="5237729" y="1168400"/>
                </a:lnTo>
                <a:lnTo>
                  <a:pt x="5274928" y="1206500"/>
                </a:lnTo>
                <a:lnTo>
                  <a:pt x="5348565" y="1257300"/>
                </a:lnTo>
                <a:lnTo>
                  <a:pt x="5384999" y="1295400"/>
                </a:lnTo>
                <a:lnTo>
                  <a:pt x="5421175" y="1320800"/>
                </a:lnTo>
                <a:lnTo>
                  <a:pt x="5457088" y="1358900"/>
                </a:lnTo>
                <a:lnTo>
                  <a:pt x="5492738" y="1384300"/>
                </a:lnTo>
                <a:lnTo>
                  <a:pt x="5528122" y="1422400"/>
                </a:lnTo>
                <a:lnTo>
                  <a:pt x="5563238" y="1447800"/>
                </a:lnTo>
                <a:lnTo>
                  <a:pt x="5598082" y="1485900"/>
                </a:lnTo>
                <a:lnTo>
                  <a:pt x="5632654" y="1511300"/>
                </a:lnTo>
                <a:lnTo>
                  <a:pt x="5700969" y="1587500"/>
                </a:lnTo>
                <a:lnTo>
                  <a:pt x="5734708" y="1612900"/>
                </a:lnTo>
                <a:lnTo>
                  <a:pt x="5801337" y="1689100"/>
                </a:lnTo>
                <a:lnTo>
                  <a:pt x="5834222" y="1714500"/>
                </a:lnTo>
                <a:lnTo>
                  <a:pt x="5931133" y="1828800"/>
                </a:lnTo>
                <a:lnTo>
                  <a:pt x="5962847" y="1854200"/>
                </a:lnTo>
                <a:lnTo>
                  <a:pt x="6086699" y="2006600"/>
                </a:lnTo>
                <a:lnTo>
                  <a:pt x="6205628" y="2159000"/>
                </a:lnTo>
                <a:lnTo>
                  <a:pt x="6291505" y="2273300"/>
                </a:lnTo>
                <a:lnTo>
                  <a:pt x="6374469" y="2387600"/>
                </a:lnTo>
                <a:lnTo>
                  <a:pt x="6454457" y="2501900"/>
                </a:lnTo>
                <a:lnTo>
                  <a:pt x="6480447" y="2540000"/>
                </a:lnTo>
                <a:lnTo>
                  <a:pt x="6506097" y="2590800"/>
                </a:lnTo>
                <a:lnTo>
                  <a:pt x="6580986" y="2705100"/>
                </a:lnTo>
                <a:lnTo>
                  <a:pt x="6605253" y="2755900"/>
                </a:lnTo>
                <a:lnTo>
                  <a:pt x="6675938" y="2870200"/>
                </a:lnTo>
                <a:lnTo>
                  <a:pt x="6698786" y="2921000"/>
                </a:lnTo>
                <a:lnTo>
                  <a:pt x="6743397" y="2997200"/>
                </a:lnTo>
                <a:lnTo>
                  <a:pt x="6765156" y="3048000"/>
                </a:lnTo>
                <a:lnTo>
                  <a:pt x="6786547" y="3086100"/>
                </a:lnTo>
                <a:lnTo>
                  <a:pt x="6807568" y="3136900"/>
                </a:lnTo>
                <a:lnTo>
                  <a:pt x="6848492" y="3213100"/>
                </a:lnTo>
                <a:lnTo>
                  <a:pt x="6868390" y="3263900"/>
                </a:lnTo>
                <a:lnTo>
                  <a:pt x="6887908" y="3302000"/>
                </a:lnTo>
                <a:lnTo>
                  <a:pt x="6907045" y="3352800"/>
                </a:lnTo>
                <a:lnTo>
                  <a:pt x="6925798" y="3390900"/>
                </a:lnTo>
                <a:lnTo>
                  <a:pt x="6944166" y="3441700"/>
                </a:lnTo>
                <a:lnTo>
                  <a:pt x="6962144" y="3479800"/>
                </a:lnTo>
                <a:lnTo>
                  <a:pt x="6979733" y="3530600"/>
                </a:lnTo>
                <a:lnTo>
                  <a:pt x="6996928" y="3568700"/>
                </a:lnTo>
                <a:lnTo>
                  <a:pt x="7013728" y="3619500"/>
                </a:lnTo>
                <a:lnTo>
                  <a:pt x="7017240" y="3632200"/>
                </a:lnTo>
                <a:lnTo>
                  <a:pt x="7022047" y="3644900"/>
                </a:lnTo>
                <a:lnTo>
                  <a:pt x="7025560" y="3657600"/>
                </a:lnTo>
                <a:lnTo>
                  <a:pt x="7041162" y="3695700"/>
                </a:lnTo>
                <a:lnTo>
                  <a:pt x="7071202" y="3797300"/>
                </a:lnTo>
                <a:lnTo>
                  <a:pt x="7085634" y="3835400"/>
                </a:lnTo>
                <a:lnTo>
                  <a:pt x="7113307" y="3937000"/>
                </a:lnTo>
                <a:lnTo>
                  <a:pt x="7126542" y="3987800"/>
                </a:lnTo>
                <a:lnTo>
                  <a:pt x="7139372" y="4025900"/>
                </a:lnTo>
                <a:lnTo>
                  <a:pt x="7163803" y="4127500"/>
                </a:lnTo>
                <a:lnTo>
                  <a:pt x="7175399" y="4178300"/>
                </a:lnTo>
                <a:lnTo>
                  <a:pt x="7186577" y="4216400"/>
                </a:lnTo>
                <a:lnTo>
                  <a:pt x="7207669" y="4318000"/>
                </a:lnTo>
                <a:lnTo>
                  <a:pt x="7227055" y="4419600"/>
                </a:lnTo>
                <a:lnTo>
                  <a:pt x="7236101" y="4470400"/>
                </a:lnTo>
                <a:lnTo>
                  <a:pt x="7244711" y="4508500"/>
                </a:lnTo>
                <a:lnTo>
                  <a:pt x="7260612" y="4610100"/>
                </a:lnTo>
                <a:lnTo>
                  <a:pt x="7274733" y="4711700"/>
                </a:lnTo>
                <a:lnTo>
                  <a:pt x="7287051" y="4813300"/>
                </a:lnTo>
                <a:lnTo>
                  <a:pt x="7297540" y="4914900"/>
                </a:lnTo>
                <a:lnTo>
                  <a:pt x="7306177" y="5016500"/>
                </a:lnTo>
                <a:lnTo>
                  <a:pt x="7312937" y="5118100"/>
                </a:lnTo>
                <a:lnTo>
                  <a:pt x="7317796" y="5219700"/>
                </a:lnTo>
                <a:lnTo>
                  <a:pt x="7320729" y="5321300"/>
                </a:lnTo>
                <a:lnTo>
                  <a:pt x="7321712" y="5422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745" y="292458"/>
            <a:ext cx="1619249" cy="160972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900987" y="340083"/>
            <a:ext cx="951865" cy="0"/>
          </a:xfrm>
          <a:custGeom>
            <a:avLst/>
            <a:gdLst/>
            <a:ahLst/>
            <a:cxnLst/>
            <a:rect l="l" t="t" r="r" b="b"/>
            <a:pathLst>
              <a:path w="951865">
                <a:moveTo>
                  <a:pt x="0" y="0"/>
                </a:moveTo>
                <a:lnTo>
                  <a:pt x="951661" y="0"/>
                </a:lnTo>
              </a:path>
            </a:pathLst>
          </a:custGeom>
          <a:ln w="95249">
            <a:solidFill>
              <a:srgbClr val="57A2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705285" y="4819096"/>
            <a:ext cx="1233170" cy="1233170"/>
          </a:xfrm>
          <a:custGeom>
            <a:avLst/>
            <a:gdLst/>
            <a:ahLst/>
            <a:cxnLst/>
            <a:rect l="l" t="t" r="r" b="b"/>
            <a:pathLst>
              <a:path w="1233170" h="1233170">
                <a:moveTo>
                  <a:pt x="616431" y="1232862"/>
                </a:moveTo>
                <a:lnTo>
                  <a:pt x="568257" y="1231007"/>
                </a:lnTo>
                <a:lnTo>
                  <a:pt x="521097" y="1225535"/>
                </a:lnTo>
                <a:lnTo>
                  <a:pt x="475089" y="1216581"/>
                </a:lnTo>
                <a:lnTo>
                  <a:pt x="430368" y="1204284"/>
                </a:lnTo>
                <a:lnTo>
                  <a:pt x="387073" y="1188780"/>
                </a:lnTo>
                <a:lnTo>
                  <a:pt x="345340" y="1170207"/>
                </a:lnTo>
                <a:lnTo>
                  <a:pt x="305306" y="1148701"/>
                </a:lnTo>
                <a:lnTo>
                  <a:pt x="267108" y="1124399"/>
                </a:lnTo>
                <a:lnTo>
                  <a:pt x="230884" y="1097439"/>
                </a:lnTo>
                <a:lnTo>
                  <a:pt x="196771" y="1067957"/>
                </a:lnTo>
                <a:lnTo>
                  <a:pt x="164904" y="1036091"/>
                </a:lnTo>
                <a:lnTo>
                  <a:pt x="135422" y="1001977"/>
                </a:lnTo>
                <a:lnTo>
                  <a:pt x="108462" y="965753"/>
                </a:lnTo>
                <a:lnTo>
                  <a:pt x="84160" y="927555"/>
                </a:lnTo>
                <a:lnTo>
                  <a:pt x="62654" y="887521"/>
                </a:lnTo>
                <a:lnTo>
                  <a:pt x="44081" y="845788"/>
                </a:lnTo>
                <a:lnTo>
                  <a:pt x="28577" y="802493"/>
                </a:lnTo>
                <a:lnTo>
                  <a:pt x="16280" y="757773"/>
                </a:lnTo>
                <a:lnTo>
                  <a:pt x="7327" y="711764"/>
                </a:lnTo>
                <a:lnTo>
                  <a:pt x="1854" y="664604"/>
                </a:lnTo>
                <a:lnTo>
                  <a:pt x="0" y="616431"/>
                </a:lnTo>
                <a:lnTo>
                  <a:pt x="1854" y="568257"/>
                </a:lnTo>
                <a:lnTo>
                  <a:pt x="7327" y="521097"/>
                </a:lnTo>
                <a:lnTo>
                  <a:pt x="16280" y="475089"/>
                </a:lnTo>
                <a:lnTo>
                  <a:pt x="28577" y="430368"/>
                </a:lnTo>
                <a:lnTo>
                  <a:pt x="44081" y="387073"/>
                </a:lnTo>
                <a:lnTo>
                  <a:pt x="62654" y="345340"/>
                </a:lnTo>
                <a:lnTo>
                  <a:pt x="84160" y="305306"/>
                </a:lnTo>
                <a:lnTo>
                  <a:pt x="108462" y="267109"/>
                </a:lnTo>
                <a:lnTo>
                  <a:pt x="135422" y="230884"/>
                </a:lnTo>
                <a:lnTo>
                  <a:pt x="164904" y="196771"/>
                </a:lnTo>
                <a:lnTo>
                  <a:pt x="196771" y="164904"/>
                </a:lnTo>
                <a:lnTo>
                  <a:pt x="230884" y="135423"/>
                </a:lnTo>
                <a:lnTo>
                  <a:pt x="267108" y="108462"/>
                </a:lnTo>
                <a:lnTo>
                  <a:pt x="305306" y="84160"/>
                </a:lnTo>
                <a:lnTo>
                  <a:pt x="345340" y="62654"/>
                </a:lnTo>
                <a:lnTo>
                  <a:pt x="387073" y="44081"/>
                </a:lnTo>
                <a:lnTo>
                  <a:pt x="430368" y="28577"/>
                </a:lnTo>
                <a:lnTo>
                  <a:pt x="475089" y="16280"/>
                </a:lnTo>
                <a:lnTo>
                  <a:pt x="521097" y="7327"/>
                </a:lnTo>
                <a:lnTo>
                  <a:pt x="568257" y="1854"/>
                </a:lnTo>
                <a:lnTo>
                  <a:pt x="616431" y="0"/>
                </a:lnTo>
                <a:lnTo>
                  <a:pt x="664604" y="1854"/>
                </a:lnTo>
                <a:lnTo>
                  <a:pt x="711764" y="7327"/>
                </a:lnTo>
                <a:lnTo>
                  <a:pt x="757773" y="16280"/>
                </a:lnTo>
                <a:lnTo>
                  <a:pt x="802493" y="28577"/>
                </a:lnTo>
                <a:lnTo>
                  <a:pt x="845788" y="44081"/>
                </a:lnTo>
                <a:lnTo>
                  <a:pt x="887521" y="62654"/>
                </a:lnTo>
                <a:lnTo>
                  <a:pt x="927555" y="84160"/>
                </a:lnTo>
                <a:lnTo>
                  <a:pt x="965753" y="108462"/>
                </a:lnTo>
                <a:lnTo>
                  <a:pt x="1001977" y="135423"/>
                </a:lnTo>
                <a:lnTo>
                  <a:pt x="1036091" y="164904"/>
                </a:lnTo>
                <a:lnTo>
                  <a:pt x="1067957" y="196771"/>
                </a:lnTo>
                <a:lnTo>
                  <a:pt x="1097439" y="230884"/>
                </a:lnTo>
                <a:lnTo>
                  <a:pt x="1124399" y="267109"/>
                </a:lnTo>
                <a:lnTo>
                  <a:pt x="1148701" y="305306"/>
                </a:lnTo>
                <a:lnTo>
                  <a:pt x="1170207" y="345340"/>
                </a:lnTo>
                <a:lnTo>
                  <a:pt x="1188781" y="387073"/>
                </a:lnTo>
                <a:lnTo>
                  <a:pt x="1204285" y="430368"/>
                </a:lnTo>
                <a:lnTo>
                  <a:pt x="1216582" y="475089"/>
                </a:lnTo>
                <a:lnTo>
                  <a:pt x="1225535" y="521097"/>
                </a:lnTo>
                <a:lnTo>
                  <a:pt x="1231007" y="568257"/>
                </a:lnTo>
                <a:lnTo>
                  <a:pt x="1232862" y="616431"/>
                </a:lnTo>
                <a:lnTo>
                  <a:pt x="1231007" y="664604"/>
                </a:lnTo>
                <a:lnTo>
                  <a:pt x="1225535" y="711764"/>
                </a:lnTo>
                <a:lnTo>
                  <a:pt x="1216582" y="757773"/>
                </a:lnTo>
                <a:lnTo>
                  <a:pt x="1204285" y="802493"/>
                </a:lnTo>
                <a:lnTo>
                  <a:pt x="1188781" y="845788"/>
                </a:lnTo>
                <a:lnTo>
                  <a:pt x="1170207" y="887521"/>
                </a:lnTo>
                <a:lnTo>
                  <a:pt x="1148701" y="927555"/>
                </a:lnTo>
                <a:lnTo>
                  <a:pt x="1124399" y="965753"/>
                </a:lnTo>
                <a:lnTo>
                  <a:pt x="1097439" y="1001977"/>
                </a:lnTo>
                <a:lnTo>
                  <a:pt x="1067957" y="1036091"/>
                </a:lnTo>
                <a:lnTo>
                  <a:pt x="1036091" y="1067957"/>
                </a:lnTo>
                <a:lnTo>
                  <a:pt x="1001977" y="1097439"/>
                </a:lnTo>
                <a:lnTo>
                  <a:pt x="965753" y="1124399"/>
                </a:lnTo>
                <a:lnTo>
                  <a:pt x="927555" y="1148701"/>
                </a:lnTo>
                <a:lnTo>
                  <a:pt x="887521" y="1170207"/>
                </a:lnTo>
                <a:lnTo>
                  <a:pt x="845788" y="1188780"/>
                </a:lnTo>
                <a:lnTo>
                  <a:pt x="802493" y="1204284"/>
                </a:lnTo>
                <a:lnTo>
                  <a:pt x="757773" y="1216581"/>
                </a:lnTo>
                <a:lnTo>
                  <a:pt x="711764" y="1225535"/>
                </a:lnTo>
                <a:lnTo>
                  <a:pt x="664604" y="1231007"/>
                </a:lnTo>
                <a:lnTo>
                  <a:pt x="616431" y="1232862"/>
                </a:lnTo>
                <a:close/>
              </a:path>
            </a:pathLst>
          </a:custGeom>
          <a:solidFill>
            <a:srgbClr val="1670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096145" y="5459340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320143" y="0"/>
                </a:moveTo>
                <a:lnTo>
                  <a:pt x="0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4382" y="5364090"/>
            <a:ext cx="142874" cy="19049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0" y="7927390"/>
            <a:ext cx="3048000" cy="2249805"/>
          </a:xfrm>
          <a:custGeom>
            <a:avLst/>
            <a:gdLst/>
            <a:ahLst/>
            <a:cxnLst/>
            <a:rect l="l" t="t" r="r" b="b"/>
            <a:pathLst>
              <a:path w="3048000" h="2249804">
                <a:moveTo>
                  <a:pt x="456311" y="2025497"/>
                </a:moveTo>
                <a:lnTo>
                  <a:pt x="451142" y="1980742"/>
                </a:lnTo>
                <a:lnTo>
                  <a:pt x="436448" y="1939645"/>
                </a:lnTo>
                <a:lnTo>
                  <a:pt x="413385" y="1903387"/>
                </a:lnTo>
                <a:lnTo>
                  <a:pt x="383133" y="1873148"/>
                </a:lnTo>
                <a:lnTo>
                  <a:pt x="346875" y="1850085"/>
                </a:lnTo>
                <a:lnTo>
                  <a:pt x="305777" y="1835378"/>
                </a:lnTo>
                <a:lnTo>
                  <a:pt x="261023" y="1830222"/>
                </a:lnTo>
                <a:lnTo>
                  <a:pt x="216281" y="1835378"/>
                </a:lnTo>
                <a:lnTo>
                  <a:pt x="175183" y="1850085"/>
                </a:lnTo>
                <a:lnTo>
                  <a:pt x="153352" y="1863979"/>
                </a:lnTo>
                <a:lnTo>
                  <a:pt x="150520" y="1864296"/>
                </a:lnTo>
                <a:lnTo>
                  <a:pt x="109423" y="1878990"/>
                </a:lnTo>
                <a:lnTo>
                  <a:pt x="73164" y="1902053"/>
                </a:lnTo>
                <a:lnTo>
                  <a:pt x="42913" y="1932305"/>
                </a:lnTo>
                <a:lnTo>
                  <a:pt x="19850" y="1968563"/>
                </a:lnTo>
                <a:lnTo>
                  <a:pt x="5156" y="2009648"/>
                </a:lnTo>
                <a:lnTo>
                  <a:pt x="0" y="2054402"/>
                </a:lnTo>
                <a:lnTo>
                  <a:pt x="5156" y="2099157"/>
                </a:lnTo>
                <a:lnTo>
                  <a:pt x="19850" y="2140254"/>
                </a:lnTo>
                <a:lnTo>
                  <a:pt x="42913" y="2176513"/>
                </a:lnTo>
                <a:lnTo>
                  <a:pt x="73164" y="2206752"/>
                </a:lnTo>
                <a:lnTo>
                  <a:pt x="109423" y="2229815"/>
                </a:lnTo>
                <a:lnTo>
                  <a:pt x="150520" y="2244521"/>
                </a:lnTo>
                <a:lnTo>
                  <a:pt x="195262" y="2249678"/>
                </a:lnTo>
                <a:lnTo>
                  <a:pt x="240017" y="2244521"/>
                </a:lnTo>
                <a:lnTo>
                  <a:pt x="281114" y="2229815"/>
                </a:lnTo>
                <a:lnTo>
                  <a:pt x="302907" y="2215946"/>
                </a:lnTo>
                <a:lnTo>
                  <a:pt x="305777" y="2215616"/>
                </a:lnTo>
                <a:lnTo>
                  <a:pt x="346875" y="2200910"/>
                </a:lnTo>
                <a:lnTo>
                  <a:pt x="383133" y="2177846"/>
                </a:lnTo>
                <a:lnTo>
                  <a:pt x="413385" y="2147595"/>
                </a:lnTo>
                <a:lnTo>
                  <a:pt x="436448" y="2111337"/>
                </a:lnTo>
                <a:lnTo>
                  <a:pt x="451142" y="2070252"/>
                </a:lnTo>
                <a:lnTo>
                  <a:pt x="456311" y="2025497"/>
                </a:lnTo>
                <a:close/>
              </a:path>
              <a:path w="3048000" h="2249804">
                <a:moveTo>
                  <a:pt x="456311" y="1415427"/>
                </a:moveTo>
                <a:lnTo>
                  <a:pt x="451142" y="1370672"/>
                </a:lnTo>
                <a:lnTo>
                  <a:pt x="436448" y="1329575"/>
                </a:lnTo>
                <a:lnTo>
                  <a:pt x="413385" y="1293317"/>
                </a:lnTo>
                <a:lnTo>
                  <a:pt x="383133" y="1263065"/>
                </a:lnTo>
                <a:lnTo>
                  <a:pt x="346875" y="1240002"/>
                </a:lnTo>
                <a:lnTo>
                  <a:pt x="305777" y="1225308"/>
                </a:lnTo>
                <a:lnTo>
                  <a:pt x="261023" y="1220139"/>
                </a:lnTo>
                <a:lnTo>
                  <a:pt x="216281" y="1225308"/>
                </a:lnTo>
                <a:lnTo>
                  <a:pt x="175183" y="1240002"/>
                </a:lnTo>
                <a:lnTo>
                  <a:pt x="153352" y="1253896"/>
                </a:lnTo>
                <a:lnTo>
                  <a:pt x="150520" y="1254213"/>
                </a:lnTo>
                <a:lnTo>
                  <a:pt x="109423" y="1268920"/>
                </a:lnTo>
                <a:lnTo>
                  <a:pt x="73164" y="1291971"/>
                </a:lnTo>
                <a:lnTo>
                  <a:pt x="42913" y="1322222"/>
                </a:lnTo>
                <a:lnTo>
                  <a:pt x="19850" y="1358480"/>
                </a:lnTo>
                <a:lnTo>
                  <a:pt x="5156" y="1399578"/>
                </a:lnTo>
                <a:lnTo>
                  <a:pt x="0" y="1444332"/>
                </a:lnTo>
                <a:lnTo>
                  <a:pt x="5156" y="1489087"/>
                </a:lnTo>
                <a:lnTo>
                  <a:pt x="19850" y="1530172"/>
                </a:lnTo>
                <a:lnTo>
                  <a:pt x="42913" y="1566430"/>
                </a:lnTo>
                <a:lnTo>
                  <a:pt x="73164" y="1596682"/>
                </a:lnTo>
                <a:lnTo>
                  <a:pt x="109423" y="1619745"/>
                </a:lnTo>
                <a:lnTo>
                  <a:pt x="150520" y="1634439"/>
                </a:lnTo>
                <a:lnTo>
                  <a:pt x="195262" y="1639608"/>
                </a:lnTo>
                <a:lnTo>
                  <a:pt x="240017" y="1634439"/>
                </a:lnTo>
                <a:lnTo>
                  <a:pt x="281114" y="1619745"/>
                </a:lnTo>
                <a:lnTo>
                  <a:pt x="302933" y="1605864"/>
                </a:lnTo>
                <a:lnTo>
                  <a:pt x="305777" y="1605534"/>
                </a:lnTo>
                <a:lnTo>
                  <a:pt x="346875" y="1590840"/>
                </a:lnTo>
                <a:lnTo>
                  <a:pt x="383133" y="1567776"/>
                </a:lnTo>
                <a:lnTo>
                  <a:pt x="413385" y="1537525"/>
                </a:lnTo>
                <a:lnTo>
                  <a:pt x="436448" y="1501267"/>
                </a:lnTo>
                <a:lnTo>
                  <a:pt x="451142" y="1460169"/>
                </a:lnTo>
                <a:lnTo>
                  <a:pt x="456311" y="1415427"/>
                </a:lnTo>
                <a:close/>
              </a:path>
              <a:path w="3048000" h="2249804">
                <a:moveTo>
                  <a:pt x="456311" y="805345"/>
                </a:moveTo>
                <a:lnTo>
                  <a:pt x="451142" y="760603"/>
                </a:lnTo>
                <a:lnTo>
                  <a:pt x="436448" y="719505"/>
                </a:lnTo>
                <a:lnTo>
                  <a:pt x="413385" y="683247"/>
                </a:lnTo>
                <a:lnTo>
                  <a:pt x="383133" y="652995"/>
                </a:lnTo>
                <a:lnTo>
                  <a:pt x="346875" y="629932"/>
                </a:lnTo>
                <a:lnTo>
                  <a:pt x="305777" y="615238"/>
                </a:lnTo>
                <a:lnTo>
                  <a:pt x="261023" y="610082"/>
                </a:lnTo>
                <a:lnTo>
                  <a:pt x="216281" y="615238"/>
                </a:lnTo>
                <a:lnTo>
                  <a:pt x="175183" y="629932"/>
                </a:lnTo>
                <a:lnTo>
                  <a:pt x="138925" y="652995"/>
                </a:lnTo>
                <a:lnTo>
                  <a:pt x="108673" y="683247"/>
                </a:lnTo>
                <a:lnTo>
                  <a:pt x="85610" y="719505"/>
                </a:lnTo>
                <a:lnTo>
                  <a:pt x="70916" y="760603"/>
                </a:lnTo>
                <a:lnTo>
                  <a:pt x="65760" y="805345"/>
                </a:lnTo>
                <a:lnTo>
                  <a:pt x="70916" y="850099"/>
                </a:lnTo>
                <a:lnTo>
                  <a:pt x="85610" y="891197"/>
                </a:lnTo>
                <a:lnTo>
                  <a:pt x="108673" y="927455"/>
                </a:lnTo>
                <a:lnTo>
                  <a:pt x="138925" y="957707"/>
                </a:lnTo>
                <a:lnTo>
                  <a:pt x="175183" y="980770"/>
                </a:lnTo>
                <a:lnTo>
                  <a:pt x="216281" y="995464"/>
                </a:lnTo>
                <a:lnTo>
                  <a:pt x="261023" y="1000633"/>
                </a:lnTo>
                <a:lnTo>
                  <a:pt x="305777" y="995464"/>
                </a:lnTo>
                <a:lnTo>
                  <a:pt x="346875" y="980770"/>
                </a:lnTo>
                <a:lnTo>
                  <a:pt x="383133" y="957707"/>
                </a:lnTo>
                <a:lnTo>
                  <a:pt x="413385" y="927455"/>
                </a:lnTo>
                <a:lnTo>
                  <a:pt x="436448" y="891197"/>
                </a:lnTo>
                <a:lnTo>
                  <a:pt x="451142" y="850099"/>
                </a:lnTo>
                <a:lnTo>
                  <a:pt x="456311" y="805345"/>
                </a:lnTo>
                <a:close/>
              </a:path>
              <a:path w="3048000" h="2249804">
                <a:moveTo>
                  <a:pt x="456311" y="195287"/>
                </a:moveTo>
                <a:lnTo>
                  <a:pt x="451142" y="150533"/>
                </a:lnTo>
                <a:lnTo>
                  <a:pt x="436448" y="109435"/>
                </a:lnTo>
                <a:lnTo>
                  <a:pt x="413385" y="73177"/>
                </a:lnTo>
                <a:lnTo>
                  <a:pt x="383133" y="42926"/>
                </a:lnTo>
                <a:lnTo>
                  <a:pt x="346875" y="19862"/>
                </a:lnTo>
                <a:lnTo>
                  <a:pt x="305777" y="5168"/>
                </a:lnTo>
                <a:lnTo>
                  <a:pt x="261023" y="0"/>
                </a:lnTo>
                <a:lnTo>
                  <a:pt x="216281" y="5168"/>
                </a:lnTo>
                <a:lnTo>
                  <a:pt x="175183" y="19862"/>
                </a:lnTo>
                <a:lnTo>
                  <a:pt x="138925" y="42926"/>
                </a:lnTo>
                <a:lnTo>
                  <a:pt x="108673" y="73177"/>
                </a:lnTo>
                <a:lnTo>
                  <a:pt x="85610" y="109435"/>
                </a:lnTo>
                <a:lnTo>
                  <a:pt x="70916" y="150533"/>
                </a:lnTo>
                <a:lnTo>
                  <a:pt x="65760" y="195287"/>
                </a:lnTo>
                <a:lnTo>
                  <a:pt x="70916" y="240030"/>
                </a:lnTo>
                <a:lnTo>
                  <a:pt x="85610" y="281127"/>
                </a:lnTo>
                <a:lnTo>
                  <a:pt x="108673" y="317385"/>
                </a:lnTo>
                <a:lnTo>
                  <a:pt x="138925" y="347637"/>
                </a:lnTo>
                <a:lnTo>
                  <a:pt x="175183" y="370700"/>
                </a:lnTo>
                <a:lnTo>
                  <a:pt x="216281" y="385394"/>
                </a:lnTo>
                <a:lnTo>
                  <a:pt x="261023" y="390550"/>
                </a:lnTo>
                <a:lnTo>
                  <a:pt x="305777" y="385394"/>
                </a:lnTo>
                <a:lnTo>
                  <a:pt x="346875" y="370700"/>
                </a:lnTo>
                <a:lnTo>
                  <a:pt x="383133" y="347637"/>
                </a:lnTo>
                <a:lnTo>
                  <a:pt x="413385" y="317385"/>
                </a:lnTo>
                <a:lnTo>
                  <a:pt x="436448" y="281127"/>
                </a:lnTo>
                <a:lnTo>
                  <a:pt x="451142" y="240030"/>
                </a:lnTo>
                <a:lnTo>
                  <a:pt x="456311" y="195287"/>
                </a:lnTo>
                <a:close/>
              </a:path>
              <a:path w="3048000" h="2249804">
                <a:moveTo>
                  <a:pt x="1118590" y="2001469"/>
                </a:moveTo>
                <a:lnTo>
                  <a:pt x="1101496" y="1939645"/>
                </a:lnTo>
                <a:lnTo>
                  <a:pt x="1078433" y="1903387"/>
                </a:lnTo>
                <a:lnTo>
                  <a:pt x="1048194" y="1873148"/>
                </a:lnTo>
                <a:lnTo>
                  <a:pt x="1011936" y="1850085"/>
                </a:lnTo>
                <a:lnTo>
                  <a:pt x="970838" y="1835378"/>
                </a:lnTo>
                <a:lnTo>
                  <a:pt x="926084" y="1830222"/>
                </a:lnTo>
                <a:lnTo>
                  <a:pt x="881329" y="1835378"/>
                </a:lnTo>
                <a:lnTo>
                  <a:pt x="840244" y="1850085"/>
                </a:lnTo>
                <a:lnTo>
                  <a:pt x="818413" y="1863979"/>
                </a:lnTo>
                <a:lnTo>
                  <a:pt x="815568" y="1864296"/>
                </a:lnTo>
                <a:lnTo>
                  <a:pt x="774484" y="1878990"/>
                </a:lnTo>
                <a:lnTo>
                  <a:pt x="738212" y="1902053"/>
                </a:lnTo>
                <a:lnTo>
                  <a:pt x="707974" y="1932305"/>
                </a:lnTo>
                <a:lnTo>
                  <a:pt x="684911" y="1968563"/>
                </a:lnTo>
                <a:lnTo>
                  <a:pt x="670204" y="2009648"/>
                </a:lnTo>
                <a:lnTo>
                  <a:pt x="665048" y="2054402"/>
                </a:lnTo>
                <a:lnTo>
                  <a:pt x="670204" y="2099157"/>
                </a:lnTo>
                <a:lnTo>
                  <a:pt x="684911" y="2140254"/>
                </a:lnTo>
                <a:lnTo>
                  <a:pt x="707974" y="2176513"/>
                </a:lnTo>
                <a:lnTo>
                  <a:pt x="738212" y="2206752"/>
                </a:lnTo>
                <a:lnTo>
                  <a:pt x="774484" y="2229815"/>
                </a:lnTo>
                <a:lnTo>
                  <a:pt x="815568" y="2244521"/>
                </a:lnTo>
                <a:lnTo>
                  <a:pt x="860323" y="2249678"/>
                </a:lnTo>
                <a:lnTo>
                  <a:pt x="905078" y="2244521"/>
                </a:lnTo>
                <a:lnTo>
                  <a:pt x="946162" y="2229815"/>
                </a:lnTo>
                <a:lnTo>
                  <a:pt x="967955" y="2215959"/>
                </a:lnTo>
                <a:lnTo>
                  <a:pt x="970838" y="2215616"/>
                </a:lnTo>
                <a:lnTo>
                  <a:pt x="1011936" y="2200910"/>
                </a:lnTo>
                <a:lnTo>
                  <a:pt x="1048194" y="2177846"/>
                </a:lnTo>
                <a:lnTo>
                  <a:pt x="1078433" y="2147595"/>
                </a:lnTo>
                <a:lnTo>
                  <a:pt x="1101496" y="2111337"/>
                </a:lnTo>
                <a:lnTo>
                  <a:pt x="1116203" y="2070252"/>
                </a:lnTo>
                <a:lnTo>
                  <a:pt x="1118590" y="2049513"/>
                </a:lnTo>
                <a:lnTo>
                  <a:pt x="1118590" y="2001469"/>
                </a:lnTo>
                <a:close/>
              </a:path>
              <a:path w="3048000" h="2249804">
                <a:moveTo>
                  <a:pt x="1118590" y="1391399"/>
                </a:moveTo>
                <a:lnTo>
                  <a:pt x="1101496" y="1329575"/>
                </a:lnTo>
                <a:lnTo>
                  <a:pt x="1078433" y="1293317"/>
                </a:lnTo>
                <a:lnTo>
                  <a:pt x="1048194" y="1263065"/>
                </a:lnTo>
                <a:lnTo>
                  <a:pt x="1011936" y="1240002"/>
                </a:lnTo>
                <a:lnTo>
                  <a:pt x="970838" y="1225308"/>
                </a:lnTo>
                <a:lnTo>
                  <a:pt x="926084" y="1220139"/>
                </a:lnTo>
                <a:lnTo>
                  <a:pt x="881329" y="1225308"/>
                </a:lnTo>
                <a:lnTo>
                  <a:pt x="840244" y="1240002"/>
                </a:lnTo>
                <a:lnTo>
                  <a:pt x="818413" y="1253896"/>
                </a:lnTo>
                <a:lnTo>
                  <a:pt x="815568" y="1254213"/>
                </a:lnTo>
                <a:lnTo>
                  <a:pt x="774484" y="1268920"/>
                </a:lnTo>
                <a:lnTo>
                  <a:pt x="738212" y="1291971"/>
                </a:lnTo>
                <a:lnTo>
                  <a:pt x="707974" y="1322222"/>
                </a:lnTo>
                <a:lnTo>
                  <a:pt x="684911" y="1358480"/>
                </a:lnTo>
                <a:lnTo>
                  <a:pt x="670204" y="1399578"/>
                </a:lnTo>
                <a:lnTo>
                  <a:pt x="665048" y="1444332"/>
                </a:lnTo>
                <a:lnTo>
                  <a:pt x="670204" y="1489087"/>
                </a:lnTo>
                <a:lnTo>
                  <a:pt x="684911" y="1530172"/>
                </a:lnTo>
                <a:lnTo>
                  <a:pt x="707974" y="1566430"/>
                </a:lnTo>
                <a:lnTo>
                  <a:pt x="738212" y="1596682"/>
                </a:lnTo>
                <a:lnTo>
                  <a:pt x="774484" y="1619745"/>
                </a:lnTo>
                <a:lnTo>
                  <a:pt x="815568" y="1634439"/>
                </a:lnTo>
                <a:lnTo>
                  <a:pt x="860323" y="1639608"/>
                </a:lnTo>
                <a:lnTo>
                  <a:pt x="905078" y="1634439"/>
                </a:lnTo>
                <a:lnTo>
                  <a:pt x="946162" y="1619745"/>
                </a:lnTo>
                <a:lnTo>
                  <a:pt x="967981" y="1605864"/>
                </a:lnTo>
                <a:lnTo>
                  <a:pt x="970838" y="1605534"/>
                </a:lnTo>
                <a:lnTo>
                  <a:pt x="1011936" y="1590840"/>
                </a:lnTo>
                <a:lnTo>
                  <a:pt x="1048194" y="1567776"/>
                </a:lnTo>
                <a:lnTo>
                  <a:pt x="1078433" y="1537525"/>
                </a:lnTo>
                <a:lnTo>
                  <a:pt x="1101496" y="1501267"/>
                </a:lnTo>
                <a:lnTo>
                  <a:pt x="1116203" y="1460169"/>
                </a:lnTo>
                <a:lnTo>
                  <a:pt x="1118590" y="1439443"/>
                </a:lnTo>
                <a:lnTo>
                  <a:pt x="1118590" y="1391399"/>
                </a:lnTo>
                <a:close/>
              </a:path>
              <a:path w="3048000" h="2249804">
                <a:moveTo>
                  <a:pt x="1118590" y="781329"/>
                </a:moveTo>
                <a:lnTo>
                  <a:pt x="1101496" y="719505"/>
                </a:lnTo>
                <a:lnTo>
                  <a:pt x="1078433" y="683247"/>
                </a:lnTo>
                <a:lnTo>
                  <a:pt x="1048194" y="652995"/>
                </a:lnTo>
                <a:lnTo>
                  <a:pt x="1011936" y="629932"/>
                </a:lnTo>
                <a:lnTo>
                  <a:pt x="970838" y="615238"/>
                </a:lnTo>
                <a:lnTo>
                  <a:pt x="926084" y="610082"/>
                </a:lnTo>
                <a:lnTo>
                  <a:pt x="881329" y="615238"/>
                </a:lnTo>
                <a:lnTo>
                  <a:pt x="840244" y="629932"/>
                </a:lnTo>
                <a:lnTo>
                  <a:pt x="803986" y="652995"/>
                </a:lnTo>
                <a:lnTo>
                  <a:pt x="773734" y="683247"/>
                </a:lnTo>
                <a:lnTo>
                  <a:pt x="750671" y="719505"/>
                </a:lnTo>
                <a:lnTo>
                  <a:pt x="735965" y="760603"/>
                </a:lnTo>
                <a:lnTo>
                  <a:pt x="730808" y="805345"/>
                </a:lnTo>
                <a:lnTo>
                  <a:pt x="735965" y="850099"/>
                </a:lnTo>
                <a:lnTo>
                  <a:pt x="750671" y="891197"/>
                </a:lnTo>
                <a:lnTo>
                  <a:pt x="773734" y="927455"/>
                </a:lnTo>
                <a:lnTo>
                  <a:pt x="803986" y="957707"/>
                </a:lnTo>
                <a:lnTo>
                  <a:pt x="840244" y="980770"/>
                </a:lnTo>
                <a:lnTo>
                  <a:pt x="881329" y="995464"/>
                </a:lnTo>
                <a:lnTo>
                  <a:pt x="926084" y="1000633"/>
                </a:lnTo>
                <a:lnTo>
                  <a:pt x="970838" y="995464"/>
                </a:lnTo>
                <a:lnTo>
                  <a:pt x="1011936" y="980770"/>
                </a:lnTo>
                <a:lnTo>
                  <a:pt x="1048194" y="957707"/>
                </a:lnTo>
                <a:lnTo>
                  <a:pt x="1078433" y="927455"/>
                </a:lnTo>
                <a:lnTo>
                  <a:pt x="1101496" y="891197"/>
                </a:lnTo>
                <a:lnTo>
                  <a:pt x="1116203" y="850099"/>
                </a:lnTo>
                <a:lnTo>
                  <a:pt x="1118590" y="829373"/>
                </a:lnTo>
                <a:lnTo>
                  <a:pt x="1118590" y="781329"/>
                </a:lnTo>
                <a:close/>
              </a:path>
              <a:path w="3048000" h="2249804">
                <a:moveTo>
                  <a:pt x="1118590" y="171259"/>
                </a:moveTo>
                <a:lnTo>
                  <a:pt x="1101496" y="109435"/>
                </a:lnTo>
                <a:lnTo>
                  <a:pt x="1078433" y="73177"/>
                </a:lnTo>
                <a:lnTo>
                  <a:pt x="1048194" y="42926"/>
                </a:lnTo>
                <a:lnTo>
                  <a:pt x="1011936" y="19862"/>
                </a:lnTo>
                <a:lnTo>
                  <a:pt x="970838" y="5168"/>
                </a:lnTo>
                <a:lnTo>
                  <a:pt x="926084" y="0"/>
                </a:lnTo>
                <a:lnTo>
                  <a:pt x="881329" y="5168"/>
                </a:lnTo>
                <a:lnTo>
                  <a:pt x="840244" y="19862"/>
                </a:lnTo>
                <a:lnTo>
                  <a:pt x="803986" y="42926"/>
                </a:lnTo>
                <a:lnTo>
                  <a:pt x="773734" y="73177"/>
                </a:lnTo>
                <a:lnTo>
                  <a:pt x="750671" y="109435"/>
                </a:lnTo>
                <a:lnTo>
                  <a:pt x="735965" y="150533"/>
                </a:lnTo>
                <a:lnTo>
                  <a:pt x="730808" y="195287"/>
                </a:lnTo>
                <a:lnTo>
                  <a:pt x="735965" y="240030"/>
                </a:lnTo>
                <a:lnTo>
                  <a:pt x="750671" y="281127"/>
                </a:lnTo>
                <a:lnTo>
                  <a:pt x="773734" y="317385"/>
                </a:lnTo>
                <a:lnTo>
                  <a:pt x="803986" y="347637"/>
                </a:lnTo>
                <a:lnTo>
                  <a:pt x="840244" y="370700"/>
                </a:lnTo>
                <a:lnTo>
                  <a:pt x="881329" y="385394"/>
                </a:lnTo>
                <a:lnTo>
                  <a:pt x="926084" y="390550"/>
                </a:lnTo>
                <a:lnTo>
                  <a:pt x="970838" y="385394"/>
                </a:lnTo>
                <a:lnTo>
                  <a:pt x="1011936" y="370700"/>
                </a:lnTo>
                <a:lnTo>
                  <a:pt x="1048194" y="347637"/>
                </a:lnTo>
                <a:lnTo>
                  <a:pt x="1078433" y="317385"/>
                </a:lnTo>
                <a:lnTo>
                  <a:pt x="1101496" y="281127"/>
                </a:lnTo>
                <a:lnTo>
                  <a:pt x="1116203" y="240030"/>
                </a:lnTo>
                <a:lnTo>
                  <a:pt x="1118590" y="219303"/>
                </a:lnTo>
                <a:lnTo>
                  <a:pt x="1118590" y="171259"/>
                </a:lnTo>
                <a:close/>
              </a:path>
              <a:path w="3048000" h="2249804">
                <a:moveTo>
                  <a:pt x="1720646" y="2054402"/>
                </a:moveTo>
                <a:lnTo>
                  <a:pt x="1715490" y="2009648"/>
                </a:lnTo>
                <a:lnTo>
                  <a:pt x="1700796" y="1968563"/>
                </a:lnTo>
                <a:lnTo>
                  <a:pt x="1677733" y="1932305"/>
                </a:lnTo>
                <a:lnTo>
                  <a:pt x="1647482" y="1902053"/>
                </a:lnTo>
                <a:lnTo>
                  <a:pt x="1611223" y="1878990"/>
                </a:lnTo>
                <a:lnTo>
                  <a:pt x="1570126" y="1864296"/>
                </a:lnTo>
                <a:lnTo>
                  <a:pt x="1525384" y="1859127"/>
                </a:lnTo>
                <a:lnTo>
                  <a:pt x="1480629" y="1864296"/>
                </a:lnTo>
                <a:lnTo>
                  <a:pt x="1439532" y="1878990"/>
                </a:lnTo>
                <a:lnTo>
                  <a:pt x="1403273" y="1902053"/>
                </a:lnTo>
                <a:lnTo>
                  <a:pt x="1373022" y="1932305"/>
                </a:lnTo>
                <a:lnTo>
                  <a:pt x="1349971" y="1968563"/>
                </a:lnTo>
                <a:lnTo>
                  <a:pt x="1335265" y="2009648"/>
                </a:lnTo>
                <a:lnTo>
                  <a:pt x="1330109" y="2054402"/>
                </a:lnTo>
                <a:lnTo>
                  <a:pt x="1335265" y="2099157"/>
                </a:lnTo>
                <a:lnTo>
                  <a:pt x="1349971" y="2140254"/>
                </a:lnTo>
                <a:lnTo>
                  <a:pt x="1373022" y="2176513"/>
                </a:lnTo>
                <a:lnTo>
                  <a:pt x="1403273" y="2206752"/>
                </a:lnTo>
                <a:lnTo>
                  <a:pt x="1439532" y="2229815"/>
                </a:lnTo>
                <a:lnTo>
                  <a:pt x="1480629" y="2244521"/>
                </a:lnTo>
                <a:lnTo>
                  <a:pt x="1525384" y="2249678"/>
                </a:lnTo>
                <a:lnTo>
                  <a:pt x="1570126" y="2244521"/>
                </a:lnTo>
                <a:lnTo>
                  <a:pt x="1611223" y="2229815"/>
                </a:lnTo>
                <a:lnTo>
                  <a:pt x="1647482" y="2206752"/>
                </a:lnTo>
                <a:lnTo>
                  <a:pt x="1677733" y="2176513"/>
                </a:lnTo>
                <a:lnTo>
                  <a:pt x="1700796" y="2140254"/>
                </a:lnTo>
                <a:lnTo>
                  <a:pt x="1715490" y="2099157"/>
                </a:lnTo>
                <a:lnTo>
                  <a:pt x="1720646" y="2054402"/>
                </a:lnTo>
                <a:close/>
              </a:path>
              <a:path w="3048000" h="2249804">
                <a:moveTo>
                  <a:pt x="1720646" y="1444332"/>
                </a:moveTo>
                <a:lnTo>
                  <a:pt x="1715490" y="1399578"/>
                </a:lnTo>
                <a:lnTo>
                  <a:pt x="1700796" y="1358480"/>
                </a:lnTo>
                <a:lnTo>
                  <a:pt x="1677733" y="1322222"/>
                </a:lnTo>
                <a:lnTo>
                  <a:pt x="1647482" y="1291971"/>
                </a:lnTo>
                <a:lnTo>
                  <a:pt x="1611223" y="1268920"/>
                </a:lnTo>
                <a:lnTo>
                  <a:pt x="1570126" y="1254213"/>
                </a:lnTo>
                <a:lnTo>
                  <a:pt x="1525384" y="1249057"/>
                </a:lnTo>
                <a:lnTo>
                  <a:pt x="1480629" y="1254213"/>
                </a:lnTo>
                <a:lnTo>
                  <a:pt x="1439532" y="1268920"/>
                </a:lnTo>
                <a:lnTo>
                  <a:pt x="1403273" y="1291971"/>
                </a:lnTo>
                <a:lnTo>
                  <a:pt x="1373022" y="1322222"/>
                </a:lnTo>
                <a:lnTo>
                  <a:pt x="1349971" y="1358480"/>
                </a:lnTo>
                <a:lnTo>
                  <a:pt x="1335265" y="1399578"/>
                </a:lnTo>
                <a:lnTo>
                  <a:pt x="1330109" y="1444332"/>
                </a:lnTo>
                <a:lnTo>
                  <a:pt x="1335265" y="1489087"/>
                </a:lnTo>
                <a:lnTo>
                  <a:pt x="1349971" y="1530172"/>
                </a:lnTo>
                <a:lnTo>
                  <a:pt x="1373022" y="1566430"/>
                </a:lnTo>
                <a:lnTo>
                  <a:pt x="1403273" y="1596682"/>
                </a:lnTo>
                <a:lnTo>
                  <a:pt x="1439532" y="1619745"/>
                </a:lnTo>
                <a:lnTo>
                  <a:pt x="1480629" y="1634439"/>
                </a:lnTo>
                <a:lnTo>
                  <a:pt x="1525384" y="1639608"/>
                </a:lnTo>
                <a:lnTo>
                  <a:pt x="1570126" y="1634439"/>
                </a:lnTo>
                <a:lnTo>
                  <a:pt x="1611223" y="1619745"/>
                </a:lnTo>
                <a:lnTo>
                  <a:pt x="1647482" y="1596682"/>
                </a:lnTo>
                <a:lnTo>
                  <a:pt x="1677733" y="1566430"/>
                </a:lnTo>
                <a:lnTo>
                  <a:pt x="1700796" y="1530172"/>
                </a:lnTo>
                <a:lnTo>
                  <a:pt x="1715490" y="1489087"/>
                </a:lnTo>
                <a:lnTo>
                  <a:pt x="1720646" y="1444332"/>
                </a:lnTo>
                <a:close/>
              </a:path>
              <a:path w="3048000" h="2249804">
                <a:moveTo>
                  <a:pt x="2385707" y="2054402"/>
                </a:moveTo>
                <a:lnTo>
                  <a:pt x="2380551" y="2009648"/>
                </a:lnTo>
                <a:lnTo>
                  <a:pt x="2365845" y="1968563"/>
                </a:lnTo>
                <a:lnTo>
                  <a:pt x="2342781" y="1932305"/>
                </a:lnTo>
                <a:lnTo>
                  <a:pt x="2312543" y="1902053"/>
                </a:lnTo>
                <a:lnTo>
                  <a:pt x="2276284" y="1878990"/>
                </a:lnTo>
                <a:lnTo>
                  <a:pt x="2235187" y="1864296"/>
                </a:lnTo>
                <a:lnTo>
                  <a:pt x="2190432" y="1859127"/>
                </a:lnTo>
                <a:lnTo>
                  <a:pt x="2145677" y="1864296"/>
                </a:lnTo>
                <a:lnTo>
                  <a:pt x="2104593" y="1878990"/>
                </a:lnTo>
                <a:lnTo>
                  <a:pt x="2068334" y="1902053"/>
                </a:lnTo>
                <a:lnTo>
                  <a:pt x="2038083" y="1932305"/>
                </a:lnTo>
                <a:lnTo>
                  <a:pt x="2015020" y="1968563"/>
                </a:lnTo>
                <a:lnTo>
                  <a:pt x="2000326" y="2009648"/>
                </a:lnTo>
                <a:lnTo>
                  <a:pt x="1995157" y="2054402"/>
                </a:lnTo>
                <a:lnTo>
                  <a:pt x="2000326" y="2099157"/>
                </a:lnTo>
                <a:lnTo>
                  <a:pt x="2015020" y="2140254"/>
                </a:lnTo>
                <a:lnTo>
                  <a:pt x="2038083" y="2176513"/>
                </a:lnTo>
                <a:lnTo>
                  <a:pt x="2068334" y="2206752"/>
                </a:lnTo>
                <a:lnTo>
                  <a:pt x="2104593" y="2229815"/>
                </a:lnTo>
                <a:lnTo>
                  <a:pt x="2145677" y="2244521"/>
                </a:lnTo>
                <a:lnTo>
                  <a:pt x="2190432" y="2249678"/>
                </a:lnTo>
                <a:lnTo>
                  <a:pt x="2235187" y="2244521"/>
                </a:lnTo>
                <a:lnTo>
                  <a:pt x="2276284" y="2229815"/>
                </a:lnTo>
                <a:lnTo>
                  <a:pt x="2312543" y="2206752"/>
                </a:lnTo>
                <a:lnTo>
                  <a:pt x="2342781" y="2176513"/>
                </a:lnTo>
                <a:lnTo>
                  <a:pt x="2365845" y="2140254"/>
                </a:lnTo>
                <a:lnTo>
                  <a:pt x="2380551" y="2099157"/>
                </a:lnTo>
                <a:lnTo>
                  <a:pt x="2385707" y="2054402"/>
                </a:lnTo>
                <a:close/>
              </a:path>
              <a:path w="3048000" h="2249804">
                <a:moveTo>
                  <a:pt x="2385707" y="1444332"/>
                </a:moveTo>
                <a:lnTo>
                  <a:pt x="2380551" y="1399578"/>
                </a:lnTo>
                <a:lnTo>
                  <a:pt x="2365845" y="1358480"/>
                </a:lnTo>
                <a:lnTo>
                  <a:pt x="2342781" y="1322222"/>
                </a:lnTo>
                <a:lnTo>
                  <a:pt x="2312543" y="1291971"/>
                </a:lnTo>
                <a:lnTo>
                  <a:pt x="2276284" y="1268920"/>
                </a:lnTo>
                <a:lnTo>
                  <a:pt x="2235187" y="1254213"/>
                </a:lnTo>
                <a:lnTo>
                  <a:pt x="2190432" y="1249057"/>
                </a:lnTo>
                <a:lnTo>
                  <a:pt x="2145677" y="1254213"/>
                </a:lnTo>
                <a:lnTo>
                  <a:pt x="2104593" y="1268920"/>
                </a:lnTo>
                <a:lnTo>
                  <a:pt x="2068334" y="1291971"/>
                </a:lnTo>
                <a:lnTo>
                  <a:pt x="2038083" y="1322222"/>
                </a:lnTo>
                <a:lnTo>
                  <a:pt x="2015020" y="1358480"/>
                </a:lnTo>
                <a:lnTo>
                  <a:pt x="2000326" y="1399578"/>
                </a:lnTo>
                <a:lnTo>
                  <a:pt x="1995157" y="1444332"/>
                </a:lnTo>
                <a:lnTo>
                  <a:pt x="2000326" y="1489087"/>
                </a:lnTo>
                <a:lnTo>
                  <a:pt x="2015020" y="1530172"/>
                </a:lnTo>
                <a:lnTo>
                  <a:pt x="2038083" y="1566430"/>
                </a:lnTo>
                <a:lnTo>
                  <a:pt x="2068334" y="1596682"/>
                </a:lnTo>
                <a:lnTo>
                  <a:pt x="2104593" y="1619745"/>
                </a:lnTo>
                <a:lnTo>
                  <a:pt x="2145677" y="1634439"/>
                </a:lnTo>
                <a:lnTo>
                  <a:pt x="2190432" y="1639608"/>
                </a:lnTo>
                <a:lnTo>
                  <a:pt x="2235187" y="1634439"/>
                </a:lnTo>
                <a:lnTo>
                  <a:pt x="2276284" y="1619745"/>
                </a:lnTo>
                <a:lnTo>
                  <a:pt x="2312543" y="1596682"/>
                </a:lnTo>
                <a:lnTo>
                  <a:pt x="2342781" y="1566430"/>
                </a:lnTo>
                <a:lnTo>
                  <a:pt x="2365845" y="1530172"/>
                </a:lnTo>
                <a:lnTo>
                  <a:pt x="2380551" y="1489087"/>
                </a:lnTo>
                <a:lnTo>
                  <a:pt x="2385707" y="1444332"/>
                </a:lnTo>
                <a:close/>
              </a:path>
              <a:path w="3048000" h="2249804">
                <a:moveTo>
                  <a:pt x="3047987" y="2030387"/>
                </a:moveTo>
                <a:lnTo>
                  <a:pt x="3030905" y="1968563"/>
                </a:lnTo>
                <a:lnTo>
                  <a:pt x="3007842" y="1932305"/>
                </a:lnTo>
                <a:lnTo>
                  <a:pt x="2977591" y="1902053"/>
                </a:lnTo>
                <a:lnTo>
                  <a:pt x="2941332" y="1878990"/>
                </a:lnTo>
                <a:lnTo>
                  <a:pt x="2900235" y="1864296"/>
                </a:lnTo>
                <a:lnTo>
                  <a:pt x="2855493" y="1859127"/>
                </a:lnTo>
                <a:lnTo>
                  <a:pt x="2810738" y="1864296"/>
                </a:lnTo>
                <a:lnTo>
                  <a:pt x="2769641" y="1878990"/>
                </a:lnTo>
                <a:lnTo>
                  <a:pt x="2733383" y="1902053"/>
                </a:lnTo>
                <a:lnTo>
                  <a:pt x="2703131" y="1932305"/>
                </a:lnTo>
                <a:lnTo>
                  <a:pt x="2680068" y="1968563"/>
                </a:lnTo>
                <a:lnTo>
                  <a:pt x="2665374" y="2009648"/>
                </a:lnTo>
                <a:lnTo>
                  <a:pt x="2660205" y="2054402"/>
                </a:lnTo>
                <a:lnTo>
                  <a:pt x="2665374" y="2099157"/>
                </a:lnTo>
                <a:lnTo>
                  <a:pt x="2680068" y="2140254"/>
                </a:lnTo>
                <a:lnTo>
                  <a:pt x="2703131" y="2176513"/>
                </a:lnTo>
                <a:lnTo>
                  <a:pt x="2733383" y="2206752"/>
                </a:lnTo>
                <a:lnTo>
                  <a:pt x="2769641" y="2229815"/>
                </a:lnTo>
                <a:lnTo>
                  <a:pt x="2810738" y="2244521"/>
                </a:lnTo>
                <a:lnTo>
                  <a:pt x="2855493" y="2249678"/>
                </a:lnTo>
                <a:lnTo>
                  <a:pt x="2900235" y="2244521"/>
                </a:lnTo>
                <a:lnTo>
                  <a:pt x="2941332" y="2229815"/>
                </a:lnTo>
                <a:lnTo>
                  <a:pt x="2977591" y="2206752"/>
                </a:lnTo>
                <a:lnTo>
                  <a:pt x="3007842" y="2176513"/>
                </a:lnTo>
                <a:lnTo>
                  <a:pt x="3030905" y="2140254"/>
                </a:lnTo>
                <a:lnTo>
                  <a:pt x="3045599" y="2099157"/>
                </a:lnTo>
                <a:lnTo>
                  <a:pt x="3047987" y="2078418"/>
                </a:lnTo>
                <a:lnTo>
                  <a:pt x="3047987" y="2030387"/>
                </a:lnTo>
                <a:close/>
              </a:path>
              <a:path w="3048000" h="2249804">
                <a:moveTo>
                  <a:pt x="3047987" y="1420317"/>
                </a:moveTo>
                <a:lnTo>
                  <a:pt x="3030905" y="1358480"/>
                </a:lnTo>
                <a:lnTo>
                  <a:pt x="3007842" y="1322222"/>
                </a:lnTo>
                <a:lnTo>
                  <a:pt x="2977591" y="1291971"/>
                </a:lnTo>
                <a:lnTo>
                  <a:pt x="2941332" y="1268920"/>
                </a:lnTo>
                <a:lnTo>
                  <a:pt x="2900235" y="1254213"/>
                </a:lnTo>
                <a:lnTo>
                  <a:pt x="2855493" y="1249057"/>
                </a:lnTo>
                <a:lnTo>
                  <a:pt x="2810738" y="1254213"/>
                </a:lnTo>
                <a:lnTo>
                  <a:pt x="2769641" y="1268920"/>
                </a:lnTo>
                <a:lnTo>
                  <a:pt x="2733383" y="1291971"/>
                </a:lnTo>
                <a:lnTo>
                  <a:pt x="2703131" y="1322222"/>
                </a:lnTo>
                <a:lnTo>
                  <a:pt x="2680068" y="1358480"/>
                </a:lnTo>
                <a:lnTo>
                  <a:pt x="2665374" y="1399578"/>
                </a:lnTo>
                <a:lnTo>
                  <a:pt x="2660205" y="1444332"/>
                </a:lnTo>
                <a:lnTo>
                  <a:pt x="2665374" y="1489087"/>
                </a:lnTo>
                <a:lnTo>
                  <a:pt x="2680068" y="1530172"/>
                </a:lnTo>
                <a:lnTo>
                  <a:pt x="2703131" y="1566430"/>
                </a:lnTo>
                <a:lnTo>
                  <a:pt x="2733383" y="1596682"/>
                </a:lnTo>
                <a:lnTo>
                  <a:pt x="2769641" y="1619745"/>
                </a:lnTo>
                <a:lnTo>
                  <a:pt x="2810738" y="1634439"/>
                </a:lnTo>
                <a:lnTo>
                  <a:pt x="2855493" y="1639608"/>
                </a:lnTo>
                <a:lnTo>
                  <a:pt x="2900235" y="1634439"/>
                </a:lnTo>
                <a:lnTo>
                  <a:pt x="2941332" y="1619745"/>
                </a:lnTo>
                <a:lnTo>
                  <a:pt x="2977591" y="1596682"/>
                </a:lnTo>
                <a:lnTo>
                  <a:pt x="3007842" y="1566430"/>
                </a:lnTo>
                <a:lnTo>
                  <a:pt x="3030905" y="1530172"/>
                </a:lnTo>
                <a:lnTo>
                  <a:pt x="3045599" y="1489087"/>
                </a:lnTo>
                <a:lnTo>
                  <a:pt x="3047987" y="1468348"/>
                </a:lnTo>
                <a:lnTo>
                  <a:pt x="3047987" y="1420317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8146" y="1794594"/>
            <a:ext cx="7943849" cy="517207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32667" y="7128892"/>
            <a:ext cx="7153274" cy="301942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1157" y="3340020"/>
            <a:ext cx="5486399" cy="3590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13182" y="271408"/>
            <a:ext cx="3662045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2A2A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A2A2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A2A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A2A2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A2A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A2A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006868" y="3283074"/>
            <a:ext cx="6281420" cy="7004050"/>
          </a:xfrm>
          <a:custGeom>
            <a:avLst/>
            <a:gdLst/>
            <a:ahLst/>
            <a:cxnLst/>
            <a:rect l="l" t="t" r="r" b="b"/>
            <a:pathLst>
              <a:path w="6281419" h="7004050">
                <a:moveTo>
                  <a:pt x="939" y="6918110"/>
                </a:moveTo>
                <a:lnTo>
                  <a:pt x="0" y="6916479"/>
                </a:lnTo>
                <a:lnTo>
                  <a:pt x="1637" y="6915533"/>
                </a:lnTo>
                <a:lnTo>
                  <a:pt x="2576" y="6917164"/>
                </a:lnTo>
                <a:lnTo>
                  <a:pt x="939" y="6918110"/>
                </a:lnTo>
                <a:close/>
              </a:path>
              <a:path w="6281419" h="7004050">
                <a:moveTo>
                  <a:pt x="219873" y="6978158"/>
                </a:moveTo>
                <a:lnTo>
                  <a:pt x="217987" y="6974884"/>
                </a:lnTo>
                <a:lnTo>
                  <a:pt x="221255" y="6972999"/>
                </a:lnTo>
                <a:lnTo>
                  <a:pt x="223140" y="6976267"/>
                </a:lnTo>
                <a:lnTo>
                  <a:pt x="219873" y="6978158"/>
                </a:lnTo>
                <a:close/>
              </a:path>
              <a:path w="6281419" h="7004050">
                <a:moveTo>
                  <a:pt x="139842" y="6838284"/>
                </a:moveTo>
                <a:lnTo>
                  <a:pt x="138579" y="6836101"/>
                </a:lnTo>
                <a:lnTo>
                  <a:pt x="140762" y="6834838"/>
                </a:lnTo>
                <a:lnTo>
                  <a:pt x="142025" y="6837021"/>
                </a:lnTo>
                <a:lnTo>
                  <a:pt x="139842" y="6838284"/>
                </a:lnTo>
                <a:close/>
              </a:path>
              <a:path w="6281419" h="7004050">
                <a:moveTo>
                  <a:pt x="59698" y="6698835"/>
                </a:moveTo>
                <a:lnTo>
                  <a:pt x="58753" y="6697198"/>
                </a:lnTo>
                <a:lnTo>
                  <a:pt x="60390" y="6696252"/>
                </a:lnTo>
                <a:lnTo>
                  <a:pt x="61335" y="6697889"/>
                </a:lnTo>
                <a:lnTo>
                  <a:pt x="59698" y="6698835"/>
                </a:lnTo>
                <a:close/>
              </a:path>
              <a:path w="6281419" h="7004050">
                <a:moveTo>
                  <a:pt x="358769" y="6898325"/>
                </a:moveTo>
                <a:lnTo>
                  <a:pt x="356567" y="6894512"/>
                </a:lnTo>
                <a:lnTo>
                  <a:pt x="360387" y="6892303"/>
                </a:lnTo>
                <a:lnTo>
                  <a:pt x="362589" y="6896117"/>
                </a:lnTo>
                <a:lnTo>
                  <a:pt x="358769" y="6898325"/>
                </a:lnTo>
                <a:close/>
              </a:path>
              <a:path w="6281419" h="7004050">
                <a:moveTo>
                  <a:pt x="278625" y="6758876"/>
                </a:moveTo>
                <a:lnTo>
                  <a:pt x="276740" y="6755608"/>
                </a:lnTo>
                <a:lnTo>
                  <a:pt x="280008" y="6753717"/>
                </a:lnTo>
                <a:lnTo>
                  <a:pt x="281899" y="6756991"/>
                </a:lnTo>
                <a:lnTo>
                  <a:pt x="278625" y="6758876"/>
                </a:lnTo>
                <a:close/>
              </a:path>
              <a:path w="6281419" h="7004050">
                <a:moveTo>
                  <a:pt x="198487" y="6619433"/>
                </a:moveTo>
                <a:lnTo>
                  <a:pt x="196914" y="6616705"/>
                </a:lnTo>
                <a:lnTo>
                  <a:pt x="199636" y="6615131"/>
                </a:lnTo>
                <a:lnTo>
                  <a:pt x="201210" y="6617859"/>
                </a:lnTo>
                <a:lnTo>
                  <a:pt x="198487" y="6619433"/>
                </a:lnTo>
                <a:close/>
              </a:path>
              <a:path w="6281419" h="7004050">
                <a:moveTo>
                  <a:pt x="118451" y="6479559"/>
                </a:moveTo>
                <a:lnTo>
                  <a:pt x="117506" y="6477922"/>
                </a:lnTo>
                <a:lnTo>
                  <a:pt x="119143" y="6476976"/>
                </a:lnTo>
                <a:lnTo>
                  <a:pt x="120089" y="6478614"/>
                </a:lnTo>
                <a:lnTo>
                  <a:pt x="118451" y="6479559"/>
                </a:lnTo>
                <a:close/>
              </a:path>
              <a:path w="6281419" h="7004050">
                <a:moveTo>
                  <a:pt x="39399" y="6339482"/>
                </a:moveTo>
                <a:lnTo>
                  <a:pt x="37937" y="6339482"/>
                </a:lnTo>
                <a:lnTo>
                  <a:pt x="37673" y="6339025"/>
                </a:lnTo>
                <a:lnTo>
                  <a:pt x="39136" y="6339025"/>
                </a:lnTo>
                <a:lnTo>
                  <a:pt x="39399" y="6339482"/>
                </a:lnTo>
                <a:close/>
              </a:path>
              <a:path w="6281419" h="7004050">
                <a:moveTo>
                  <a:pt x="577702" y="6958366"/>
                </a:moveTo>
                <a:lnTo>
                  <a:pt x="574555" y="6952915"/>
                </a:lnTo>
                <a:lnTo>
                  <a:pt x="580006" y="6949768"/>
                </a:lnTo>
                <a:lnTo>
                  <a:pt x="583153" y="6955219"/>
                </a:lnTo>
                <a:lnTo>
                  <a:pt x="577702" y="6958366"/>
                </a:lnTo>
                <a:close/>
              </a:path>
              <a:path w="6281419" h="7004050">
                <a:moveTo>
                  <a:pt x="497558" y="6818923"/>
                </a:moveTo>
                <a:lnTo>
                  <a:pt x="494728" y="6814018"/>
                </a:lnTo>
                <a:lnTo>
                  <a:pt x="499633" y="6811181"/>
                </a:lnTo>
                <a:lnTo>
                  <a:pt x="502470" y="6816093"/>
                </a:lnTo>
                <a:lnTo>
                  <a:pt x="497558" y="6818923"/>
                </a:lnTo>
                <a:close/>
              </a:path>
              <a:path w="6281419" h="7004050">
                <a:moveTo>
                  <a:pt x="417529" y="6679049"/>
                </a:moveTo>
                <a:lnTo>
                  <a:pt x="415320" y="6675229"/>
                </a:lnTo>
                <a:lnTo>
                  <a:pt x="419140" y="6673028"/>
                </a:lnTo>
                <a:lnTo>
                  <a:pt x="421349" y="6676847"/>
                </a:lnTo>
                <a:lnTo>
                  <a:pt x="417529" y="6679049"/>
                </a:lnTo>
                <a:close/>
              </a:path>
              <a:path w="6281419" h="7004050">
                <a:moveTo>
                  <a:pt x="337385" y="6539600"/>
                </a:moveTo>
                <a:lnTo>
                  <a:pt x="335494" y="6536332"/>
                </a:lnTo>
                <a:lnTo>
                  <a:pt x="338762" y="6534440"/>
                </a:lnTo>
                <a:lnTo>
                  <a:pt x="340653" y="6537709"/>
                </a:lnTo>
                <a:lnTo>
                  <a:pt x="337385" y="6539600"/>
                </a:lnTo>
                <a:close/>
              </a:path>
              <a:path w="6281419" h="7004050">
                <a:moveTo>
                  <a:pt x="257235" y="6400157"/>
                </a:moveTo>
                <a:lnTo>
                  <a:pt x="255661" y="6397435"/>
                </a:lnTo>
                <a:lnTo>
                  <a:pt x="258389" y="6395861"/>
                </a:lnTo>
                <a:lnTo>
                  <a:pt x="259963" y="6398583"/>
                </a:lnTo>
                <a:lnTo>
                  <a:pt x="257235" y="6400157"/>
                </a:lnTo>
                <a:close/>
              </a:path>
              <a:path w="6281419" h="7004050">
                <a:moveTo>
                  <a:pt x="177211" y="6260283"/>
                </a:moveTo>
                <a:lnTo>
                  <a:pt x="176266" y="6258640"/>
                </a:lnTo>
                <a:lnTo>
                  <a:pt x="177896" y="6257700"/>
                </a:lnTo>
                <a:lnTo>
                  <a:pt x="178842" y="6259337"/>
                </a:lnTo>
                <a:lnTo>
                  <a:pt x="177211" y="6260283"/>
                </a:lnTo>
                <a:close/>
              </a:path>
              <a:path w="6281419" h="7004050">
                <a:moveTo>
                  <a:pt x="98159" y="6120205"/>
                </a:moveTo>
                <a:lnTo>
                  <a:pt x="96697" y="6120205"/>
                </a:lnTo>
                <a:lnTo>
                  <a:pt x="96433" y="6119742"/>
                </a:lnTo>
                <a:lnTo>
                  <a:pt x="97889" y="6119742"/>
                </a:lnTo>
                <a:lnTo>
                  <a:pt x="98159" y="6120205"/>
                </a:lnTo>
                <a:close/>
              </a:path>
              <a:path w="6281419" h="7004050">
                <a:moveTo>
                  <a:pt x="716485" y="6878965"/>
                </a:moveTo>
                <a:lnTo>
                  <a:pt x="712710" y="6872429"/>
                </a:lnTo>
                <a:lnTo>
                  <a:pt x="719252" y="6868654"/>
                </a:lnTo>
                <a:lnTo>
                  <a:pt x="723028" y="6875189"/>
                </a:lnTo>
                <a:lnTo>
                  <a:pt x="716485" y="6878965"/>
                </a:lnTo>
                <a:close/>
              </a:path>
              <a:path w="6281419" h="7004050">
                <a:moveTo>
                  <a:pt x="636456" y="6739091"/>
                </a:moveTo>
                <a:lnTo>
                  <a:pt x="633308" y="6733640"/>
                </a:lnTo>
                <a:lnTo>
                  <a:pt x="638759" y="6730493"/>
                </a:lnTo>
                <a:lnTo>
                  <a:pt x="641906" y="6735944"/>
                </a:lnTo>
                <a:lnTo>
                  <a:pt x="636456" y="6739091"/>
                </a:lnTo>
                <a:close/>
              </a:path>
              <a:path w="6281419" h="7004050">
                <a:moveTo>
                  <a:pt x="556318" y="6599648"/>
                </a:moveTo>
                <a:lnTo>
                  <a:pt x="553481" y="6594737"/>
                </a:lnTo>
                <a:lnTo>
                  <a:pt x="558387" y="6591906"/>
                </a:lnTo>
                <a:lnTo>
                  <a:pt x="561223" y="6596812"/>
                </a:lnTo>
                <a:lnTo>
                  <a:pt x="556318" y="6599648"/>
                </a:lnTo>
                <a:close/>
              </a:path>
              <a:path w="6281419" h="7004050">
                <a:moveTo>
                  <a:pt x="476168" y="6460205"/>
                </a:moveTo>
                <a:lnTo>
                  <a:pt x="473648" y="6455840"/>
                </a:lnTo>
                <a:lnTo>
                  <a:pt x="478014" y="6453321"/>
                </a:lnTo>
                <a:lnTo>
                  <a:pt x="480533" y="6457686"/>
                </a:lnTo>
                <a:lnTo>
                  <a:pt x="476168" y="6460205"/>
                </a:lnTo>
                <a:close/>
              </a:path>
              <a:path w="6281419" h="7004050">
                <a:moveTo>
                  <a:pt x="396144" y="6320324"/>
                </a:moveTo>
                <a:lnTo>
                  <a:pt x="394254" y="6317050"/>
                </a:lnTo>
                <a:lnTo>
                  <a:pt x="397521" y="6315166"/>
                </a:lnTo>
                <a:lnTo>
                  <a:pt x="399412" y="6318440"/>
                </a:lnTo>
                <a:lnTo>
                  <a:pt x="396144" y="6320324"/>
                </a:lnTo>
                <a:close/>
              </a:path>
              <a:path w="6281419" h="7004050">
                <a:moveTo>
                  <a:pt x="315988" y="6180882"/>
                </a:moveTo>
                <a:lnTo>
                  <a:pt x="314414" y="6178153"/>
                </a:lnTo>
                <a:lnTo>
                  <a:pt x="317143" y="6176579"/>
                </a:lnTo>
                <a:lnTo>
                  <a:pt x="318716" y="6179308"/>
                </a:lnTo>
                <a:lnTo>
                  <a:pt x="315988" y="6180882"/>
                </a:lnTo>
                <a:close/>
              </a:path>
              <a:path w="6281419" h="7004050">
                <a:moveTo>
                  <a:pt x="235958" y="6041007"/>
                </a:moveTo>
                <a:lnTo>
                  <a:pt x="235019" y="6039376"/>
                </a:lnTo>
                <a:lnTo>
                  <a:pt x="236656" y="6038431"/>
                </a:lnTo>
                <a:lnTo>
                  <a:pt x="237595" y="6040062"/>
                </a:lnTo>
                <a:lnTo>
                  <a:pt x="235958" y="6041007"/>
                </a:lnTo>
                <a:close/>
              </a:path>
              <a:path w="6281419" h="7004050">
                <a:moveTo>
                  <a:pt x="156906" y="5900930"/>
                </a:moveTo>
                <a:lnTo>
                  <a:pt x="155455" y="5900930"/>
                </a:lnTo>
                <a:lnTo>
                  <a:pt x="155186" y="5900467"/>
                </a:lnTo>
                <a:lnTo>
                  <a:pt x="156636" y="5900467"/>
                </a:lnTo>
                <a:lnTo>
                  <a:pt x="156906" y="5900930"/>
                </a:lnTo>
                <a:close/>
              </a:path>
              <a:path w="6281419" h="7004050">
                <a:moveTo>
                  <a:pt x="935419" y="6939013"/>
                </a:moveTo>
                <a:lnTo>
                  <a:pt x="930698" y="6930834"/>
                </a:lnTo>
                <a:lnTo>
                  <a:pt x="938877" y="6926112"/>
                </a:lnTo>
                <a:lnTo>
                  <a:pt x="943598" y="6934291"/>
                </a:lnTo>
                <a:lnTo>
                  <a:pt x="935419" y="6939013"/>
                </a:lnTo>
                <a:close/>
              </a:path>
              <a:path w="6281419" h="7004050">
                <a:moveTo>
                  <a:pt x="855275" y="6799564"/>
                </a:moveTo>
                <a:lnTo>
                  <a:pt x="850871" y="6791937"/>
                </a:lnTo>
                <a:lnTo>
                  <a:pt x="858498" y="6787533"/>
                </a:lnTo>
                <a:lnTo>
                  <a:pt x="862902" y="6795160"/>
                </a:lnTo>
                <a:lnTo>
                  <a:pt x="855275" y="6799564"/>
                </a:lnTo>
                <a:close/>
              </a:path>
              <a:path w="6281419" h="7004050">
                <a:moveTo>
                  <a:pt x="775245" y="6659690"/>
                </a:moveTo>
                <a:lnTo>
                  <a:pt x="771469" y="6653148"/>
                </a:lnTo>
                <a:lnTo>
                  <a:pt x="778005" y="6649372"/>
                </a:lnTo>
                <a:lnTo>
                  <a:pt x="781781" y="6655914"/>
                </a:lnTo>
                <a:lnTo>
                  <a:pt x="775245" y="6659690"/>
                </a:lnTo>
                <a:close/>
              </a:path>
              <a:path w="6281419" h="7004050">
                <a:moveTo>
                  <a:pt x="695215" y="6519815"/>
                </a:moveTo>
                <a:lnTo>
                  <a:pt x="692068" y="6514365"/>
                </a:lnTo>
                <a:lnTo>
                  <a:pt x="697519" y="6511217"/>
                </a:lnTo>
                <a:lnTo>
                  <a:pt x="700666" y="6516668"/>
                </a:lnTo>
                <a:lnTo>
                  <a:pt x="695215" y="6519815"/>
                </a:lnTo>
                <a:close/>
              </a:path>
              <a:path w="6281419" h="7004050">
                <a:moveTo>
                  <a:pt x="615071" y="6380366"/>
                </a:moveTo>
                <a:lnTo>
                  <a:pt x="612235" y="6375461"/>
                </a:lnTo>
                <a:lnTo>
                  <a:pt x="617140" y="6372631"/>
                </a:lnTo>
                <a:lnTo>
                  <a:pt x="619970" y="6377536"/>
                </a:lnTo>
                <a:lnTo>
                  <a:pt x="615071" y="6380366"/>
                </a:lnTo>
                <a:close/>
              </a:path>
              <a:path w="6281419" h="7004050">
                <a:moveTo>
                  <a:pt x="534921" y="6240930"/>
                </a:moveTo>
                <a:lnTo>
                  <a:pt x="532402" y="6236564"/>
                </a:lnTo>
                <a:lnTo>
                  <a:pt x="536767" y="6234045"/>
                </a:lnTo>
                <a:lnTo>
                  <a:pt x="539287" y="6238411"/>
                </a:lnTo>
                <a:lnTo>
                  <a:pt x="534921" y="6240930"/>
                </a:lnTo>
                <a:close/>
              </a:path>
              <a:path w="6281419" h="7004050">
                <a:moveTo>
                  <a:pt x="454891" y="6101056"/>
                </a:moveTo>
                <a:lnTo>
                  <a:pt x="453007" y="6097781"/>
                </a:lnTo>
                <a:lnTo>
                  <a:pt x="456281" y="6095890"/>
                </a:lnTo>
                <a:lnTo>
                  <a:pt x="458166" y="6099164"/>
                </a:lnTo>
                <a:lnTo>
                  <a:pt x="454891" y="6101056"/>
                </a:lnTo>
                <a:close/>
              </a:path>
              <a:path w="6281419" h="7004050">
                <a:moveTo>
                  <a:pt x="374747" y="5961600"/>
                </a:moveTo>
                <a:lnTo>
                  <a:pt x="373174" y="5958878"/>
                </a:lnTo>
                <a:lnTo>
                  <a:pt x="375896" y="5957304"/>
                </a:lnTo>
                <a:lnTo>
                  <a:pt x="377470" y="5960026"/>
                </a:lnTo>
                <a:lnTo>
                  <a:pt x="374747" y="5961600"/>
                </a:lnTo>
                <a:close/>
              </a:path>
              <a:path w="6281419" h="7004050">
                <a:moveTo>
                  <a:pt x="294718" y="5821726"/>
                </a:moveTo>
                <a:lnTo>
                  <a:pt x="293772" y="5820095"/>
                </a:lnTo>
                <a:lnTo>
                  <a:pt x="295409" y="5819150"/>
                </a:lnTo>
                <a:lnTo>
                  <a:pt x="296355" y="5820781"/>
                </a:lnTo>
                <a:lnTo>
                  <a:pt x="294718" y="5821726"/>
                </a:lnTo>
                <a:close/>
              </a:path>
              <a:path w="6281419" h="7004050">
                <a:moveTo>
                  <a:pt x="215659" y="5681655"/>
                </a:moveTo>
                <a:lnTo>
                  <a:pt x="214210" y="5681655"/>
                </a:lnTo>
                <a:lnTo>
                  <a:pt x="213946" y="5681198"/>
                </a:lnTo>
                <a:lnTo>
                  <a:pt x="215394" y="5681198"/>
                </a:lnTo>
                <a:lnTo>
                  <a:pt x="215659" y="5681655"/>
                </a:lnTo>
                <a:close/>
              </a:path>
              <a:path w="6281419" h="7004050">
                <a:moveTo>
                  <a:pt x="1154352" y="6999055"/>
                </a:moveTo>
                <a:lnTo>
                  <a:pt x="1148685" y="6989245"/>
                </a:lnTo>
                <a:lnTo>
                  <a:pt x="1158502" y="6983579"/>
                </a:lnTo>
                <a:lnTo>
                  <a:pt x="1164162" y="6993389"/>
                </a:lnTo>
                <a:lnTo>
                  <a:pt x="1154352" y="6999055"/>
                </a:lnTo>
                <a:close/>
              </a:path>
              <a:path w="6281419" h="7004050">
                <a:moveTo>
                  <a:pt x="1074202" y="6859613"/>
                </a:moveTo>
                <a:lnTo>
                  <a:pt x="1068852" y="6850348"/>
                </a:lnTo>
                <a:lnTo>
                  <a:pt x="1078123" y="6844999"/>
                </a:lnTo>
                <a:lnTo>
                  <a:pt x="1083472" y="6854263"/>
                </a:lnTo>
                <a:lnTo>
                  <a:pt x="1074202" y="6859613"/>
                </a:lnTo>
                <a:close/>
              </a:path>
              <a:path w="6281419" h="7004050">
                <a:moveTo>
                  <a:pt x="994058" y="6720169"/>
                </a:moveTo>
                <a:lnTo>
                  <a:pt x="989019" y="6711445"/>
                </a:lnTo>
                <a:lnTo>
                  <a:pt x="997745" y="6706406"/>
                </a:lnTo>
                <a:lnTo>
                  <a:pt x="1002783" y="6715137"/>
                </a:lnTo>
                <a:lnTo>
                  <a:pt x="994058" y="6720169"/>
                </a:lnTo>
                <a:close/>
              </a:path>
              <a:path w="6281419" h="7004050">
                <a:moveTo>
                  <a:pt x="914028" y="6580295"/>
                </a:moveTo>
                <a:lnTo>
                  <a:pt x="909624" y="6572662"/>
                </a:lnTo>
                <a:lnTo>
                  <a:pt x="917252" y="6568258"/>
                </a:lnTo>
                <a:lnTo>
                  <a:pt x="921662" y="6575885"/>
                </a:lnTo>
                <a:lnTo>
                  <a:pt x="914028" y="6580295"/>
                </a:lnTo>
                <a:close/>
              </a:path>
              <a:path w="6281419" h="7004050">
                <a:moveTo>
                  <a:pt x="833884" y="6440847"/>
                </a:moveTo>
                <a:lnTo>
                  <a:pt x="829791" y="6433759"/>
                </a:lnTo>
                <a:lnTo>
                  <a:pt x="836886" y="6429666"/>
                </a:lnTo>
                <a:lnTo>
                  <a:pt x="840972" y="6436754"/>
                </a:lnTo>
                <a:lnTo>
                  <a:pt x="833884" y="6440847"/>
                </a:lnTo>
                <a:close/>
              </a:path>
              <a:path w="6281419" h="7004050">
                <a:moveTo>
                  <a:pt x="753855" y="6300972"/>
                </a:moveTo>
                <a:lnTo>
                  <a:pt x="750390" y="6294976"/>
                </a:lnTo>
                <a:lnTo>
                  <a:pt x="756386" y="6291511"/>
                </a:lnTo>
                <a:lnTo>
                  <a:pt x="759845" y="6297508"/>
                </a:lnTo>
                <a:lnTo>
                  <a:pt x="753855" y="6300972"/>
                </a:lnTo>
                <a:close/>
              </a:path>
              <a:path w="6281419" h="7004050">
                <a:moveTo>
                  <a:pt x="673818" y="6161098"/>
                </a:moveTo>
                <a:lnTo>
                  <a:pt x="670988" y="6156193"/>
                </a:lnTo>
                <a:lnTo>
                  <a:pt x="675900" y="6153363"/>
                </a:lnTo>
                <a:lnTo>
                  <a:pt x="678730" y="6158261"/>
                </a:lnTo>
                <a:lnTo>
                  <a:pt x="673818" y="6161098"/>
                </a:lnTo>
                <a:close/>
              </a:path>
              <a:path w="6281419" h="7004050">
                <a:moveTo>
                  <a:pt x="593681" y="6021649"/>
                </a:moveTo>
                <a:lnTo>
                  <a:pt x="591161" y="6017290"/>
                </a:lnTo>
                <a:lnTo>
                  <a:pt x="595521" y="6014771"/>
                </a:lnTo>
                <a:lnTo>
                  <a:pt x="598040" y="6019130"/>
                </a:lnTo>
                <a:lnTo>
                  <a:pt x="593681" y="6021649"/>
                </a:lnTo>
                <a:close/>
              </a:path>
              <a:path w="6281419" h="7004050">
                <a:moveTo>
                  <a:pt x="513644" y="5881774"/>
                </a:moveTo>
                <a:lnTo>
                  <a:pt x="511760" y="5878507"/>
                </a:lnTo>
                <a:lnTo>
                  <a:pt x="515028" y="5876616"/>
                </a:lnTo>
                <a:lnTo>
                  <a:pt x="516919" y="5879890"/>
                </a:lnTo>
                <a:lnTo>
                  <a:pt x="513644" y="5881774"/>
                </a:lnTo>
                <a:close/>
              </a:path>
              <a:path w="6281419" h="7004050">
                <a:moveTo>
                  <a:pt x="433507" y="5742332"/>
                </a:moveTo>
                <a:lnTo>
                  <a:pt x="431933" y="5739604"/>
                </a:lnTo>
                <a:lnTo>
                  <a:pt x="434656" y="5738030"/>
                </a:lnTo>
                <a:lnTo>
                  <a:pt x="436229" y="5740758"/>
                </a:lnTo>
                <a:lnTo>
                  <a:pt x="433507" y="5742332"/>
                </a:lnTo>
                <a:close/>
              </a:path>
              <a:path w="6281419" h="7004050">
                <a:moveTo>
                  <a:pt x="353471" y="5602458"/>
                </a:moveTo>
                <a:lnTo>
                  <a:pt x="352525" y="5600821"/>
                </a:lnTo>
                <a:lnTo>
                  <a:pt x="354163" y="5599875"/>
                </a:lnTo>
                <a:lnTo>
                  <a:pt x="355108" y="5601512"/>
                </a:lnTo>
                <a:lnTo>
                  <a:pt x="353471" y="5602458"/>
                </a:lnTo>
                <a:close/>
              </a:path>
              <a:path w="6281419" h="7004050">
                <a:moveTo>
                  <a:pt x="1293021" y="6920086"/>
                </a:moveTo>
                <a:lnTo>
                  <a:pt x="1286409" y="6908639"/>
                </a:lnTo>
                <a:lnTo>
                  <a:pt x="1297856" y="6902033"/>
                </a:lnTo>
                <a:lnTo>
                  <a:pt x="1304468" y="6913480"/>
                </a:lnTo>
                <a:lnTo>
                  <a:pt x="1293021" y="6920086"/>
                </a:lnTo>
                <a:close/>
              </a:path>
              <a:path w="6281419" h="7004050">
                <a:moveTo>
                  <a:pt x="1212991" y="6780212"/>
                </a:moveTo>
                <a:lnTo>
                  <a:pt x="1207007" y="6769856"/>
                </a:lnTo>
                <a:lnTo>
                  <a:pt x="1217369" y="6763872"/>
                </a:lnTo>
                <a:lnTo>
                  <a:pt x="1223347" y="6774234"/>
                </a:lnTo>
                <a:lnTo>
                  <a:pt x="1212991" y="6780212"/>
                </a:lnTo>
                <a:close/>
              </a:path>
              <a:path w="6281419" h="7004050">
                <a:moveTo>
                  <a:pt x="1132955" y="6640338"/>
                </a:moveTo>
                <a:lnTo>
                  <a:pt x="1127606" y="6631073"/>
                </a:lnTo>
                <a:lnTo>
                  <a:pt x="1136876" y="6625717"/>
                </a:lnTo>
                <a:lnTo>
                  <a:pt x="1142226" y="6634982"/>
                </a:lnTo>
                <a:lnTo>
                  <a:pt x="1132955" y="6640338"/>
                </a:lnTo>
                <a:close/>
              </a:path>
              <a:path w="6281419" h="7004050">
                <a:moveTo>
                  <a:pt x="1052818" y="6500895"/>
                </a:moveTo>
                <a:lnTo>
                  <a:pt x="1047779" y="6492170"/>
                </a:lnTo>
                <a:lnTo>
                  <a:pt x="1056504" y="6487138"/>
                </a:lnTo>
                <a:lnTo>
                  <a:pt x="1061536" y="6495857"/>
                </a:lnTo>
                <a:lnTo>
                  <a:pt x="1052818" y="6500895"/>
                </a:lnTo>
                <a:close/>
              </a:path>
              <a:path w="6281419" h="7004050">
                <a:moveTo>
                  <a:pt x="972781" y="6361021"/>
                </a:moveTo>
                <a:lnTo>
                  <a:pt x="968378" y="6353387"/>
                </a:lnTo>
                <a:lnTo>
                  <a:pt x="976011" y="6348976"/>
                </a:lnTo>
                <a:lnTo>
                  <a:pt x="980415" y="6356610"/>
                </a:lnTo>
                <a:lnTo>
                  <a:pt x="972781" y="6361021"/>
                </a:lnTo>
                <a:close/>
              </a:path>
              <a:path w="6281419" h="7004050">
                <a:moveTo>
                  <a:pt x="892644" y="6221572"/>
                </a:moveTo>
                <a:lnTo>
                  <a:pt x="888551" y="6214484"/>
                </a:lnTo>
                <a:lnTo>
                  <a:pt x="895632" y="6210397"/>
                </a:lnTo>
                <a:lnTo>
                  <a:pt x="899725" y="6217485"/>
                </a:lnTo>
                <a:lnTo>
                  <a:pt x="892644" y="6221572"/>
                </a:lnTo>
                <a:close/>
              </a:path>
              <a:path w="6281419" h="7004050">
                <a:moveTo>
                  <a:pt x="812608" y="6081697"/>
                </a:moveTo>
                <a:lnTo>
                  <a:pt x="809143" y="6075701"/>
                </a:lnTo>
                <a:lnTo>
                  <a:pt x="815140" y="6072236"/>
                </a:lnTo>
                <a:lnTo>
                  <a:pt x="818604" y="6078239"/>
                </a:lnTo>
                <a:lnTo>
                  <a:pt x="812608" y="6081697"/>
                </a:lnTo>
                <a:close/>
              </a:path>
              <a:path w="6281419" h="7004050">
                <a:moveTo>
                  <a:pt x="732578" y="5941823"/>
                </a:moveTo>
                <a:lnTo>
                  <a:pt x="729748" y="5936918"/>
                </a:lnTo>
                <a:lnTo>
                  <a:pt x="734653" y="5934082"/>
                </a:lnTo>
                <a:lnTo>
                  <a:pt x="737490" y="5938993"/>
                </a:lnTo>
                <a:lnTo>
                  <a:pt x="732578" y="5941823"/>
                </a:lnTo>
                <a:close/>
              </a:path>
              <a:path w="6281419" h="7004050">
                <a:moveTo>
                  <a:pt x="652434" y="5802374"/>
                </a:moveTo>
                <a:lnTo>
                  <a:pt x="649915" y="5798015"/>
                </a:lnTo>
                <a:lnTo>
                  <a:pt x="654274" y="5795502"/>
                </a:lnTo>
                <a:lnTo>
                  <a:pt x="656794" y="5799861"/>
                </a:lnTo>
                <a:lnTo>
                  <a:pt x="652434" y="5802374"/>
                </a:lnTo>
                <a:close/>
              </a:path>
              <a:path w="6281419" h="7004050">
                <a:moveTo>
                  <a:pt x="572404" y="5662500"/>
                </a:moveTo>
                <a:lnTo>
                  <a:pt x="570513" y="5659232"/>
                </a:lnTo>
                <a:lnTo>
                  <a:pt x="573781" y="5657341"/>
                </a:lnTo>
                <a:lnTo>
                  <a:pt x="575672" y="5660609"/>
                </a:lnTo>
                <a:lnTo>
                  <a:pt x="572404" y="5662500"/>
                </a:lnTo>
                <a:close/>
              </a:path>
              <a:path w="6281419" h="7004050">
                <a:moveTo>
                  <a:pt x="492254" y="5523057"/>
                </a:moveTo>
                <a:lnTo>
                  <a:pt x="490680" y="5520335"/>
                </a:lnTo>
                <a:lnTo>
                  <a:pt x="493409" y="5518761"/>
                </a:lnTo>
                <a:lnTo>
                  <a:pt x="494982" y="5521483"/>
                </a:lnTo>
                <a:lnTo>
                  <a:pt x="492254" y="5523057"/>
                </a:lnTo>
                <a:close/>
              </a:path>
              <a:path w="6281419" h="7004050">
                <a:moveTo>
                  <a:pt x="412231" y="5383183"/>
                </a:moveTo>
                <a:lnTo>
                  <a:pt x="411285" y="5381540"/>
                </a:lnTo>
                <a:lnTo>
                  <a:pt x="412916" y="5380600"/>
                </a:lnTo>
                <a:lnTo>
                  <a:pt x="413861" y="5382237"/>
                </a:lnTo>
                <a:lnTo>
                  <a:pt x="412231" y="5383183"/>
                </a:lnTo>
                <a:close/>
              </a:path>
              <a:path w="6281419" h="7004050">
                <a:moveTo>
                  <a:pt x="1511719" y="6980991"/>
                </a:moveTo>
                <a:lnTo>
                  <a:pt x="1503539" y="6966822"/>
                </a:lnTo>
                <a:lnTo>
                  <a:pt x="1517709" y="6958636"/>
                </a:lnTo>
                <a:lnTo>
                  <a:pt x="1525895" y="6972812"/>
                </a:lnTo>
                <a:lnTo>
                  <a:pt x="1511719" y="6980991"/>
                </a:lnTo>
                <a:close/>
              </a:path>
              <a:path w="6281419" h="7004050">
                <a:moveTo>
                  <a:pt x="1431689" y="6841118"/>
                </a:moveTo>
                <a:lnTo>
                  <a:pt x="1424138" y="6828033"/>
                </a:lnTo>
                <a:lnTo>
                  <a:pt x="1437222" y="6820482"/>
                </a:lnTo>
                <a:lnTo>
                  <a:pt x="1444774" y="6833566"/>
                </a:lnTo>
                <a:lnTo>
                  <a:pt x="1431689" y="6841118"/>
                </a:lnTo>
                <a:close/>
              </a:path>
              <a:path w="6281419" h="7004050">
                <a:moveTo>
                  <a:pt x="1351774" y="6700812"/>
                </a:moveTo>
                <a:lnTo>
                  <a:pt x="1345168" y="6689364"/>
                </a:lnTo>
                <a:lnTo>
                  <a:pt x="1356615" y="6682752"/>
                </a:lnTo>
                <a:lnTo>
                  <a:pt x="1363221" y="6694200"/>
                </a:lnTo>
                <a:lnTo>
                  <a:pt x="1351774" y="6700812"/>
                </a:lnTo>
                <a:close/>
              </a:path>
              <a:path w="6281419" h="7004050">
                <a:moveTo>
                  <a:pt x="1271744" y="6560937"/>
                </a:moveTo>
                <a:lnTo>
                  <a:pt x="1265766" y="6550581"/>
                </a:lnTo>
                <a:lnTo>
                  <a:pt x="1276122" y="6544604"/>
                </a:lnTo>
                <a:lnTo>
                  <a:pt x="1282100" y="6554953"/>
                </a:lnTo>
                <a:lnTo>
                  <a:pt x="1271744" y="6560937"/>
                </a:lnTo>
                <a:close/>
              </a:path>
              <a:path w="6281419" h="7004050">
                <a:moveTo>
                  <a:pt x="1191714" y="6421063"/>
                </a:moveTo>
                <a:lnTo>
                  <a:pt x="1186365" y="6411792"/>
                </a:lnTo>
                <a:lnTo>
                  <a:pt x="1195629" y="6406443"/>
                </a:lnTo>
                <a:lnTo>
                  <a:pt x="1200978" y="6415714"/>
                </a:lnTo>
                <a:lnTo>
                  <a:pt x="1191714" y="6421063"/>
                </a:lnTo>
                <a:close/>
              </a:path>
              <a:path w="6281419" h="7004050">
                <a:moveTo>
                  <a:pt x="1111570" y="6281614"/>
                </a:moveTo>
                <a:lnTo>
                  <a:pt x="1106538" y="6272895"/>
                </a:lnTo>
                <a:lnTo>
                  <a:pt x="1115257" y="6267857"/>
                </a:lnTo>
                <a:lnTo>
                  <a:pt x="1120289" y="6276582"/>
                </a:lnTo>
                <a:lnTo>
                  <a:pt x="1111570" y="6281614"/>
                </a:lnTo>
                <a:close/>
              </a:path>
              <a:path w="6281419" h="7004050">
                <a:moveTo>
                  <a:pt x="1031540" y="6141740"/>
                </a:moveTo>
                <a:lnTo>
                  <a:pt x="1027130" y="6134106"/>
                </a:lnTo>
                <a:lnTo>
                  <a:pt x="1034764" y="6129702"/>
                </a:lnTo>
                <a:lnTo>
                  <a:pt x="1039174" y="6137336"/>
                </a:lnTo>
                <a:lnTo>
                  <a:pt x="1031540" y="6141740"/>
                </a:lnTo>
                <a:close/>
              </a:path>
              <a:path w="6281419" h="7004050">
                <a:moveTo>
                  <a:pt x="951390" y="6002297"/>
                </a:moveTo>
                <a:lnTo>
                  <a:pt x="947297" y="5995209"/>
                </a:lnTo>
                <a:lnTo>
                  <a:pt x="954385" y="5991116"/>
                </a:lnTo>
                <a:lnTo>
                  <a:pt x="958478" y="5998204"/>
                </a:lnTo>
                <a:lnTo>
                  <a:pt x="951390" y="6002297"/>
                </a:lnTo>
                <a:close/>
              </a:path>
              <a:path w="6281419" h="7004050">
                <a:moveTo>
                  <a:pt x="871475" y="5861991"/>
                </a:moveTo>
                <a:lnTo>
                  <a:pt x="868327" y="5856540"/>
                </a:lnTo>
                <a:lnTo>
                  <a:pt x="873778" y="5853393"/>
                </a:lnTo>
                <a:lnTo>
                  <a:pt x="876925" y="5858844"/>
                </a:lnTo>
                <a:lnTo>
                  <a:pt x="871475" y="5861991"/>
                </a:lnTo>
                <a:close/>
              </a:path>
              <a:path w="6281419" h="7004050">
                <a:moveTo>
                  <a:pt x="791337" y="5722548"/>
                </a:moveTo>
                <a:lnTo>
                  <a:pt x="788500" y="5717637"/>
                </a:lnTo>
                <a:lnTo>
                  <a:pt x="793405" y="5714807"/>
                </a:lnTo>
                <a:lnTo>
                  <a:pt x="796242" y="5719712"/>
                </a:lnTo>
                <a:lnTo>
                  <a:pt x="791337" y="5722548"/>
                </a:lnTo>
                <a:close/>
              </a:path>
              <a:path w="6281419" h="7004050">
                <a:moveTo>
                  <a:pt x="711180" y="5583099"/>
                </a:moveTo>
                <a:lnTo>
                  <a:pt x="708668" y="5578740"/>
                </a:lnTo>
                <a:lnTo>
                  <a:pt x="713033" y="5576221"/>
                </a:lnTo>
                <a:lnTo>
                  <a:pt x="715546" y="5580580"/>
                </a:lnTo>
                <a:lnTo>
                  <a:pt x="711180" y="5583099"/>
                </a:lnTo>
                <a:close/>
              </a:path>
              <a:path w="6281419" h="7004050">
                <a:moveTo>
                  <a:pt x="631158" y="5443225"/>
                </a:moveTo>
                <a:lnTo>
                  <a:pt x="629272" y="5439951"/>
                </a:lnTo>
                <a:lnTo>
                  <a:pt x="632540" y="5438066"/>
                </a:lnTo>
                <a:lnTo>
                  <a:pt x="634425" y="5441334"/>
                </a:lnTo>
                <a:lnTo>
                  <a:pt x="631158" y="5443225"/>
                </a:lnTo>
                <a:close/>
              </a:path>
              <a:path w="6281419" h="7004050">
                <a:moveTo>
                  <a:pt x="551128" y="5303351"/>
                </a:moveTo>
                <a:lnTo>
                  <a:pt x="549871" y="5301175"/>
                </a:lnTo>
                <a:lnTo>
                  <a:pt x="552054" y="5299912"/>
                </a:lnTo>
                <a:lnTo>
                  <a:pt x="553310" y="5302095"/>
                </a:lnTo>
                <a:lnTo>
                  <a:pt x="551128" y="5303351"/>
                </a:lnTo>
                <a:close/>
              </a:path>
              <a:path w="6281419" h="7004050">
                <a:moveTo>
                  <a:pt x="470977" y="5163908"/>
                </a:moveTo>
                <a:lnTo>
                  <a:pt x="470038" y="5162277"/>
                </a:lnTo>
                <a:lnTo>
                  <a:pt x="471675" y="5161331"/>
                </a:lnTo>
                <a:lnTo>
                  <a:pt x="472614" y="5162963"/>
                </a:lnTo>
                <a:lnTo>
                  <a:pt x="470977" y="5163908"/>
                </a:lnTo>
                <a:close/>
              </a:path>
              <a:path w="6281419" h="7004050">
                <a:moveTo>
                  <a:pt x="1650502" y="6901591"/>
                </a:moveTo>
                <a:lnTo>
                  <a:pt x="1641688" y="6886330"/>
                </a:lnTo>
                <a:lnTo>
                  <a:pt x="1656955" y="6877516"/>
                </a:lnTo>
                <a:lnTo>
                  <a:pt x="1665769" y="6892777"/>
                </a:lnTo>
                <a:lnTo>
                  <a:pt x="1650502" y="6901591"/>
                </a:lnTo>
                <a:close/>
              </a:path>
              <a:path w="6281419" h="7004050">
                <a:moveTo>
                  <a:pt x="1570472" y="6761717"/>
                </a:moveTo>
                <a:lnTo>
                  <a:pt x="1562286" y="6747547"/>
                </a:lnTo>
                <a:lnTo>
                  <a:pt x="1576469" y="6739361"/>
                </a:lnTo>
                <a:lnTo>
                  <a:pt x="1584648" y="6753531"/>
                </a:lnTo>
                <a:lnTo>
                  <a:pt x="1570472" y="6761717"/>
                </a:lnTo>
                <a:close/>
              </a:path>
              <a:path w="6281419" h="7004050">
                <a:moveTo>
                  <a:pt x="1490449" y="6621843"/>
                </a:moveTo>
                <a:lnTo>
                  <a:pt x="1482891" y="6608758"/>
                </a:lnTo>
                <a:lnTo>
                  <a:pt x="1495969" y="6601207"/>
                </a:lnTo>
                <a:lnTo>
                  <a:pt x="1503527" y="6614291"/>
                </a:lnTo>
                <a:lnTo>
                  <a:pt x="1490449" y="6621843"/>
                </a:lnTo>
                <a:close/>
              </a:path>
              <a:path w="6281419" h="7004050">
                <a:moveTo>
                  <a:pt x="1410413" y="6481968"/>
                </a:moveTo>
                <a:lnTo>
                  <a:pt x="1403490" y="6469975"/>
                </a:lnTo>
                <a:lnTo>
                  <a:pt x="1415483" y="6463052"/>
                </a:lnTo>
                <a:lnTo>
                  <a:pt x="1422406" y="6475045"/>
                </a:lnTo>
                <a:lnTo>
                  <a:pt x="1410413" y="6481968"/>
                </a:lnTo>
                <a:close/>
              </a:path>
              <a:path w="6281419" h="7004050">
                <a:moveTo>
                  <a:pt x="1330503" y="6341662"/>
                </a:moveTo>
                <a:lnTo>
                  <a:pt x="1324519" y="6331306"/>
                </a:lnTo>
                <a:lnTo>
                  <a:pt x="1334875" y="6325329"/>
                </a:lnTo>
                <a:lnTo>
                  <a:pt x="1340853" y="6335685"/>
                </a:lnTo>
                <a:lnTo>
                  <a:pt x="1330503" y="6341662"/>
                </a:lnTo>
                <a:close/>
              </a:path>
              <a:path w="6281419" h="7004050">
                <a:moveTo>
                  <a:pt x="1250474" y="6201788"/>
                </a:moveTo>
                <a:lnTo>
                  <a:pt x="1245118" y="6192517"/>
                </a:lnTo>
                <a:lnTo>
                  <a:pt x="1254382" y="6187168"/>
                </a:lnTo>
                <a:lnTo>
                  <a:pt x="1259738" y="6196439"/>
                </a:lnTo>
                <a:lnTo>
                  <a:pt x="1250474" y="6201788"/>
                </a:lnTo>
                <a:close/>
              </a:path>
              <a:path w="6281419" h="7004050">
                <a:moveTo>
                  <a:pt x="1170317" y="6062339"/>
                </a:moveTo>
                <a:lnTo>
                  <a:pt x="1165285" y="6053620"/>
                </a:lnTo>
                <a:lnTo>
                  <a:pt x="1174010" y="6048582"/>
                </a:lnTo>
                <a:lnTo>
                  <a:pt x="1179048" y="6057301"/>
                </a:lnTo>
                <a:lnTo>
                  <a:pt x="1170317" y="6062339"/>
                </a:lnTo>
                <a:close/>
              </a:path>
              <a:path w="6281419" h="7004050">
                <a:moveTo>
                  <a:pt x="1090294" y="5922465"/>
                </a:moveTo>
                <a:lnTo>
                  <a:pt x="1085890" y="5914838"/>
                </a:lnTo>
                <a:lnTo>
                  <a:pt x="1093517" y="5910434"/>
                </a:lnTo>
                <a:lnTo>
                  <a:pt x="1097921" y="5918061"/>
                </a:lnTo>
                <a:lnTo>
                  <a:pt x="1090294" y="5922465"/>
                </a:lnTo>
                <a:close/>
              </a:path>
              <a:path w="6281419" h="7004050">
                <a:moveTo>
                  <a:pt x="1010264" y="5782591"/>
                </a:moveTo>
                <a:lnTo>
                  <a:pt x="1006488" y="5776049"/>
                </a:lnTo>
                <a:lnTo>
                  <a:pt x="1013024" y="5772273"/>
                </a:lnTo>
                <a:lnTo>
                  <a:pt x="1016800" y="5778815"/>
                </a:lnTo>
                <a:lnTo>
                  <a:pt x="1010264" y="5782591"/>
                </a:lnTo>
                <a:close/>
              </a:path>
              <a:path w="6281419" h="7004050">
                <a:moveTo>
                  <a:pt x="930234" y="5642717"/>
                </a:moveTo>
                <a:lnTo>
                  <a:pt x="927087" y="5637266"/>
                </a:lnTo>
                <a:lnTo>
                  <a:pt x="932537" y="5634119"/>
                </a:lnTo>
                <a:lnTo>
                  <a:pt x="935685" y="5639569"/>
                </a:lnTo>
                <a:lnTo>
                  <a:pt x="930234" y="5642717"/>
                </a:lnTo>
                <a:close/>
              </a:path>
              <a:path w="6281419" h="7004050">
                <a:moveTo>
                  <a:pt x="850090" y="5503268"/>
                </a:moveTo>
                <a:lnTo>
                  <a:pt x="847254" y="5498362"/>
                </a:lnTo>
                <a:lnTo>
                  <a:pt x="852159" y="5495532"/>
                </a:lnTo>
                <a:lnTo>
                  <a:pt x="854989" y="5500438"/>
                </a:lnTo>
                <a:lnTo>
                  <a:pt x="850090" y="5503268"/>
                </a:lnTo>
                <a:close/>
              </a:path>
              <a:path w="6281419" h="7004050">
                <a:moveTo>
                  <a:pt x="770061" y="5363394"/>
                </a:moveTo>
                <a:lnTo>
                  <a:pt x="767858" y="5359580"/>
                </a:lnTo>
                <a:lnTo>
                  <a:pt x="771672" y="5357378"/>
                </a:lnTo>
                <a:lnTo>
                  <a:pt x="773874" y="5361192"/>
                </a:lnTo>
                <a:lnTo>
                  <a:pt x="770061" y="5363394"/>
                </a:lnTo>
                <a:close/>
              </a:path>
              <a:path w="6281419" h="7004050">
                <a:moveTo>
                  <a:pt x="689910" y="5223957"/>
                </a:moveTo>
                <a:lnTo>
                  <a:pt x="688025" y="5220683"/>
                </a:lnTo>
                <a:lnTo>
                  <a:pt x="691300" y="5218791"/>
                </a:lnTo>
                <a:lnTo>
                  <a:pt x="693185" y="5222066"/>
                </a:lnTo>
                <a:lnTo>
                  <a:pt x="689910" y="5223957"/>
                </a:lnTo>
                <a:close/>
              </a:path>
              <a:path w="6281419" h="7004050">
                <a:moveTo>
                  <a:pt x="609887" y="5084076"/>
                </a:moveTo>
                <a:lnTo>
                  <a:pt x="608624" y="5081893"/>
                </a:lnTo>
                <a:lnTo>
                  <a:pt x="610801" y="5080636"/>
                </a:lnTo>
                <a:lnTo>
                  <a:pt x="612064" y="5082819"/>
                </a:lnTo>
                <a:lnTo>
                  <a:pt x="609887" y="5084076"/>
                </a:lnTo>
                <a:close/>
              </a:path>
              <a:path w="6281419" h="7004050">
                <a:moveTo>
                  <a:pt x="529737" y="4944627"/>
                </a:moveTo>
                <a:lnTo>
                  <a:pt x="528791" y="4942996"/>
                </a:lnTo>
                <a:lnTo>
                  <a:pt x="530428" y="4942050"/>
                </a:lnTo>
                <a:lnTo>
                  <a:pt x="531374" y="4943681"/>
                </a:lnTo>
                <a:lnTo>
                  <a:pt x="529737" y="4944627"/>
                </a:lnTo>
                <a:close/>
              </a:path>
              <a:path w="6281419" h="7004050">
                <a:moveTo>
                  <a:pt x="1869206" y="6962504"/>
                </a:moveTo>
                <a:lnTo>
                  <a:pt x="1858819" y="6944507"/>
                </a:lnTo>
                <a:lnTo>
                  <a:pt x="1876808" y="6934120"/>
                </a:lnTo>
                <a:lnTo>
                  <a:pt x="1887196" y="6952116"/>
                </a:lnTo>
                <a:lnTo>
                  <a:pt x="1869206" y="6962504"/>
                </a:lnTo>
                <a:close/>
              </a:path>
              <a:path w="6281419" h="7004050">
                <a:moveTo>
                  <a:pt x="1789176" y="6822629"/>
                </a:moveTo>
                <a:lnTo>
                  <a:pt x="1779417" y="6805725"/>
                </a:lnTo>
                <a:lnTo>
                  <a:pt x="1796315" y="6795972"/>
                </a:lnTo>
                <a:lnTo>
                  <a:pt x="1806074" y="6812870"/>
                </a:lnTo>
                <a:lnTo>
                  <a:pt x="1789176" y="6822629"/>
                </a:lnTo>
                <a:close/>
              </a:path>
              <a:path w="6281419" h="7004050">
                <a:moveTo>
                  <a:pt x="1709261" y="6682317"/>
                </a:moveTo>
                <a:lnTo>
                  <a:pt x="1700447" y="6667056"/>
                </a:lnTo>
                <a:lnTo>
                  <a:pt x="1715714" y="6658243"/>
                </a:lnTo>
                <a:lnTo>
                  <a:pt x="1724522" y="6673503"/>
                </a:lnTo>
                <a:lnTo>
                  <a:pt x="1709261" y="6682317"/>
                </a:lnTo>
                <a:close/>
              </a:path>
              <a:path w="6281419" h="7004050">
                <a:moveTo>
                  <a:pt x="1629225" y="6542442"/>
                </a:moveTo>
                <a:lnTo>
                  <a:pt x="1621046" y="6528273"/>
                </a:lnTo>
                <a:lnTo>
                  <a:pt x="1635215" y="6520087"/>
                </a:lnTo>
                <a:lnTo>
                  <a:pt x="1643401" y="6534263"/>
                </a:lnTo>
                <a:lnTo>
                  <a:pt x="1629225" y="6542442"/>
                </a:lnTo>
                <a:close/>
              </a:path>
              <a:path w="6281419" h="7004050">
                <a:moveTo>
                  <a:pt x="1549195" y="6402569"/>
                </a:moveTo>
                <a:lnTo>
                  <a:pt x="1541644" y="6389491"/>
                </a:lnTo>
                <a:lnTo>
                  <a:pt x="1554729" y="6381933"/>
                </a:lnTo>
                <a:lnTo>
                  <a:pt x="1562280" y="6395011"/>
                </a:lnTo>
                <a:lnTo>
                  <a:pt x="1549195" y="6402569"/>
                </a:lnTo>
                <a:close/>
              </a:path>
              <a:path w="6281419" h="7004050">
                <a:moveTo>
                  <a:pt x="1469172" y="6262688"/>
                </a:moveTo>
                <a:lnTo>
                  <a:pt x="1462249" y="6250701"/>
                </a:lnTo>
                <a:lnTo>
                  <a:pt x="1474236" y="6243778"/>
                </a:lnTo>
                <a:lnTo>
                  <a:pt x="1481159" y="6255765"/>
                </a:lnTo>
                <a:lnTo>
                  <a:pt x="1469172" y="6262688"/>
                </a:lnTo>
                <a:close/>
              </a:path>
              <a:path w="6281419" h="7004050">
                <a:moveTo>
                  <a:pt x="1389250" y="6122389"/>
                </a:moveTo>
                <a:lnTo>
                  <a:pt x="1383272" y="6112033"/>
                </a:lnTo>
                <a:lnTo>
                  <a:pt x="1393628" y="6106049"/>
                </a:lnTo>
                <a:lnTo>
                  <a:pt x="1399612" y="6116411"/>
                </a:lnTo>
                <a:lnTo>
                  <a:pt x="1389250" y="6122389"/>
                </a:lnTo>
                <a:close/>
              </a:path>
              <a:path w="6281419" h="7004050">
                <a:moveTo>
                  <a:pt x="1309227" y="5982515"/>
                </a:moveTo>
                <a:lnTo>
                  <a:pt x="1303871" y="5973243"/>
                </a:lnTo>
                <a:lnTo>
                  <a:pt x="1313142" y="5967894"/>
                </a:lnTo>
                <a:lnTo>
                  <a:pt x="1318491" y="5977165"/>
                </a:lnTo>
                <a:lnTo>
                  <a:pt x="1309227" y="5982515"/>
                </a:lnTo>
                <a:close/>
              </a:path>
              <a:path w="6281419" h="7004050">
                <a:moveTo>
                  <a:pt x="1229076" y="5843071"/>
                </a:moveTo>
                <a:lnTo>
                  <a:pt x="1224038" y="5834347"/>
                </a:lnTo>
                <a:lnTo>
                  <a:pt x="1232763" y="5829308"/>
                </a:lnTo>
                <a:lnTo>
                  <a:pt x="1237801" y="5838039"/>
                </a:lnTo>
                <a:lnTo>
                  <a:pt x="1229076" y="5843071"/>
                </a:lnTo>
                <a:close/>
              </a:path>
              <a:path w="6281419" h="7004050">
                <a:moveTo>
                  <a:pt x="1149047" y="5703197"/>
                </a:moveTo>
                <a:lnTo>
                  <a:pt x="1144643" y="5695564"/>
                </a:lnTo>
                <a:lnTo>
                  <a:pt x="1152270" y="5691160"/>
                </a:lnTo>
                <a:lnTo>
                  <a:pt x="1156680" y="5698787"/>
                </a:lnTo>
                <a:lnTo>
                  <a:pt x="1149047" y="5703197"/>
                </a:lnTo>
                <a:close/>
              </a:path>
              <a:path w="6281419" h="7004050">
                <a:moveTo>
                  <a:pt x="1069023" y="5563317"/>
                </a:moveTo>
                <a:lnTo>
                  <a:pt x="1065241" y="5556775"/>
                </a:lnTo>
                <a:lnTo>
                  <a:pt x="1071784" y="5552999"/>
                </a:lnTo>
                <a:lnTo>
                  <a:pt x="1075559" y="5559541"/>
                </a:lnTo>
                <a:lnTo>
                  <a:pt x="1069023" y="5563317"/>
                </a:lnTo>
                <a:close/>
              </a:path>
              <a:path w="6281419" h="7004050">
                <a:moveTo>
                  <a:pt x="988987" y="5423442"/>
                </a:moveTo>
                <a:lnTo>
                  <a:pt x="985840" y="5417992"/>
                </a:lnTo>
                <a:lnTo>
                  <a:pt x="991291" y="5414844"/>
                </a:lnTo>
                <a:lnTo>
                  <a:pt x="994438" y="5420295"/>
                </a:lnTo>
                <a:lnTo>
                  <a:pt x="988987" y="5423442"/>
                </a:lnTo>
                <a:close/>
              </a:path>
              <a:path w="6281419" h="7004050">
                <a:moveTo>
                  <a:pt x="908837" y="5284000"/>
                </a:moveTo>
                <a:lnTo>
                  <a:pt x="906007" y="5279088"/>
                </a:lnTo>
                <a:lnTo>
                  <a:pt x="910912" y="5276258"/>
                </a:lnTo>
                <a:lnTo>
                  <a:pt x="913749" y="5281163"/>
                </a:lnTo>
                <a:lnTo>
                  <a:pt x="908837" y="5284000"/>
                </a:lnTo>
                <a:close/>
              </a:path>
              <a:path w="6281419" h="7004050">
                <a:moveTo>
                  <a:pt x="828814" y="5144119"/>
                </a:moveTo>
                <a:lnTo>
                  <a:pt x="826612" y="5140305"/>
                </a:lnTo>
                <a:lnTo>
                  <a:pt x="830425" y="5138103"/>
                </a:lnTo>
                <a:lnTo>
                  <a:pt x="832627" y="5141917"/>
                </a:lnTo>
                <a:lnTo>
                  <a:pt x="828814" y="5144119"/>
                </a:lnTo>
                <a:close/>
              </a:path>
              <a:path w="6281419" h="7004050">
                <a:moveTo>
                  <a:pt x="748784" y="5004245"/>
                </a:moveTo>
                <a:lnTo>
                  <a:pt x="747210" y="5001516"/>
                </a:lnTo>
                <a:lnTo>
                  <a:pt x="749932" y="4999942"/>
                </a:lnTo>
                <a:lnTo>
                  <a:pt x="751506" y="5002671"/>
                </a:lnTo>
                <a:lnTo>
                  <a:pt x="748784" y="5004245"/>
                </a:lnTo>
                <a:close/>
              </a:path>
              <a:path w="6281419" h="7004050">
                <a:moveTo>
                  <a:pt x="668634" y="4864802"/>
                </a:moveTo>
                <a:lnTo>
                  <a:pt x="667377" y="4862618"/>
                </a:lnTo>
                <a:lnTo>
                  <a:pt x="669554" y="4861362"/>
                </a:lnTo>
                <a:lnTo>
                  <a:pt x="670817" y="4863545"/>
                </a:lnTo>
                <a:lnTo>
                  <a:pt x="668634" y="4864802"/>
                </a:lnTo>
                <a:close/>
              </a:path>
              <a:path w="6281419" h="7004050">
                <a:moveTo>
                  <a:pt x="589695" y="4724299"/>
                </a:moveTo>
                <a:lnTo>
                  <a:pt x="588248" y="4724299"/>
                </a:lnTo>
                <a:lnTo>
                  <a:pt x="587982" y="4723836"/>
                </a:lnTo>
                <a:lnTo>
                  <a:pt x="589429" y="4723836"/>
                </a:lnTo>
                <a:lnTo>
                  <a:pt x="589695" y="4724299"/>
                </a:lnTo>
                <a:close/>
              </a:path>
              <a:path w="6281419" h="7004050">
                <a:moveTo>
                  <a:pt x="2104273" y="7003925"/>
                </a:moveTo>
                <a:lnTo>
                  <a:pt x="2076656" y="7003925"/>
                </a:lnTo>
                <a:lnTo>
                  <a:pt x="2075943" y="7002691"/>
                </a:lnTo>
                <a:lnTo>
                  <a:pt x="2096655" y="6990730"/>
                </a:lnTo>
                <a:lnTo>
                  <a:pt x="2104273" y="7003925"/>
                </a:lnTo>
                <a:close/>
              </a:path>
              <a:path w="6281419" h="7004050">
                <a:moveTo>
                  <a:pt x="2007875" y="6883535"/>
                </a:moveTo>
                <a:lnTo>
                  <a:pt x="1996542" y="6863902"/>
                </a:lnTo>
                <a:lnTo>
                  <a:pt x="2016169" y="6852575"/>
                </a:lnTo>
                <a:lnTo>
                  <a:pt x="2027502" y="6872202"/>
                </a:lnTo>
                <a:lnTo>
                  <a:pt x="2007875" y="6883535"/>
                </a:lnTo>
                <a:close/>
              </a:path>
              <a:path w="6281419" h="7004050">
                <a:moveTo>
                  <a:pt x="1927845" y="6743661"/>
                </a:moveTo>
                <a:lnTo>
                  <a:pt x="1917140" y="6725120"/>
                </a:lnTo>
                <a:lnTo>
                  <a:pt x="1935675" y="6714421"/>
                </a:lnTo>
                <a:lnTo>
                  <a:pt x="1946380" y="6732956"/>
                </a:lnTo>
                <a:lnTo>
                  <a:pt x="1927845" y="6743661"/>
                </a:lnTo>
                <a:close/>
              </a:path>
              <a:path w="6281419" h="7004050">
                <a:moveTo>
                  <a:pt x="1847930" y="6603349"/>
                </a:moveTo>
                <a:lnTo>
                  <a:pt x="1838170" y="6586451"/>
                </a:lnTo>
                <a:lnTo>
                  <a:pt x="1855068" y="6576698"/>
                </a:lnTo>
                <a:lnTo>
                  <a:pt x="1864828" y="6593596"/>
                </a:lnTo>
                <a:lnTo>
                  <a:pt x="1847930" y="6603349"/>
                </a:lnTo>
                <a:close/>
              </a:path>
              <a:path w="6281419" h="7004050">
                <a:moveTo>
                  <a:pt x="1767899" y="6463475"/>
                </a:moveTo>
                <a:lnTo>
                  <a:pt x="1758768" y="6447668"/>
                </a:lnTo>
                <a:lnTo>
                  <a:pt x="1774581" y="6438537"/>
                </a:lnTo>
                <a:lnTo>
                  <a:pt x="1783706" y="6454350"/>
                </a:lnTo>
                <a:lnTo>
                  <a:pt x="1767899" y="6463475"/>
                </a:lnTo>
                <a:close/>
              </a:path>
              <a:path w="6281419" h="7004050">
                <a:moveTo>
                  <a:pt x="1687864" y="6323600"/>
                </a:moveTo>
                <a:lnTo>
                  <a:pt x="1679367" y="6308885"/>
                </a:lnTo>
                <a:lnTo>
                  <a:pt x="1694089" y="6300382"/>
                </a:lnTo>
                <a:lnTo>
                  <a:pt x="1702585" y="6315104"/>
                </a:lnTo>
                <a:lnTo>
                  <a:pt x="1687864" y="6323600"/>
                </a:lnTo>
                <a:close/>
              </a:path>
              <a:path w="6281419" h="7004050">
                <a:moveTo>
                  <a:pt x="1607954" y="6183295"/>
                </a:moveTo>
                <a:lnTo>
                  <a:pt x="1600397" y="6170210"/>
                </a:lnTo>
                <a:lnTo>
                  <a:pt x="1613481" y="6162659"/>
                </a:lnTo>
                <a:lnTo>
                  <a:pt x="1621039" y="6175743"/>
                </a:lnTo>
                <a:lnTo>
                  <a:pt x="1607954" y="6183295"/>
                </a:lnTo>
                <a:close/>
              </a:path>
              <a:path w="6281419" h="7004050">
                <a:moveTo>
                  <a:pt x="1528039" y="6042989"/>
                </a:moveTo>
                <a:lnTo>
                  <a:pt x="1521427" y="6031541"/>
                </a:lnTo>
                <a:lnTo>
                  <a:pt x="1532874" y="6024935"/>
                </a:lnTo>
                <a:lnTo>
                  <a:pt x="1539486" y="6036383"/>
                </a:lnTo>
                <a:lnTo>
                  <a:pt x="1528039" y="6042989"/>
                </a:lnTo>
                <a:close/>
              </a:path>
              <a:path w="6281419" h="7004050">
                <a:moveTo>
                  <a:pt x="1448009" y="5903114"/>
                </a:moveTo>
                <a:lnTo>
                  <a:pt x="1442025" y="5892758"/>
                </a:lnTo>
                <a:lnTo>
                  <a:pt x="1452388" y="5886775"/>
                </a:lnTo>
                <a:lnTo>
                  <a:pt x="1458365" y="5897137"/>
                </a:lnTo>
                <a:lnTo>
                  <a:pt x="1448009" y="5903114"/>
                </a:lnTo>
                <a:close/>
              </a:path>
              <a:path w="6281419" h="7004050">
                <a:moveTo>
                  <a:pt x="1367973" y="5763240"/>
                </a:moveTo>
                <a:lnTo>
                  <a:pt x="1362624" y="5753976"/>
                </a:lnTo>
                <a:lnTo>
                  <a:pt x="1371895" y="5748620"/>
                </a:lnTo>
                <a:lnTo>
                  <a:pt x="1377244" y="5757884"/>
                </a:lnTo>
                <a:lnTo>
                  <a:pt x="1367973" y="5763240"/>
                </a:lnTo>
                <a:close/>
              </a:path>
              <a:path w="6281419" h="7004050">
                <a:moveTo>
                  <a:pt x="1287943" y="5623366"/>
                </a:moveTo>
                <a:lnTo>
                  <a:pt x="1283222" y="5615187"/>
                </a:lnTo>
                <a:lnTo>
                  <a:pt x="1291408" y="5610466"/>
                </a:lnTo>
                <a:lnTo>
                  <a:pt x="1296129" y="5618639"/>
                </a:lnTo>
                <a:lnTo>
                  <a:pt x="1287943" y="5623366"/>
                </a:lnTo>
                <a:close/>
              </a:path>
              <a:path w="6281419" h="7004050">
                <a:moveTo>
                  <a:pt x="1207800" y="5483923"/>
                </a:moveTo>
                <a:lnTo>
                  <a:pt x="1203396" y="5476289"/>
                </a:lnTo>
                <a:lnTo>
                  <a:pt x="1211029" y="5471879"/>
                </a:lnTo>
                <a:lnTo>
                  <a:pt x="1215433" y="5479513"/>
                </a:lnTo>
                <a:lnTo>
                  <a:pt x="1207800" y="5483923"/>
                </a:lnTo>
                <a:close/>
              </a:path>
              <a:path w="6281419" h="7004050">
                <a:moveTo>
                  <a:pt x="1127770" y="5344042"/>
                </a:moveTo>
                <a:lnTo>
                  <a:pt x="1123994" y="5337500"/>
                </a:lnTo>
                <a:lnTo>
                  <a:pt x="1130536" y="5333725"/>
                </a:lnTo>
                <a:lnTo>
                  <a:pt x="1134318" y="5340267"/>
                </a:lnTo>
                <a:lnTo>
                  <a:pt x="1127770" y="5344042"/>
                </a:lnTo>
                <a:close/>
              </a:path>
              <a:path w="6281419" h="7004050">
                <a:moveTo>
                  <a:pt x="1047747" y="5204168"/>
                </a:moveTo>
                <a:lnTo>
                  <a:pt x="1044599" y="5198717"/>
                </a:lnTo>
                <a:lnTo>
                  <a:pt x="1050050" y="5195570"/>
                </a:lnTo>
                <a:lnTo>
                  <a:pt x="1053197" y="5201021"/>
                </a:lnTo>
                <a:lnTo>
                  <a:pt x="1047747" y="5204168"/>
                </a:lnTo>
                <a:close/>
              </a:path>
              <a:path w="6281419" h="7004050">
                <a:moveTo>
                  <a:pt x="967711" y="5064294"/>
                </a:moveTo>
                <a:lnTo>
                  <a:pt x="965191" y="5059928"/>
                </a:lnTo>
                <a:lnTo>
                  <a:pt x="969551" y="5057415"/>
                </a:lnTo>
                <a:lnTo>
                  <a:pt x="972070" y="5061775"/>
                </a:lnTo>
                <a:lnTo>
                  <a:pt x="967711" y="5064294"/>
                </a:lnTo>
                <a:close/>
              </a:path>
              <a:path w="6281419" h="7004050">
                <a:moveTo>
                  <a:pt x="887567" y="4924851"/>
                </a:moveTo>
                <a:lnTo>
                  <a:pt x="885358" y="4921031"/>
                </a:lnTo>
                <a:lnTo>
                  <a:pt x="889178" y="4918830"/>
                </a:lnTo>
                <a:lnTo>
                  <a:pt x="891387" y="4922649"/>
                </a:lnTo>
                <a:lnTo>
                  <a:pt x="887567" y="4924851"/>
                </a:lnTo>
                <a:close/>
              </a:path>
              <a:path w="6281419" h="7004050">
                <a:moveTo>
                  <a:pt x="807543" y="4784970"/>
                </a:moveTo>
                <a:lnTo>
                  <a:pt x="805970" y="4782248"/>
                </a:lnTo>
                <a:lnTo>
                  <a:pt x="808692" y="4780674"/>
                </a:lnTo>
                <a:lnTo>
                  <a:pt x="810266" y="4783396"/>
                </a:lnTo>
                <a:lnTo>
                  <a:pt x="807543" y="4784970"/>
                </a:lnTo>
                <a:close/>
              </a:path>
              <a:path w="6281419" h="7004050">
                <a:moveTo>
                  <a:pt x="727507" y="4645096"/>
                </a:moveTo>
                <a:lnTo>
                  <a:pt x="726562" y="4643459"/>
                </a:lnTo>
                <a:lnTo>
                  <a:pt x="728192" y="4642519"/>
                </a:lnTo>
                <a:lnTo>
                  <a:pt x="729138" y="4644157"/>
                </a:lnTo>
                <a:lnTo>
                  <a:pt x="727507" y="4645096"/>
                </a:lnTo>
                <a:close/>
              </a:path>
              <a:path w="6281419" h="7004050">
                <a:moveTo>
                  <a:pt x="2226580" y="6944440"/>
                </a:moveTo>
                <a:lnTo>
                  <a:pt x="2213673" y="6922084"/>
                </a:lnTo>
                <a:lnTo>
                  <a:pt x="2236022" y="6909178"/>
                </a:lnTo>
                <a:lnTo>
                  <a:pt x="2248929" y="6931533"/>
                </a:lnTo>
                <a:lnTo>
                  <a:pt x="2226580" y="6944440"/>
                </a:lnTo>
                <a:close/>
              </a:path>
              <a:path w="6281419" h="7004050">
                <a:moveTo>
                  <a:pt x="2146658" y="6804134"/>
                </a:moveTo>
                <a:lnTo>
                  <a:pt x="2134697" y="6783415"/>
                </a:lnTo>
                <a:lnTo>
                  <a:pt x="2155415" y="6771454"/>
                </a:lnTo>
                <a:lnTo>
                  <a:pt x="2167376" y="6792173"/>
                </a:lnTo>
                <a:lnTo>
                  <a:pt x="2146658" y="6804134"/>
                </a:lnTo>
                <a:close/>
              </a:path>
              <a:path w="6281419" h="7004050">
                <a:moveTo>
                  <a:pt x="2066628" y="6664252"/>
                </a:moveTo>
                <a:lnTo>
                  <a:pt x="2055301" y="6644633"/>
                </a:lnTo>
                <a:lnTo>
                  <a:pt x="2074922" y="6633299"/>
                </a:lnTo>
                <a:lnTo>
                  <a:pt x="2086255" y="6652926"/>
                </a:lnTo>
                <a:lnTo>
                  <a:pt x="2066628" y="6664252"/>
                </a:lnTo>
                <a:close/>
              </a:path>
              <a:path w="6281419" h="7004050">
                <a:moveTo>
                  <a:pt x="1986598" y="6524379"/>
                </a:moveTo>
                <a:lnTo>
                  <a:pt x="1975900" y="6505844"/>
                </a:lnTo>
                <a:lnTo>
                  <a:pt x="1994435" y="6495145"/>
                </a:lnTo>
                <a:lnTo>
                  <a:pt x="2005134" y="6513680"/>
                </a:lnTo>
                <a:lnTo>
                  <a:pt x="1986598" y="6524379"/>
                </a:lnTo>
                <a:close/>
              </a:path>
              <a:path w="6281419" h="7004050">
                <a:moveTo>
                  <a:pt x="1906683" y="6384073"/>
                </a:moveTo>
                <a:lnTo>
                  <a:pt x="1896930" y="6367175"/>
                </a:lnTo>
                <a:lnTo>
                  <a:pt x="1913828" y="6357415"/>
                </a:lnTo>
                <a:lnTo>
                  <a:pt x="1923581" y="6374313"/>
                </a:lnTo>
                <a:lnTo>
                  <a:pt x="1906683" y="6384073"/>
                </a:lnTo>
                <a:close/>
              </a:path>
              <a:path w="6281419" h="7004050">
                <a:moveTo>
                  <a:pt x="1826653" y="6244199"/>
                </a:moveTo>
                <a:lnTo>
                  <a:pt x="1817528" y="6228392"/>
                </a:lnTo>
                <a:lnTo>
                  <a:pt x="1833335" y="6219267"/>
                </a:lnTo>
                <a:lnTo>
                  <a:pt x="1842460" y="6235068"/>
                </a:lnTo>
                <a:lnTo>
                  <a:pt x="1826653" y="6244199"/>
                </a:lnTo>
                <a:close/>
              </a:path>
              <a:path w="6281419" h="7004050">
                <a:moveTo>
                  <a:pt x="1746738" y="6103892"/>
                </a:moveTo>
                <a:lnTo>
                  <a:pt x="1738558" y="6089723"/>
                </a:lnTo>
                <a:lnTo>
                  <a:pt x="1752728" y="6081537"/>
                </a:lnTo>
                <a:lnTo>
                  <a:pt x="1760913" y="6095713"/>
                </a:lnTo>
                <a:lnTo>
                  <a:pt x="1746738" y="6103892"/>
                </a:lnTo>
                <a:close/>
              </a:path>
              <a:path w="6281419" h="7004050">
                <a:moveTo>
                  <a:pt x="1666708" y="5964018"/>
                </a:moveTo>
                <a:lnTo>
                  <a:pt x="1659157" y="5950934"/>
                </a:lnTo>
                <a:lnTo>
                  <a:pt x="1672241" y="5943382"/>
                </a:lnTo>
                <a:lnTo>
                  <a:pt x="1679792" y="5956467"/>
                </a:lnTo>
                <a:lnTo>
                  <a:pt x="1666708" y="5964018"/>
                </a:lnTo>
                <a:close/>
              </a:path>
              <a:path w="6281419" h="7004050">
                <a:moveTo>
                  <a:pt x="1586792" y="5823712"/>
                </a:moveTo>
                <a:lnTo>
                  <a:pt x="1580187" y="5812265"/>
                </a:lnTo>
                <a:lnTo>
                  <a:pt x="1591634" y="5805653"/>
                </a:lnTo>
                <a:lnTo>
                  <a:pt x="1598240" y="5817100"/>
                </a:lnTo>
                <a:lnTo>
                  <a:pt x="1586792" y="5823712"/>
                </a:lnTo>
                <a:close/>
              </a:path>
              <a:path w="6281419" h="7004050">
                <a:moveTo>
                  <a:pt x="1506763" y="5683837"/>
                </a:moveTo>
                <a:lnTo>
                  <a:pt x="1500785" y="5673482"/>
                </a:lnTo>
                <a:lnTo>
                  <a:pt x="1511141" y="5667505"/>
                </a:lnTo>
                <a:lnTo>
                  <a:pt x="1517118" y="5677854"/>
                </a:lnTo>
                <a:lnTo>
                  <a:pt x="1506763" y="5683837"/>
                </a:lnTo>
                <a:close/>
              </a:path>
              <a:path w="6281419" h="7004050">
                <a:moveTo>
                  <a:pt x="1426733" y="5543964"/>
                </a:moveTo>
                <a:lnTo>
                  <a:pt x="1421383" y="5534693"/>
                </a:lnTo>
                <a:lnTo>
                  <a:pt x="1430654" y="5529344"/>
                </a:lnTo>
                <a:lnTo>
                  <a:pt x="1436004" y="5538608"/>
                </a:lnTo>
                <a:lnTo>
                  <a:pt x="1426733" y="5543964"/>
                </a:lnTo>
                <a:close/>
              </a:path>
              <a:path w="6281419" h="7004050">
                <a:moveTo>
                  <a:pt x="1346697" y="5404090"/>
                </a:moveTo>
                <a:lnTo>
                  <a:pt x="1341976" y="5395911"/>
                </a:lnTo>
                <a:lnTo>
                  <a:pt x="1350155" y="5391189"/>
                </a:lnTo>
                <a:lnTo>
                  <a:pt x="1354876" y="5399368"/>
                </a:lnTo>
                <a:lnTo>
                  <a:pt x="1346697" y="5404090"/>
                </a:lnTo>
                <a:close/>
              </a:path>
              <a:path w="6281419" h="7004050">
                <a:moveTo>
                  <a:pt x="1266559" y="5264641"/>
                </a:moveTo>
                <a:lnTo>
                  <a:pt x="1262149" y="5257007"/>
                </a:lnTo>
                <a:lnTo>
                  <a:pt x="1269782" y="5252603"/>
                </a:lnTo>
                <a:lnTo>
                  <a:pt x="1274193" y="5260237"/>
                </a:lnTo>
                <a:lnTo>
                  <a:pt x="1266559" y="5264641"/>
                </a:lnTo>
                <a:close/>
              </a:path>
              <a:path w="6281419" h="7004050">
                <a:moveTo>
                  <a:pt x="1186644" y="5124342"/>
                </a:moveTo>
                <a:lnTo>
                  <a:pt x="1183179" y="5118339"/>
                </a:lnTo>
                <a:lnTo>
                  <a:pt x="1189176" y="5114880"/>
                </a:lnTo>
                <a:lnTo>
                  <a:pt x="1192640" y="5120877"/>
                </a:lnTo>
                <a:lnTo>
                  <a:pt x="1186644" y="5124342"/>
                </a:lnTo>
                <a:close/>
              </a:path>
              <a:path w="6281419" h="7004050">
                <a:moveTo>
                  <a:pt x="1106614" y="4984467"/>
                </a:moveTo>
                <a:lnTo>
                  <a:pt x="1103784" y="4979556"/>
                </a:lnTo>
                <a:lnTo>
                  <a:pt x="1108689" y="4976726"/>
                </a:lnTo>
                <a:lnTo>
                  <a:pt x="1111519" y="4981631"/>
                </a:lnTo>
                <a:lnTo>
                  <a:pt x="1106614" y="4984467"/>
                </a:lnTo>
                <a:close/>
              </a:path>
              <a:path w="6281419" h="7004050">
                <a:moveTo>
                  <a:pt x="1026464" y="4845018"/>
                </a:moveTo>
                <a:lnTo>
                  <a:pt x="1023944" y="4840659"/>
                </a:lnTo>
                <a:lnTo>
                  <a:pt x="1028310" y="4838140"/>
                </a:lnTo>
                <a:lnTo>
                  <a:pt x="1030829" y="4842499"/>
                </a:lnTo>
                <a:lnTo>
                  <a:pt x="1026464" y="4845018"/>
                </a:lnTo>
                <a:close/>
              </a:path>
              <a:path w="6281419" h="7004050">
                <a:moveTo>
                  <a:pt x="946440" y="4705137"/>
                </a:moveTo>
                <a:lnTo>
                  <a:pt x="944549" y="4701869"/>
                </a:lnTo>
                <a:lnTo>
                  <a:pt x="947817" y="4699985"/>
                </a:lnTo>
                <a:lnTo>
                  <a:pt x="949708" y="4703253"/>
                </a:lnTo>
                <a:lnTo>
                  <a:pt x="946440" y="4705137"/>
                </a:lnTo>
                <a:close/>
              </a:path>
              <a:path w="6281419" h="7004050">
                <a:moveTo>
                  <a:pt x="866405" y="4565263"/>
                </a:moveTo>
                <a:lnTo>
                  <a:pt x="865148" y="4563087"/>
                </a:lnTo>
                <a:lnTo>
                  <a:pt x="867331" y="4561824"/>
                </a:lnTo>
                <a:lnTo>
                  <a:pt x="868587" y="4564007"/>
                </a:lnTo>
                <a:lnTo>
                  <a:pt x="866405" y="4565263"/>
                </a:lnTo>
                <a:close/>
              </a:path>
              <a:path w="6281419" h="7004050">
                <a:moveTo>
                  <a:pt x="786261" y="4425827"/>
                </a:moveTo>
                <a:lnTo>
                  <a:pt x="785315" y="4424183"/>
                </a:lnTo>
                <a:lnTo>
                  <a:pt x="786952" y="4423238"/>
                </a:lnTo>
                <a:lnTo>
                  <a:pt x="787898" y="4424881"/>
                </a:lnTo>
                <a:lnTo>
                  <a:pt x="786261" y="4425827"/>
                </a:lnTo>
                <a:close/>
              </a:path>
              <a:path w="6281419" h="7004050">
                <a:moveTo>
                  <a:pt x="2447732" y="7003925"/>
                </a:moveTo>
                <a:lnTo>
                  <a:pt x="2444452" y="7003925"/>
                </a:lnTo>
                <a:lnTo>
                  <a:pt x="2430791" y="6980268"/>
                </a:lnTo>
                <a:lnTo>
                  <a:pt x="2455875" y="6965787"/>
                </a:lnTo>
                <a:lnTo>
                  <a:pt x="2470349" y="6990864"/>
                </a:lnTo>
                <a:lnTo>
                  <a:pt x="2447732" y="7003925"/>
                </a:lnTo>
                <a:close/>
              </a:path>
              <a:path w="6281419" h="7004050">
                <a:moveTo>
                  <a:pt x="2365356" y="6865039"/>
                </a:moveTo>
                <a:lnTo>
                  <a:pt x="2351821" y="6841598"/>
                </a:lnTo>
                <a:lnTo>
                  <a:pt x="2375268" y="6828063"/>
                </a:lnTo>
                <a:lnTo>
                  <a:pt x="2388803" y="6851504"/>
                </a:lnTo>
                <a:lnTo>
                  <a:pt x="2365356" y="6865039"/>
                </a:lnTo>
                <a:close/>
              </a:path>
              <a:path w="6281419" h="7004050">
                <a:moveTo>
                  <a:pt x="2285327" y="6725165"/>
                </a:moveTo>
                <a:lnTo>
                  <a:pt x="2272420" y="6702809"/>
                </a:lnTo>
                <a:lnTo>
                  <a:pt x="2294775" y="6689903"/>
                </a:lnTo>
                <a:lnTo>
                  <a:pt x="2307682" y="6712258"/>
                </a:lnTo>
                <a:lnTo>
                  <a:pt x="2285327" y="6725165"/>
                </a:lnTo>
                <a:close/>
              </a:path>
              <a:path w="6281419" h="7004050">
                <a:moveTo>
                  <a:pt x="2205411" y="6584859"/>
                </a:moveTo>
                <a:lnTo>
                  <a:pt x="2193450" y="6564141"/>
                </a:lnTo>
                <a:lnTo>
                  <a:pt x="2214168" y="6552179"/>
                </a:lnTo>
                <a:lnTo>
                  <a:pt x="2226129" y="6572898"/>
                </a:lnTo>
                <a:lnTo>
                  <a:pt x="2205411" y="6584859"/>
                </a:lnTo>
                <a:close/>
              </a:path>
              <a:path w="6281419" h="7004050">
                <a:moveTo>
                  <a:pt x="2125381" y="6444978"/>
                </a:moveTo>
                <a:lnTo>
                  <a:pt x="2114048" y="6425358"/>
                </a:lnTo>
                <a:lnTo>
                  <a:pt x="2133681" y="6414024"/>
                </a:lnTo>
                <a:lnTo>
                  <a:pt x="2145008" y="6433645"/>
                </a:lnTo>
                <a:lnTo>
                  <a:pt x="2125381" y="6444978"/>
                </a:lnTo>
                <a:close/>
              </a:path>
              <a:path w="6281419" h="7004050">
                <a:moveTo>
                  <a:pt x="2045351" y="6305104"/>
                </a:moveTo>
                <a:lnTo>
                  <a:pt x="2034653" y="6286569"/>
                </a:lnTo>
                <a:lnTo>
                  <a:pt x="2053188" y="6275864"/>
                </a:lnTo>
                <a:lnTo>
                  <a:pt x="2063893" y="6294399"/>
                </a:lnTo>
                <a:lnTo>
                  <a:pt x="2045351" y="6305104"/>
                </a:lnTo>
                <a:close/>
              </a:path>
              <a:path w="6281419" h="7004050">
                <a:moveTo>
                  <a:pt x="1965436" y="6164805"/>
                </a:moveTo>
                <a:lnTo>
                  <a:pt x="1955677" y="6147900"/>
                </a:lnTo>
                <a:lnTo>
                  <a:pt x="1972581" y="6138141"/>
                </a:lnTo>
                <a:lnTo>
                  <a:pt x="1982341" y="6155045"/>
                </a:lnTo>
                <a:lnTo>
                  <a:pt x="1965436" y="6164805"/>
                </a:lnTo>
                <a:close/>
              </a:path>
              <a:path w="6281419" h="7004050">
                <a:moveTo>
                  <a:pt x="1885521" y="6024492"/>
                </a:moveTo>
                <a:lnTo>
                  <a:pt x="1876707" y="6009231"/>
                </a:lnTo>
                <a:lnTo>
                  <a:pt x="1891974" y="6000418"/>
                </a:lnTo>
                <a:lnTo>
                  <a:pt x="1900788" y="6015679"/>
                </a:lnTo>
                <a:lnTo>
                  <a:pt x="1885521" y="6024492"/>
                </a:lnTo>
                <a:close/>
              </a:path>
              <a:path w="6281419" h="7004050">
                <a:moveTo>
                  <a:pt x="1805491" y="5884618"/>
                </a:moveTo>
                <a:lnTo>
                  <a:pt x="1797305" y="5870449"/>
                </a:lnTo>
                <a:lnTo>
                  <a:pt x="1811487" y="5862263"/>
                </a:lnTo>
                <a:lnTo>
                  <a:pt x="1819667" y="5876432"/>
                </a:lnTo>
                <a:lnTo>
                  <a:pt x="1805491" y="5884618"/>
                </a:lnTo>
                <a:close/>
              </a:path>
              <a:path w="6281419" h="7004050">
                <a:moveTo>
                  <a:pt x="1725467" y="5744744"/>
                </a:moveTo>
                <a:lnTo>
                  <a:pt x="1717910" y="5731659"/>
                </a:lnTo>
                <a:lnTo>
                  <a:pt x="1730988" y="5724108"/>
                </a:lnTo>
                <a:lnTo>
                  <a:pt x="1738545" y="5737193"/>
                </a:lnTo>
                <a:lnTo>
                  <a:pt x="1725467" y="5744744"/>
                </a:lnTo>
                <a:close/>
              </a:path>
              <a:path w="6281419" h="7004050">
                <a:moveTo>
                  <a:pt x="1645546" y="5604445"/>
                </a:moveTo>
                <a:lnTo>
                  <a:pt x="1638933" y="5592991"/>
                </a:lnTo>
                <a:lnTo>
                  <a:pt x="1650387" y="5586379"/>
                </a:lnTo>
                <a:lnTo>
                  <a:pt x="1656999" y="5597833"/>
                </a:lnTo>
                <a:lnTo>
                  <a:pt x="1645546" y="5604445"/>
                </a:lnTo>
                <a:close/>
              </a:path>
              <a:path w="6281419" h="7004050">
                <a:moveTo>
                  <a:pt x="1565630" y="5464132"/>
                </a:moveTo>
                <a:lnTo>
                  <a:pt x="1559963" y="5454322"/>
                </a:lnTo>
                <a:lnTo>
                  <a:pt x="1569780" y="5448656"/>
                </a:lnTo>
                <a:lnTo>
                  <a:pt x="1575447" y="5458466"/>
                </a:lnTo>
                <a:lnTo>
                  <a:pt x="1565630" y="5464132"/>
                </a:lnTo>
                <a:close/>
              </a:path>
              <a:path w="6281419" h="7004050">
                <a:moveTo>
                  <a:pt x="1485600" y="5324258"/>
                </a:moveTo>
                <a:lnTo>
                  <a:pt x="1480562" y="5315539"/>
                </a:lnTo>
                <a:lnTo>
                  <a:pt x="1489293" y="5310501"/>
                </a:lnTo>
                <a:lnTo>
                  <a:pt x="1494325" y="5319220"/>
                </a:lnTo>
                <a:lnTo>
                  <a:pt x="1485600" y="5324258"/>
                </a:lnTo>
                <a:close/>
              </a:path>
              <a:path w="6281419" h="7004050">
                <a:moveTo>
                  <a:pt x="1405456" y="5184815"/>
                </a:moveTo>
                <a:lnTo>
                  <a:pt x="1400735" y="5176636"/>
                </a:lnTo>
                <a:lnTo>
                  <a:pt x="1408915" y="5171915"/>
                </a:lnTo>
                <a:lnTo>
                  <a:pt x="1413636" y="5180094"/>
                </a:lnTo>
                <a:lnTo>
                  <a:pt x="1405456" y="5184815"/>
                </a:lnTo>
                <a:close/>
              </a:path>
              <a:path w="6281419" h="7004050">
                <a:moveTo>
                  <a:pt x="1325427" y="5044941"/>
                </a:moveTo>
                <a:lnTo>
                  <a:pt x="1321334" y="5037853"/>
                </a:lnTo>
                <a:lnTo>
                  <a:pt x="1328422" y="5033760"/>
                </a:lnTo>
                <a:lnTo>
                  <a:pt x="1332515" y="5040848"/>
                </a:lnTo>
                <a:lnTo>
                  <a:pt x="1325427" y="5044941"/>
                </a:lnTo>
                <a:close/>
              </a:path>
              <a:path w="6281419" h="7004050">
                <a:moveTo>
                  <a:pt x="1245397" y="4905067"/>
                </a:moveTo>
                <a:lnTo>
                  <a:pt x="1241932" y="4899071"/>
                </a:lnTo>
                <a:lnTo>
                  <a:pt x="1247935" y="4895606"/>
                </a:lnTo>
                <a:lnTo>
                  <a:pt x="1251393" y="4901603"/>
                </a:lnTo>
                <a:lnTo>
                  <a:pt x="1245397" y="4905067"/>
                </a:lnTo>
                <a:close/>
              </a:path>
              <a:path w="6281419" h="7004050">
                <a:moveTo>
                  <a:pt x="1165367" y="4765186"/>
                </a:moveTo>
                <a:lnTo>
                  <a:pt x="1162537" y="4760281"/>
                </a:lnTo>
                <a:lnTo>
                  <a:pt x="1167436" y="4757451"/>
                </a:lnTo>
                <a:lnTo>
                  <a:pt x="1170272" y="4762356"/>
                </a:lnTo>
                <a:lnTo>
                  <a:pt x="1165367" y="4765186"/>
                </a:lnTo>
                <a:close/>
              </a:path>
              <a:path w="6281419" h="7004050">
                <a:moveTo>
                  <a:pt x="1085337" y="4625312"/>
                </a:moveTo>
                <a:lnTo>
                  <a:pt x="1083135" y="4621492"/>
                </a:lnTo>
                <a:lnTo>
                  <a:pt x="1086949" y="4619291"/>
                </a:lnTo>
                <a:lnTo>
                  <a:pt x="1089151" y="4623110"/>
                </a:lnTo>
                <a:lnTo>
                  <a:pt x="1085337" y="4625312"/>
                </a:lnTo>
                <a:close/>
              </a:path>
              <a:path w="6281419" h="7004050">
                <a:moveTo>
                  <a:pt x="1005187" y="4485869"/>
                </a:moveTo>
                <a:lnTo>
                  <a:pt x="1003302" y="4482595"/>
                </a:lnTo>
                <a:lnTo>
                  <a:pt x="1006577" y="4480704"/>
                </a:lnTo>
                <a:lnTo>
                  <a:pt x="1008461" y="4483978"/>
                </a:lnTo>
                <a:lnTo>
                  <a:pt x="1005187" y="4485869"/>
                </a:lnTo>
                <a:close/>
              </a:path>
              <a:path w="6281419" h="7004050">
                <a:moveTo>
                  <a:pt x="925164" y="4345988"/>
                </a:moveTo>
                <a:lnTo>
                  <a:pt x="923907" y="4343812"/>
                </a:lnTo>
                <a:lnTo>
                  <a:pt x="926084" y="4342555"/>
                </a:lnTo>
                <a:lnTo>
                  <a:pt x="927340" y="4344732"/>
                </a:lnTo>
                <a:lnTo>
                  <a:pt x="925164" y="4345988"/>
                </a:lnTo>
                <a:close/>
              </a:path>
              <a:path w="6281419" h="7004050">
                <a:moveTo>
                  <a:pt x="846219" y="4205486"/>
                </a:moveTo>
                <a:lnTo>
                  <a:pt x="844766" y="4205486"/>
                </a:lnTo>
                <a:lnTo>
                  <a:pt x="844499" y="4205023"/>
                </a:lnTo>
                <a:lnTo>
                  <a:pt x="845953" y="4205023"/>
                </a:lnTo>
                <a:lnTo>
                  <a:pt x="846219" y="4205486"/>
                </a:lnTo>
                <a:close/>
              </a:path>
              <a:path w="6281419" h="7004050">
                <a:moveTo>
                  <a:pt x="2583832" y="6926801"/>
                </a:moveTo>
                <a:lnTo>
                  <a:pt x="2568095" y="6899547"/>
                </a:lnTo>
                <a:lnTo>
                  <a:pt x="2595350" y="6883810"/>
                </a:lnTo>
                <a:lnTo>
                  <a:pt x="2611086" y="6911065"/>
                </a:lnTo>
                <a:lnTo>
                  <a:pt x="2583832" y="6926801"/>
                </a:lnTo>
                <a:close/>
              </a:path>
              <a:path w="6281419" h="7004050">
                <a:moveTo>
                  <a:pt x="2504031" y="6786070"/>
                </a:moveTo>
                <a:lnTo>
                  <a:pt x="2489551" y="6760986"/>
                </a:lnTo>
                <a:lnTo>
                  <a:pt x="2514622" y="6746512"/>
                </a:lnTo>
                <a:lnTo>
                  <a:pt x="2529102" y="6771596"/>
                </a:lnTo>
                <a:lnTo>
                  <a:pt x="2504031" y="6786070"/>
                </a:lnTo>
                <a:close/>
              </a:path>
              <a:path w="6281419" h="7004050">
                <a:moveTo>
                  <a:pt x="2424116" y="6645764"/>
                </a:moveTo>
                <a:lnTo>
                  <a:pt x="2410581" y="6622317"/>
                </a:lnTo>
                <a:lnTo>
                  <a:pt x="2434021" y="6608782"/>
                </a:lnTo>
                <a:lnTo>
                  <a:pt x="2447556" y="6632229"/>
                </a:lnTo>
                <a:lnTo>
                  <a:pt x="2424116" y="6645764"/>
                </a:lnTo>
                <a:close/>
              </a:path>
              <a:path w="6281419" h="7004050">
                <a:moveTo>
                  <a:pt x="2344080" y="6505889"/>
                </a:moveTo>
                <a:lnTo>
                  <a:pt x="2331179" y="6483534"/>
                </a:lnTo>
                <a:lnTo>
                  <a:pt x="2353528" y="6470634"/>
                </a:lnTo>
                <a:lnTo>
                  <a:pt x="2366435" y="6492983"/>
                </a:lnTo>
                <a:lnTo>
                  <a:pt x="2344080" y="6505889"/>
                </a:lnTo>
                <a:close/>
              </a:path>
              <a:path w="6281419" h="7004050">
                <a:moveTo>
                  <a:pt x="2264170" y="6365578"/>
                </a:moveTo>
                <a:lnTo>
                  <a:pt x="2252209" y="6344866"/>
                </a:lnTo>
                <a:lnTo>
                  <a:pt x="2272927" y="6332905"/>
                </a:lnTo>
                <a:lnTo>
                  <a:pt x="2284882" y="6353617"/>
                </a:lnTo>
                <a:lnTo>
                  <a:pt x="2264170" y="6365578"/>
                </a:lnTo>
                <a:close/>
              </a:path>
              <a:path w="6281419" h="7004050">
                <a:moveTo>
                  <a:pt x="2184134" y="6225703"/>
                </a:moveTo>
                <a:lnTo>
                  <a:pt x="2172808" y="6206083"/>
                </a:lnTo>
                <a:lnTo>
                  <a:pt x="2192428" y="6194750"/>
                </a:lnTo>
                <a:lnTo>
                  <a:pt x="2203761" y="6214376"/>
                </a:lnTo>
                <a:lnTo>
                  <a:pt x="2184134" y="6225703"/>
                </a:lnTo>
                <a:close/>
              </a:path>
              <a:path w="6281419" h="7004050">
                <a:moveTo>
                  <a:pt x="2104225" y="6085404"/>
                </a:moveTo>
                <a:lnTo>
                  <a:pt x="2093837" y="6067408"/>
                </a:lnTo>
                <a:lnTo>
                  <a:pt x="2111827" y="6057020"/>
                </a:lnTo>
                <a:lnTo>
                  <a:pt x="2122215" y="6075017"/>
                </a:lnTo>
                <a:lnTo>
                  <a:pt x="2104225" y="6085404"/>
                </a:lnTo>
                <a:close/>
              </a:path>
              <a:path w="6281419" h="7004050">
                <a:moveTo>
                  <a:pt x="2024310" y="5945092"/>
                </a:moveTo>
                <a:lnTo>
                  <a:pt x="2014868" y="5928740"/>
                </a:lnTo>
                <a:lnTo>
                  <a:pt x="2031220" y="5919298"/>
                </a:lnTo>
                <a:lnTo>
                  <a:pt x="2040662" y="5935650"/>
                </a:lnTo>
                <a:lnTo>
                  <a:pt x="2024310" y="5945092"/>
                </a:lnTo>
                <a:close/>
              </a:path>
              <a:path w="6281419" h="7004050">
                <a:moveTo>
                  <a:pt x="1944280" y="5805218"/>
                </a:moveTo>
                <a:lnTo>
                  <a:pt x="1935466" y="5789957"/>
                </a:lnTo>
                <a:lnTo>
                  <a:pt x="1950733" y="5781143"/>
                </a:lnTo>
                <a:lnTo>
                  <a:pt x="1959541" y="5796404"/>
                </a:lnTo>
                <a:lnTo>
                  <a:pt x="1944280" y="5805218"/>
                </a:lnTo>
                <a:close/>
              </a:path>
              <a:path w="6281419" h="7004050">
                <a:moveTo>
                  <a:pt x="1864244" y="5665343"/>
                </a:moveTo>
                <a:lnTo>
                  <a:pt x="1856064" y="5651174"/>
                </a:lnTo>
                <a:lnTo>
                  <a:pt x="1870234" y="5642988"/>
                </a:lnTo>
                <a:lnTo>
                  <a:pt x="1878420" y="5657164"/>
                </a:lnTo>
                <a:lnTo>
                  <a:pt x="1864244" y="5665343"/>
                </a:lnTo>
                <a:close/>
              </a:path>
              <a:path w="6281419" h="7004050">
                <a:moveTo>
                  <a:pt x="1784335" y="5525045"/>
                </a:moveTo>
                <a:lnTo>
                  <a:pt x="1777094" y="5512500"/>
                </a:lnTo>
                <a:lnTo>
                  <a:pt x="1789633" y="5505259"/>
                </a:lnTo>
                <a:lnTo>
                  <a:pt x="1796873" y="5517804"/>
                </a:lnTo>
                <a:lnTo>
                  <a:pt x="1784335" y="5525045"/>
                </a:lnTo>
                <a:close/>
              </a:path>
              <a:path w="6281419" h="7004050">
                <a:moveTo>
                  <a:pt x="1704419" y="5384732"/>
                </a:moveTo>
                <a:lnTo>
                  <a:pt x="1698124" y="5373831"/>
                </a:lnTo>
                <a:lnTo>
                  <a:pt x="1709026" y="5367536"/>
                </a:lnTo>
                <a:lnTo>
                  <a:pt x="1715321" y="5378438"/>
                </a:lnTo>
                <a:lnTo>
                  <a:pt x="1704419" y="5384732"/>
                </a:lnTo>
                <a:close/>
              </a:path>
              <a:path w="6281419" h="7004050">
                <a:moveTo>
                  <a:pt x="1624389" y="5244858"/>
                </a:moveTo>
                <a:lnTo>
                  <a:pt x="1618723" y="5235048"/>
                </a:lnTo>
                <a:lnTo>
                  <a:pt x="1628539" y="5229382"/>
                </a:lnTo>
                <a:lnTo>
                  <a:pt x="1634199" y="5239192"/>
                </a:lnTo>
                <a:lnTo>
                  <a:pt x="1624389" y="5244858"/>
                </a:lnTo>
                <a:close/>
              </a:path>
              <a:path w="6281419" h="7004050">
                <a:moveTo>
                  <a:pt x="1544353" y="5104984"/>
                </a:moveTo>
                <a:lnTo>
                  <a:pt x="1539321" y="5096265"/>
                </a:lnTo>
                <a:lnTo>
                  <a:pt x="1548040" y="5091227"/>
                </a:lnTo>
                <a:lnTo>
                  <a:pt x="1553078" y="5099945"/>
                </a:lnTo>
                <a:lnTo>
                  <a:pt x="1544353" y="5104984"/>
                </a:lnTo>
                <a:close/>
              </a:path>
              <a:path w="6281419" h="7004050">
                <a:moveTo>
                  <a:pt x="1464324" y="4965110"/>
                </a:moveTo>
                <a:lnTo>
                  <a:pt x="1459920" y="4957476"/>
                </a:lnTo>
                <a:lnTo>
                  <a:pt x="1467547" y="4953066"/>
                </a:lnTo>
                <a:lnTo>
                  <a:pt x="1471957" y="4960700"/>
                </a:lnTo>
                <a:lnTo>
                  <a:pt x="1464324" y="4965110"/>
                </a:lnTo>
                <a:close/>
              </a:path>
              <a:path w="6281419" h="7004050">
                <a:moveTo>
                  <a:pt x="1384300" y="4825229"/>
                </a:moveTo>
                <a:lnTo>
                  <a:pt x="1380525" y="4818693"/>
                </a:lnTo>
                <a:lnTo>
                  <a:pt x="1387060" y="4814917"/>
                </a:lnTo>
                <a:lnTo>
                  <a:pt x="1390836" y="4821453"/>
                </a:lnTo>
                <a:lnTo>
                  <a:pt x="1384300" y="4825229"/>
                </a:lnTo>
                <a:close/>
              </a:path>
              <a:path w="6281419" h="7004050">
                <a:moveTo>
                  <a:pt x="1304264" y="4685355"/>
                </a:moveTo>
                <a:lnTo>
                  <a:pt x="1301117" y="4679904"/>
                </a:lnTo>
                <a:lnTo>
                  <a:pt x="1306574" y="4676757"/>
                </a:lnTo>
                <a:lnTo>
                  <a:pt x="1309721" y="4682207"/>
                </a:lnTo>
                <a:lnTo>
                  <a:pt x="1304264" y="4685355"/>
                </a:lnTo>
                <a:close/>
              </a:path>
              <a:path w="6281419" h="7004050">
                <a:moveTo>
                  <a:pt x="1224235" y="4545481"/>
                </a:moveTo>
                <a:lnTo>
                  <a:pt x="1221722" y="4541121"/>
                </a:lnTo>
                <a:lnTo>
                  <a:pt x="1226081" y="4538602"/>
                </a:lnTo>
                <a:lnTo>
                  <a:pt x="1228600" y="4542962"/>
                </a:lnTo>
                <a:lnTo>
                  <a:pt x="1224235" y="4545481"/>
                </a:lnTo>
                <a:close/>
              </a:path>
              <a:path w="6281419" h="7004050">
                <a:moveTo>
                  <a:pt x="1144091" y="4406038"/>
                </a:moveTo>
                <a:lnTo>
                  <a:pt x="1141889" y="4402224"/>
                </a:lnTo>
                <a:lnTo>
                  <a:pt x="1145702" y="4400023"/>
                </a:lnTo>
                <a:lnTo>
                  <a:pt x="1147904" y="4403836"/>
                </a:lnTo>
                <a:lnTo>
                  <a:pt x="1144091" y="4406038"/>
                </a:lnTo>
                <a:close/>
              </a:path>
              <a:path w="6281419" h="7004050">
                <a:moveTo>
                  <a:pt x="1064061" y="4266164"/>
                </a:moveTo>
                <a:lnTo>
                  <a:pt x="1062487" y="4263435"/>
                </a:lnTo>
                <a:lnTo>
                  <a:pt x="1065216" y="4261861"/>
                </a:lnTo>
                <a:lnTo>
                  <a:pt x="1066789" y="4264590"/>
                </a:lnTo>
                <a:lnTo>
                  <a:pt x="1064061" y="4266164"/>
                </a:lnTo>
                <a:close/>
              </a:path>
              <a:path w="6281419" h="7004050">
                <a:moveTo>
                  <a:pt x="984031" y="4126289"/>
                </a:moveTo>
                <a:lnTo>
                  <a:pt x="983085" y="4124652"/>
                </a:lnTo>
                <a:lnTo>
                  <a:pt x="984723" y="4123707"/>
                </a:lnTo>
                <a:lnTo>
                  <a:pt x="985668" y="4125344"/>
                </a:lnTo>
                <a:lnTo>
                  <a:pt x="984031" y="4126289"/>
                </a:lnTo>
                <a:close/>
              </a:path>
              <a:path w="6281419" h="7004050">
                <a:moveTo>
                  <a:pt x="2802524" y="6987708"/>
                </a:moveTo>
                <a:lnTo>
                  <a:pt x="2785213" y="6957725"/>
                </a:lnTo>
                <a:lnTo>
                  <a:pt x="2815202" y="6940414"/>
                </a:lnTo>
                <a:lnTo>
                  <a:pt x="2832513" y="6970397"/>
                </a:lnTo>
                <a:lnTo>
                  <a:pt x="2802524" y="6987708"/>
                </a:lnTo>
                <a:close/>
              </a:path>
              <a:path w="6281419" h="7004050">
                <a:moveTo>
                  <a:pt x="2722500" y="6847834"/>
                </a:moveTo>
                <a:lnTo>
                  <a:pt x="2705818" y="6818942"/>
                </a:lnTo>
                <a:lnTo>
                  <a:pt x="2734709" y="6802260"/>
                </a:lnTo>
                <a:lnTo>
                  <a:pt x="2751385" y="6831151"/>
                </a:lnTo>
                <a:lnTo>
                  <a:pt x="2722500" y="6847834"/>
                </a:lnTo>
                <a:close/>
              </a:path>
              <a:path w="6281419" h="7004050">
                <a:moveTo>
                  <a:pt x="2642585" y="6707528"/>
                </a:moveTo>
                <a:lnTo>
                  <a:pt x="2626848" y="6680273"/>
                </a:lnTo>
                <a:lnTo>
                  <a:pt x="2654109" y="6664537"/>
                </a:lnTo>
                <a:lnTo>
                  <a:pt x="2669845" y="6691791"/>
                </a:lnTo>
                <a:lnTo>
                  <a:pt x="2642585" y="6707528"/>
                </a:lnTo>
                <a:close/>
              </a:path>
              <a:path w="6281419" h="7004050">
                <a:moveTo>
                  <a:pt x="2562784" y="6566796"/>
                </a:moveTo>
                <a:lnTo>
                  <a:pt x="2548304" y="6541712"/>
                </a:lnTo>
                <a:lnTo>
                  <a:pt x="2573381" y="6527239"/>
                </a:lnTo>
                <a:lnTo>
                  <a:pt x="2587861" y="6552316"/>
                </a:lnTo>
                <a:lnTo>
                  <a:pt x="2562784" y="6566796"/>
                </a:lnTo>
                <a:close/>
              </a:path>
              <a:path w="6281419" h="7004050">
                <a:moveTo>
                  <a:pt x="2482868" y="6426484"/>
                </a:moveTo>
                <a:lnTo>
                  <a:pt x="2469333" y="6403044"/>
                </a:lnTo>
                <a:lnTo>
                  <a:pt x="2492774" y="6389509"/>
                </a:lnTo>
                <a:lnTo>
                  <a:pt x="2506309" y="6412955"/>
                </a:lnTo>
                <a:lnTo>
                  <a:pt x="2482868" y="6426484"/>
                </a:lnTo>
                <a:close/>
              </a:path>
              <a:path w="6281419" h="7004050">
                <a:moveTo>
                  <a:pt x="2402839" y="6286610"/>
                </a:moveTo>
                <a:lnTo>
                  <a:pt x="2389932" y="6264261"/>
                </a:lnTo>
                <a:lnTo>
                  <a:pt x="2412281" y="6251361"/>
                </a:lnTo>
                <a:lnTo>
                  <a:pt x="2425188" y="6273710"/>
                </a:lnTo>
                <a:lnTo>
                  <a:pt x="2402839" y="6286610"/>
                </a:lnTo>
                <a:close/>
              </a:path>
              <a:path w="6281419" h="7004050">
                <a:moveTo>
                  <a:pt x="2322923" y="6146311"/>
                </a:moveTo>
                <a:lnTo>
                  <a:pt x="2310962" y="6125592"/>
                </a:lnTo>
                <a:lnTo>
                  <a:pt x="2331674" y="6113631"/>
                </a:lnTo>
                <a:lnTo>
                  <a:pt x="2343635" y="6134350"/>
                </a:lnTo>
                <a:lnTo>
                  <a:pt x="2322923" y="6146311"/>
                </a:lnTo>
                <a:close/>
              </a:path>
              <a:path w="6281419" h="7004050">
                <a:moveTo>
                  <a:pt x="2242893" y="6006437"/>
                </a:moveTo>
                <a:lnTo>
                  <a:pt x="2231560" y="5986803"/>
                </a:lnTo>
                <a:lnTo>
                  <a:pt x="2251187" y="5975477"/>
                </a:lnTo>
                <a:lnTo>
                  <a:pt x="2262520" y="5995103"/>
                </a:lnTo>
                <a:lnTo>
                  <a:pt x="2242893" y="6006437"/>
                </a:lnTo>
                <a:close/>
              </a:path>
              <a:path w="6281419" h="7004050">
                <a:moveTo>
                  <a:pt x="2162979" y="5866124"/>
                </a:moveTo>
                <a:lnTo>
                  <a:pt x="2152590" y="5848135"/>
                </a:lnTo>
                <a:lnTo>
                  <a:pt x="2170580" y="5837747"/>
                </a:lnTo>
                <a:lnTo>
                  <a:pt x="2180968" y="5855744"/>
                </a:lnTo>
                <a:lnTo>
                  <a:pt x="2162979" y="5866124"/>
                </a:lnTo>
                <a:close/>
              </a:path>
              <a:path w="6281419" h="7004050">
                <a:moveTo>
                  <a:pt x="2083069" y="5725825"/>
                </a:moveTo>
                <a:lnTo>
                  <a:pt x="2073620" y="5709466"/>
                </a:lnTo>
                <a:lnTo>
                  <a:pt x="2089972" y="5700024"/>
                </a:lnTo>
                <a:lnTo>
                  <a:pt x="2099421" y="5716383"/>
                </a:lnTo>
                <a:lnTo>
                  <a:pt x="2083069" y="5725825"/>
                </a:lnTo>
                <a:close/>
              </a:path>
              <a:path w="6281419" h="7004050">
                <a:moveTo>
                  <a:pt x="2003033" y="5585951"/>
                </a:moveTo>
                <a:lnTo>
                  <a:pt x="1994219" y="5570684"/>
                </a:lnTo>
                <a:lnTo>
                  <a:pt x="2009479" y="5561870"/>
                </a:lnTo>
                <a:lnTo>
                  <a:pt x="2018293" y="5577137"/>
                </a:lnTo>
                <a:lnTo>
                  <a:pt x="2003033" y="5585951"/>
                </a:lnTo>
                <a:close/>
              </a:path>
              <a:path w="6281419" h="7004050">
                <a:moveTo>
                  <a:pt x="1923117" y="5445639"/>
                </a:moveTo>
                <a:lnTo>
                  <a:pt x="1915249" y="5432015"/>
                </a:lnTo>
                <a:lnTo>
                  <a:pt x="1928879" y="5424146"/>
                </a:lnTo>
                <a:lnTo>
                  <a:pt x="1936747" y="5437770"/>
                </a:lnTo>
                <a:lnTo>
                  <a:pt x="1923117" y="5445639"/>
                </a:lnTo>
                <a:close/>
              </a:path>
              <a:path w="6281419" h="7004050">
                <a:moveTo>
                  <a:pt x="1843203" y="5305333"/>
                </a:moveTo>
                <a:lnTo>
                  <a:pt x="1836279" y="5293346"/>
                </a:lnTo>
                <a:lnTo>
                  <a:pt x="1848272" y="5286417"/>
                </a:lnTo>
                <a:lnTo>
                  <a:pt x="1855195" y="5298410"/>
                </a:lnTo>
                <a:lnTo>
                  <a:pt x="1843203" y="5305333"/>
                </a:lnTo>
                <a:close/>
              </a:path>
              <a:path w="6281419" h="7004050">
                <a:moveTo>
                  <a:pt x="1763286" y="5165033"/>
                </a:moveTo>
                <a:lnTo>
                  <a:pt x="1757309" y="5154671"/>
                </a:lnTo>
                <a:lnTo>
                  <a:pt x="1767665" y="5148694"/>
                </a:lnTo>
                <a:lnTo>
                  <a:pt x="1773649" y="5159050"/>
                </a:lnTo>
                <a:lnTo>
                  <a:pt x="1763286" y="5165033"/>
                </a:lnTo>
                <a:close/>
              </a:path>
              <a:path w="6281419" h="7004050">
                <a:moveTo>
                  <a:pt x="1683256" y="5025159"/>
                </a:moveTo>
                <a:lnTo>
                  <a:pt x="1677901" y="5015888"/>
                </a:lnTo>
                <a:lnTo>
                  <a:pt x="1687172" y="5010532"/>
                </a:lnTo>
                <a:lnTo>
                  <a:pt x="1692527" y="5019803"/>
                </a:lnTo>
                <a:lnTo>
                  <a:pt x="1683256" y="5025159"/>
                </a:lnTo>
                <a:close/>
              </a:path>
              <a:path w="6281419" h="7004050">
                <a:moveTo>
                  <a:pt x="1603227" y="4885278"/>
                </a:moveTo>
                <a:lnTo>
                  <a:pt x="1598506" y="4877105"/>
                </a:lnTo>
                <a:lnTo>
                  <a:pt x="1606685" y="4872384"/>
                </a:lnTo>
                <a:lnTo>
                  <a:pt x="1611406" y="4880557"/>
                </a:lnTo>
                <a:lnTo>
                  <a:pt x="1603227" y="4885278"/>
                </a:lnTo>
                <a:close/>
              </a:path>
              <a:path w="6281419" h="7004050">
                <a:moveTo>
                  <a:pt x="1523084" y="4745836"/>
                </a:moveTo>
                <a:lnTo>
                  <a:pt x="1518673" y="4738209"/>
                </a:lnTo>
                <a:lnTo>
                  <a:pt x="1526306" y="4733798"/>
                </a:lnTo>
                <a:lnTo>
                  <a:pt x="1530716" y="4741432"/>
                </a:lnTo>
                <a:lnTo>
                  <a:pt x="1523084" y="4745836"/>
                </a:lnTo>
                <a:close/>
              </a:path>
              <a:path w="6281419" h="7004050">
                <a:moveTo>
                  <a:pt x="1443167" y="4605529"/>
                </a:moveTo>
                <a:lnTo>
                  <a:pt x="1439703" y="4599533"/>
                </a:lnTo>
                <a:lnTo>
                  <a:pt x="1445699" y="4596074"/>
                </a:lnTo>
                <a:lnTo>
                  <a:pt x="1449164" y="4602071"/>
                </a:lnTo>
                <a:lnTo>
                  <a:pt x="1443167" y="4605529"/>
                </a:lnTo>
                <a:close/>
              </a:path>
              <a:path w="6281419" h="7004050">
                <a:moveTo>
                  <a:pt x="1363138" y="4465655"/>
                </a:moveTo>
                <a:lnTo>
                  <a:pt x="1360301" y="4460750"/>
                </a:lnTo>
                <a:lnTo>
                  <a:pt x="1365213" y="4457914"/>
                </a:lnTo>
                <a:lnTo>
                  <a:pt x="1368043" y="4462819"/>
                </a:lnTo>
                <a:lnTo>
                  <a:pt x="1363138" y="4465655"/>
                </a:lnTo>
                <a:close/>
              </a:path>
              <a:path w="6281419" h="7004050">
                <a:moveTo>
                  <a:pt x="1282994" y="4326212"/>
                </a:moveTo>
                <a:lnTo>
                  <a:pt x="1280474" y="4321847"/>
                </a:lnTo>
                <a:lnTo>
                  <a:pt x="1284834" y="4319334"/>
                </a:lnTo>
                <a:lnTo>
                  <a:pt x="1287353" y="4323693"/>
                </a:lnTo>
                <a:lnTo>
                  <a:pt x="1282994" y="4326212"/>
                </a:lnTo>
                <a:close/>
              </a:path>
              <a:path w="6281419" h="7004050">
                <a:moveTo>
                  <a:pt x="1202965" y="4186338"/>
                </a:moveTo>
                <a:lnTo>
                  <a:pt x="1201073" y="4183058"/>
                </a:lnTo>
                <a:lnTo>
                  <a:pt x="1204341" y="4181173"/>
                </a:lnTo>
                <a:lnTo>
                  <a:pt x="1206232" y="4184448"/>
                </a:lnTo>
                <a:lnTo>
                  <a:pt x="1202965" y="4186338"/>
                </a:lnTo>
                <a:close/>
              </a:path>
              <a:path w="6281419" h="7004050">
                <a:moveTo>
                  <a:pt x="1122928" y="4046464"/>
                </a:moveTo>
                <a:lnTo>
                  <a:pt x="1121672" y="4044281"/>
                </a:lnTo>
                <a:lnTo>
                  <a:pt x="1123854" y="4043018"/>
                </a:lnTo>
                <a:lnTo>
                  <a:pt x="1125111" y="4045201"/>
                </a:lnTo>
                <a:lnTo>
                  <a:pt x="1122928" y="4046464"/>
                </a:lnTo>
                <a:close/>
              </a:path>
              <a:path w="6281419" h="7004050">
                <a:moveTo>
                  <a:pt x="1042784" y="3907009"/>
                </a:moveTo>
                <a:lnTo>
                  <a:pt x="1041845" y="3905378"/>
                </a:lnTo>
                <a:lnTo>
                  <a:pt x="1043476" y="3904439"/>
                </a:lnTo>
                <a:lnTo>
                  <a:pt x="1044415" y="3906070"/>
                </a:lnTo>
                <a:lnTo>
                  <a:pt x="1042784" y="3907009"/>
                </a:lnTo>
                <a:close/>
              </a:path>
              <a:path w="6281419" h="7004050">
                <a:moveTo>
                  <a:pt x="3039400" y="7003925"/>
                </a:moveTo>
                <a:lnTo>
                  <a:pt x="3022457" y="7003925"/>
                </a:lnTo>
                <a:lnTo>
                  <a:pt x="3035164" y="6996587"/>
                </a:lnTo>
                <a:lnTo>
                  <a:pt x="3039400" y="7003925"/>
                </a:lnTo>
                <a:close/>
              </a:path>
              <a:path w="6281419" h="7004050">
                <a:moveTo>
                  <a:pt x="2941313" y="6908314"/>
                </a:moveTo>
                <a:lnTo>
                  <a:pt x="2923375" y="6877233"/>
                </a:lnTo>
                <a:lnTo>
                  <a:pt x="2954449" y="6859295"/>
                </a:lnTo>
                <a:lnTo>
                  <a:pt x="2972387" y="6890368"/>
                </a:lnTo>
                <a:lnTo>
                  <a:pt x="2941313" y="6908314"/>
                </a:lnTo>
                <a:close/>
              </a:path>
              <a:path w="6281419" h="7004050">
                <a:moveTo>
                  <a:pt x="2861284" y="6768440"/>
                </a:moveTo>
                <a:lnTo>
                  <a:pt x="2843973" y="6738457"/>
                </a:lnTo>
                <a:lnTo>
                  <a:pt x="2873956" y="6721146"/>
                </a:lnTo>
                <a:lnTo>
                  <a:pt x="2891266" y="6751129"/>
                </a:lnTo>
                <a:lnTo>
                  <a:pt x="2861284" y="6768440"/>
                </a:lnTo>
                <a:close/>
              </a:path>
              <a:path w="6281419" h="7004050">
                <a:moveTo>
                  <a:pt x="2781254" y="6628566"/>
                </a:moveTo>
                <a:lnTo>
                  <a:pt x="2764571" y="6599668"/>
                </a:lnTo>
                <a:lnTo>
                  <a:pt x="2793462" y="6582986"/>
                </a:lnTo>
                <a:lnTo>
                  <a:pt x="2810145" y="6611883"/>
                </a:lnTo>
                <a:lnTo>
                  <a:pt x="2781254" y="6628566"/>
                </a:lnTo>
                <a:close/>
              </a:path>
              <a:path w="6281419" h="7004050">
                <a:moveTo>
                  <a:pt x="2701338" y="6488253"/>
                </a:moveTo>
                <a:lnTo>
                  <a:pt x="2685602" y="6460999"/>
                </a:lnTo>
                <a:lnTo>
                  <a:pt x="2712856" y="6445262"/>
                </a:lnTo>
                <a:lnTo>
                  <a:pt x="2728593" y="6472517"/>
                </a:lnTo>
                <a:lnTo>
                  <a:pt x="2701338" y="6488253"/>
                </a:lnTo>
                <a:close/>
              </a:path>
              <a:path w="6281419" h="7004050">
                <a:moveTo>
                  <a:pt x="2621537" y="6347515"/>
                </a:moveTo>
                <a:lnTo>
                  <a:pt x="2607063" y="6322445"/>
                </a:lnTo>
                <a:lnTo>
                  <a:pt x="2632141" y="6307964"/>
                </a:lnTo>
                <a:lnTo>
                  <a:pt x="2646615" y="6333041"/>
                </a:lnTo>
                <a:lnTo>
                  <a:pt x="2621537" y="6347515"/>
                </a:lnTo>
                <a:close/>
              </a:path>
              <a:path w="6281419" h="7004050">
                <a:moveTo>
                  <a:pt x="2541622" y="6207210"/>
                </a:moveTo>
                <a:lnTo>
                  <a:pt x="2528087" y="6183776"/>
                </a:lnTo>
                <a:lnTo>
                  <a:pt x="2551534" y="6170241"/>
                </a:lnTo>
                <a:lnTo>
                  <a:pt x="2565062" y="6193675"/>
                </a:lnTo>
                <a:lnTo>
                  <a:pt x="2541622" y="6207210"/>
                </a:lnTo>
                <a:close/>
              </a:path>
              <a:path w="6281419" h="7004050">
                <a:moveTo>
                  <a:pt x="2461592" y="6067336"/>
                </a:moveTo>
                <a:lnTo>
                  <a:pt x="2448692" y="6044987"/>
                </a:lnTo>
                <a:lnTo>
                  <a:pt x="2471041" y="6032080"/>
                </a:lnTo>
                <a:lnTo>
                  <a:pt x="2483941" y="6054429"/>
                </a:lnTo>
                <a:lnTo>
                  <a:pt x="2461592" y="6067336"/>
                </a:lnTo>
                <a:close/>
              </a:path>
              <a:path w="6281419" h="7004050">
                <a:moveTo>
                  <a:pt x="2381677" y="5927036"/>
                </a:moveTo>
                <a:lnTo>
                  <a:pt x="2369715" y="5906318"/>
                </a:lnTo>
                <a:lnTo>
                  <a:pt x="2390433" y="5894357"/>
                </a:lnTo>
                <a:lnTo>
                  <a:pt x="2402395" y="5915075"/>
                </a:lnTo>
                <a:lnTo>
                  <a:pt x="2381677" y="5927036"/>
                </a:lnTo>
                <a:close/>
              </a:path>
              <a:path w="6281419" h="7004050">
                <a:moveTo>
                  <a:pt x="2301761" y="5786724"/>
                </a:moveTo>
                <a:lnTo>
                  <a:pt x="2290745" y="5767650"/>
                </a:lnTo>
                <a:lnTo>
                  <a:pt x="2309826" y="5756634"/>
                </a:lnTo>
                <a:lnTo>
                  <a:pt x="2320842" y="5775708"/>
                </a:lnTo>
                <a:lnTo>
                  <a:pt x="2301761" y="5786724"/>
                </a:lnTo>
                <a:close/>
              </a:path>
              <a:path w="6281419" h="7004050">
                <a:moveTo>
                  <a:pt x="2221846" y="5646425"/>
                </a:moveTo>
                <a:lnTo>
                  <a:pt x="2211775" y="5628975"/>
                </a:lnTo>
                <a:lnTo>
                  <a:pt x="2229225" y="5618904"/>
                </a:lnTo>
                <a:lnTo>
                  <a:pt x="2239296" y="5636348"/>
                </a:lnTo>
                <a:lnTo>
                  <a:pt x="2221846" y="5646425"/>
                </a:lnTo>
                <a:close/>
              </a:path>
              <a:path w="6281419" h="7004050">
                <a:moveTo>
                  <a:pt x="2141930" y="5506119"/>
                </a:moveTo>
                <a:lnTo>
                  <a:pt x="2132805" y="5490306"/>
                </a:lnTo>
                <a:lnTo>
                  <a:pt x="2148612" y="5481181"/>
                </a:lnTo>
                <a:lnTo>
                  <a:pt x="2157743" y="5496988"/>
                </a:lnTo>
                <a:lnTo>
                  <a:pt x="2141930" y="5506119"/>
                </a:lnTo>
                <a:close/>
              </a:path>
              <a:path w="6281419" h="7004050">
                <a:moveTo>
                  <a:pt x="2061900" y="5366238"/>
                </a:moveTo>
                <a:lnTo>
                  <a:pt x="2053404" y="5351522"/>
                </a:lnTo>
                <a:lnTo>
                  <a:pt x="2068125" y="5343026"/>
                </a:lnTo>
                <a:lnTo>
                  <a:pt x="2076622" y="5357741"/>
                </a:lnTo>
                <a:lnTo>
                  <a:pt x="2061900" y="5366238"/>
                </a:lnTo>
                <a:close/>
              </a:path>
              <a:path w="6281419" h="7004050">
                <a:moveTo>
                  <a:pt x="1981871" y="5226364"/>
                </a:moveTo>
                <a:lnTo>
                  <a:pt x="1974002" y="5212740"/>
                </a:lnTo>
                <a:lnTo>
                  <a:pt x="1987632" y="5204871"/>
                </a:lnTo>
                <a:lnTo>
                  <a:pt x="1995501" y="5218495"/>
                </a:lnTo>
                <a:lnTo>
                  <a:pt x="1981871" y="5226364"/>
                </a:lnTo>
                <a:close/>
              </a:path>
              <a:path w="6281419" h="7004050">
                <a:moveTo>
                  <a:pt x="1902076" y="5085633"/>
                </a:moveTo>
                <a:lnTo>
                  <a:pt x="1895464" y="5074185"/>
                </a:lnTo>
                <a:lnTo>
                  <a:pt x="1906911" y="5067573"/>
                </a:lnTo>
                <a:lnTo>
                  <a:pt x="1913523" y="5079021"/>
                </a:lnTo>
                <a:lnTo>
                  <a:pt x="1902076" y="5085633"/>
                </a:lnTo>
                <a:close/>
              </a:path>
              <a:path w="6281419" h="7004050">
                <a:moveTo>
                  <a:pt x="1822040" y="4945758"/>
                </a:moveTo>
                <a:lnTo>
                  <a:pt x="1816062" y="4935396"/>
                </a:lnTo>
                <a:lnTo>
                  <a:pt x="1826418" y="4929419"/>
                </a:lnTo>
                <a:lnTo>
                  <a:pt x="1832402" y="4939775"/>
                </a:lnTo>
                <a:lnTo>
                  <a:pt x="1822040" y="4945758"/>
                </a:lnTo>
                <a:close/>
              </a:path>
              <a:path w="6281419" h="7004050">
                <a:moveTo>
                  <a:pt x="1742010" y="4805878"/>
                </a:moveTo>
                <a:lnTo>
                  <a:pt x="1736660" y="4796613"/>
                </a:lnTo>
                <a:lnTo>
                  <a:pt x="1745931" y="4791264"/>
                </a:lnTo>
                <a:lnTo>
                  <a:pt x="1751281" y="4800528"/>
                </a:lnTo>
                <a:lnTo>
                  <a:pt x="1742010" y="4805878"/>
                </a:lnTo>
                <a:close/>
              </a:path>
              <a:path w="6281419" h="7004050">
                <a:moveTo>
                  <a:pt x="1661980" y="4666003"/>
                </a:moveTo>
                <a:lnTo>
                  <a:pt x="1657259" y="4657830"/>
                </a:lnTo>
                <a:lnTo>
                  <a:pt x="1665438" y="4653109"/>
                </a:lnTo>
                <a:lnTo>
                  <a:pt x="1670159" y="4661282"/>
                </a:lnTo>
                <a:lnTo>
                  <a:pt x="1661980" y="4666003"/>
                </a:lnTo>
                <a:close/>
              </a:path>
              <a:path w="6281419" h="7004050">
                <a:moveTo>
                  <a:pt x="1581957" y="4526129"/>
                </a:moveTo>
                <a:lnTo>
                  <a:pt x="1577864" y="4519041"/>
                </a:lnTo>
                <a:lnTo>
                  <a:pt x="1584945" y="4514955"/>
                </a:lnTo>
                <a:lnTo>
                  <a:pt x="1589038" y="4522036"/>
                </a:lnTo>
                <a:lnTo>
                  <a:pt x="1581957" y="4526129"/>
                </a:lnTo>
                <a:close/>
              </a:path>
              <a:path w="6281419" h="7004050">
                <a:moveTo>
                  <a:pt x="1502035" y="4385830"/>
                </a:moveTo>
                <a:lnTo>
                  <a:pt x="1498887" y="4380379"/>
                </a:lnTo>
                <a:lnTo>
                  <a:pt x="1504338" y="4377232"/>
                </a:lnTo>
                <a:lnTo>
                  <a:pt x="1507485" y="4382683"/>
                </a:lnTo>
                <a:lnTo>
                  <a:pt x="1502035" y="4385830"/>
                </a:lnTo>
                <a:close/>
              </a:path>
              <a:path w="6281419" h="7004050">
                <a:moveTo>
                  <a:pt x="1421891" y="4246381"/>
                </a:moveTo>
                <a:lnTo>
                  <a:pt x="1419061" y="4241469"/>
                </a:lnTo>
                <a:lnTo>
                  <a:pt x="1423966" y="4238639"/>
                </a:lnTo>
                <a:lnTo>
                  <a:pt x="1426796" y="4243545"/>
                </a:lnTo>
                <a:lnTo>
                  <a:pt x="1421891" y="4246381"/>
                </a:lnTo>
                <a:close/>
              </a:path>
              <a:path w="6281419" h="7004050">
                <a:moveTo>
                  <a:pt x="1341861" y="4106507"/>
                </a:moveTo>
                <a:lnTo>
                  <a:pt x="1339659" y="4102693"/>
                </a:lnTo>
                <a:lnTo>
                  <a:pt x="1343479" y="4100485"/>
                </a:lnTo>
                <a:lnTo>
                  <a:pt x="1345681" y="4104298"/>
                </a:lnTo>
                <a:lnTo>
                  <a:pt x="1341861" y="4106507"/>
                </a:lnTo>
                <a:close/>
              </a:path>
              <a:path w="6281419" h="7004050">
                <a:moveTo>
                  <a:pt x="1261831" y="3966626"/>
                </a:moveTo>
                <a:lnTo>
                  <a:pt x="1260258" y="3963904"/>
                </a:lnTo>
                <a:lnTo>
                  <a:pt x="1262980" y="3962330"/>
                </a:lnTo>
                <a:lnTo>
                  <a:pt x="1264554" y="3965052"/>
                </a:lnTo>
                <a:lnTo>
                  <a:pt x="1261831" y="3966626"/>
                </a:lnTo>
                <a:close/>
              </a:path>
              <a:path w="6281419" h="7004050">
                <a:moveTo>
                  <a:pt x="1181688" y="3827183"/>
                </a:moveTo>
                <a:lnTo>
                  <a:pt x="1180425" y="3825000"/>
                </a:lnTo>
                <a:lnTo>
                  <a:pt x="1182607" y="3823743"/>
                </a:lnTo>
                <a:lnTo>
                  <a:pt x="1183870" y="3825926"/>
                </a:lnTo>
                <a:lnTo>
                  <a:pt x="1181688" y="3827183"/>
                </a:lnTo>
                <a:close/>
              </a:path>
              <a:path w="6281419" h="7004050">
                <a:moveTo>
                  <a:pt x="3159783" y="6970075"/>
                </a:moveTo>
                <a:lnTo>
                  <a:pt x="3139642" y="6935187"/>
                </a:lnTo>
                <a:lnTo>
                  <a:pt x="3174530" y="6915040"/>
                </a:lnTo>
                <a:lnTo>
                  <a:pt x="3194677" y="6949935"/>
                </a:lnTo>
                <a:lnTo>
                  <a:pt x="3159783" y="6970075"/>
                </a:lnTo>
                <a:close/>
              </a:path>
              <a:path w="6281419" h="7004050">
                <a:moveTo>
                  <a:pt x="3079867" y="6829769"/>
                </a:moveTo>
                <a:lnTo>
                  <a:pt x="3060666" y="6796519"/>
                </a:lnTo>
                <a:lnTo>
                  <a:pt x="3093923" y="6777317"/>
                </a:lnTo>
                <a:lnTo>
                  <a:pt x="3113124" y="6810568"/>
                </a:lnTo>
                <a:lnTo>
                  <a:pt x="3079867" y="6829769"/>
                </a:lnTo>
                <a:close/>
              </a:path>
              <a:path w="6281419" h="7004050">
                <a:moveTo>
                  <a:pt x="3000067" y="6689032"/>
                </a:moveTo>
                <a:lnTo>
                  <a:pt x="2982127" y="6657958"/>
                </a:lnTo>
                <a:lnTo>
                  <a:pt x="3013195" y="6640020"/>
                </a:lnTo>
                <a:lnTo>
                  <a:pt x="3031140" y="6671094"/>
                </a:lnTo>
                <a:lnTo>
                  <a:pt x="3000067" y="6689032"/>
                </a:lnTo>
                <a:close/>
              </a:path>
              <a:path w="6281419" h="7004050">
                <a:moveTo>
                  <a:pt x="2920036" y="6549158"/>
                </a:moveTo>
                <a:lnTo>
                  <a:pt x="2902725" y="6519175"/>
                </a:lnTo>
                <a:lnTo>
                  <a:pt x="2932708" y="6501865"/>
                </a:lnTo>
                <a:lnTo>
                  <a:pt x="2950019" y="6531847"/>
                </a:lnTo>
                <a:lnTo>
                  <a:pt x="2920036" y="6549158"/>
                </a:lnTo>
                <a:close/>
              </a:path>
              <a:path w="6281419" h="7004050">
                <a:moveTo>
                  <a:pt x="2840121" y="6408852"/>
                </a:moveTo>
                <a:lnTo>
                  <a:pt x="2823756" y="6380506"/>
                </a:lnTo>
                <a:lnTo>
                  <a:pt x="2852101" y="6364141"/>
                </a:lnTo>
                <a:lnTo>
                  <a:pt x="2868466" y="6392487"/>
                </a:lnTo>
                <a:lnTo>
                  <a:pt x="2840121" y="6408852"/>
                </a:lnTo>
                <a:close/>
              </a:path>
              <a:path w="6281419" h="7004050">
                <a:moveTo>
                  <a:pt x="2760211" y="6268546"/>
                </a:moveTo>
                <a:lnTo>
                  <a:pt x="2744785" y="6241838"/>
                </a:lnTo>
                <a:lnTo>
                  <a:pt x="2771500" y="6226412"/>
                </a:lnTo>
                <a:lnTo>
                  <a:pt x="2786920" y="6253126"/>
                </a:lnTo>
                <a:lnTo>
                  <a:pt x="2760211" y="6268546"/>
                </a:lnTo>
                <a:close/>
              </a:path>
              <a:path w="6281419" h="7004050">
                <a:moveTo>
                  <a:pt x="2680410" y="6127815"/>
                </a:moveTo>
                <a:lnTo>
                  <a:pt x="2666241" y="6103276"/>
                </a:lnTo>
                <a:lnTo>
                  <a:pt x="2690773" y="6089113"/>
                </a:lnTo>
                <a:lnTo>
                  <a:pt x="2704942" y="6113651"/>
                </a:lnTo>
                <a:lnTo>
                  <a:pt x="2680410" y="6127815"/>
                </a:lnTo>
                <a:close/>
              </a:path>
              <a:path w="6281419" h="7004050">
                <a:moveTo>
                  <a:pt x="2600374" y="5987940"/>
                </a:moveTo>
                <a:lnTo>
                  <a:pt x="2586839" y="5964500"/>
                </a:lnTo>
                <a:lnTo>
                  <a:pt x="2610286" y="5950965"/>
                </a:lnTo>
                <a:lnTo>
                  <a:pt x="2623821" y="5974405"/>
                </a:lnTo>
                <a:lnTo>
                  <a:pt x="2600374" y="5987940"/>
                </a:lnTo>
                <a:close/>
              </a:path>
              <a:path w="6281419" h="7004050">
                <a:moveTo>
                  <a:pt x="2520459" y="5847634"/>
                </a:moveTo>
                <a:lnTo>
                  <a:pt x="2507869" y="5825825"/>
                </a:lnTo>
                <a:lnTo>
                  <a:pt x="2529679" y="5813235"/>
                </a:lnTo>
                <a:lnTo>
                  <a:pt x="2542268" y="5835045"/>
                </a:lnTo>
                <a:lnTo>
                  <a:pt x="2520459" y="5847634"/>
                </a:lnTo>
                <a:close/>
              </a:path>
              <a:path w="6281419" h="7004050">
                <a:moveTo>
                  <a:pt x="2440550" y="5707328"/>
                </a:moveTo>
                <a:lnTo>
                  <a:pt x="2428899" y="5687156"/>
                </a:lnTo>
                <a:lnTo>
                  <a:pt x="2449072" y="5675512"/>
                </a:lnTo>
                <a:lnTo>
                  <a:pt x="2460716" y="5695685"/>
                </a:lnTo>
                <a:lnTo>
                  <a:pt x="2440550" y="5707328"/>
                </a:lnTo>
                <a:close/>
              </a:path>
              <a:path w="6281419" h="7004050">
                <a:moveTo>
                  <a:pt x="2360520" y="5567454"/>
                </a:moveTo>
                <a:lnTo>
                  <a:pt x="2349497" y="5548367"/>
                </a:lnTo>
                <a:lnTo>
                  <a:pt x="2368578" y="5537351"/>
                </a:lnTo>
                <a:lnTo>
                  <a:pt x="2379601" y="5556438"/>
                </a:lnTo>
                <a:lnTo>
                  <a:pt x="2360520" y="5567454"/>
                </a:lnTo>
                <a:close/>
              </a:path>
              <a:path w="6281419" h="7004050">
                <a:moveTo>
                  <a:pt x="2280712" y="5426717"/>
                </a:moveTo>
                <a:lnTo>
                  <a:pt x="2270959" y="5409819"/>
                </a:lnTo>
                <a:lnTo>
                  <a:pt x="2287863" y="5400059"/>
                </a:lnTo>
                <a:lnTo>
                  <a:pt x="2297617" y="5416958"/>
                </a:lnTo>
                <a:lnTo>
                  <a:pt x="2280712" y="5426717"/>
                </a:lnTo>
                <a:close/>
              </a:path>
              <a:path w="6281419" h="7004050">
                <a:moveTo>
                  <a:pt x="2200689" y="5286836"/>
                </a:moveTo>
                <a:lnTo>
                  <a:pt x="2191564" y="5271035"/>
                </a:lnTo>
                <a:lnTo>
                  <a:pt x="2207371" y="5261904"/>
                </a:lnTo>
                <a:lnTo>
                  <a:pt x="2216496" y="5277711"/>
                </a:lnTo>
                <a:lnTo>
                  <a:pt x="2200689" y="5286836"/>
                </a:lnTo>
                <a:close/>
              </a:path>
              <a:path w="6281419" h="7004050">
                <a:moveTo>
                  <a:pt x="2120767" y="5146537"/>
                </a:moveTo>
                <a:lnTo>
                  <a:pt x="2112587" y="5132367"/>
                </a:lnTo>
                <a:lnTo>
                  <a:pt x="2126763" y="5124181"/>
                </a:lnTo>
                <a:lnTo>
                  <a:pt x="2134949" y="5138351"/>
                </a:lnTo>
                <a:lnTo>
                  <a:pt x="2120767" y="5146537"/>
                </a:lnTo>
                <a:close/>
              </a:path>
              <a:path w="6281419" h="7004050">
                <a:moveTo>
                  <a:pt x="2040744" y="5006662"/>
                </a:moveTo>
                <a:lnTo>
                  <a:pt x="2033192" y="4993578"/>
                </a:lnTo>
                <a:lnTo>
                  <a:pt x="2046277" y="4986020"/>
                </a:lnTo>
                <a:lnTo>
                  <a:pt x="2053828" y="4999105"/>
                </a:lnTo>
                <a:lnTo>
                  <a:pt x="2040744" y="5006662"/>
                </a:lnTo>
                <a:close/>
              </a:path>
              <a:path w="6281419" h="7004050">
                <a:moveTo>
                  <a:pt x="1960942" y="4865925"/>
                </a:moveTo>
                <a:lnTo>
                  <a:pt x="1954648" y="4855024"/>
                </a:lnTo>
                <a:lnTo>
                  <a:pt x="1965549" y="4848729"/>
                </a:lnTo>
                <a:lnTo>
                  <a:pt x="1971844" y="4859630"/>
                </a:lnTo>
                <a:lnTo>
                  <a:pt x="1960942" y="4865925"/>
                </a:lnTo>
                <a:close/>
              </a:path>
              <a:path w="6281419" h="7004050">
                <a:moveTo>
                  <a:pt x="1880913" y="4726051"/>
                </a:moveTo>
                <a:lnTo>
                  <a:pt x="1875246" y="4716241"/>
                </a:lnTo>
                <a:lnTo>
                  <a:pt x="1885056" y="4710575"/>
                </a:lnTo>
                <a:lnTo>
                  <a:pt x="1890723" y="4720385"/>
                </a:lnTo>
                <a:lnTo>
                  <a:pt x="1880913" y="4726051"/>
                </a:lnTo>
                <a:close/>
              </a:path>
              <a:path w="6281419" h="7004050">
                <a:moveTo>
                  <a:pt x="1800883" y="4586177"/>
                </a:moveTo>
                <a:lnTo>
                  <a:pt x="1795845" y="4577452"/>
                </a:lnTo>
                <a:lnTo>
                  <a:pt x="1804570" y="4572413"/>
                </a:lnTo>
                <a:lnTo>
                  <a:pt x="1809608" y="4581138"/>
                </a:lnTo>
                <a:lnTo>
                  <a:pt x="1800883" y="4586177"/>
                </a:lnTo>
                <a:close/>
              </a:path>
              <a:path w="6281419" h="7004050">
                <a:moveTo>
                  <a:pt x="1720853" y="4446303"/>
                </a:moveTo>
                <a:lnTo>
                  <a:pt x="1716449" y="4438669"/>
                </a:lnTo>
                <a:lnTo>
                  <a:pt x="1724083" y="4434259"/>
                </a:lnTo>
                <a:lnTo>
                  <a:pt x="1728487" y="4441892"/>
                </a:lnTo>
                <a:lnTo>
                  <a:pt x="1720853" y="4446303"/>
                </a:lnTo>
                <a:close/>
              </a:path>
              <a:path w="6281419" h="7004050">
                <a:moveTo>
                  <a:pt x="1640824" y="4306422"/>
                </a:moveTo>
                <a:lnTo>
                  <a:pt x="1637041" y="4299880"/>
                </a:lnTo>
                <a:lnTo>
                  <a:pt x="1643584" y="4296104"/>
                </a:lnTo>
                <a:lnTo>
                  <a:pt x="1647359" y="4302646"/>
                </a:lnTo>
                <a:lnTo>
                  <a:pt x="1640824" y="4306422"/>
                </a:lnTo>
                <a:close/>
              </a:path>
              <a:path w="6281419" h="7004050">
                <a:moveTo>
                  <a:pt x="1560793" y="4166548"/>
                </a:moveTo>
                <a:lnTo>
                  <a:pt x="1557646" y="4161097"/>
                </a:lnTo>
                <a:lnTo>
                  <a:pt x="1563097" y="4157950"/>
                </a:lnTo>
                <a:lnTo>
                  <a:pt x="1566244" y="4163400"/>
                </a:lnTo>
                <a:lnTo>
                  <a:pt x="1560793" y="4166548"/>
                </a:lnTo>
                <a:close/>
              </a:path>
              <a:path w="6281419" h="7004050">
                <a:moveTo>
                  <a:pt x="1480757" y="4026673"/>
                </a:moveTo>
                <a:lnTo>
                  <a:pt x="1478238" y="4022314"/>
                </a:lnTo>
                <a:lnTo>
                  <a:pt x="1482604" y="4019795"/>
                </a:lnTo>
                <a:lnTo>
                  <a:pt x="1485123" y="4024154"/>
                </a:lnTo>
                <a:lnTo>
                  <a:pt x="1480757" y="4026673"/>
                </a:lnTo>
                <a:close/>
              </a:path>
              <a:path w="6281419" h="7004050">
                <a:moveTo>
                  <a:pt x="1400736" y="3886799"/>
                </a:moveTo>
                <a:lnTo>
                  <a:pt x="1398843" y="3883525"/>
                </a:lnTo>
                <a:lnTo>
                  <a:pt x="1402118" y="3881640"/>
                </a:lnTo>
                <a:lnTo>
                  <a:pt x="1404002" y="3884909"/>
                </a:lnTo>
                <a:lnTo>
                  <a:pt x="1400736" y="3886799"/>
                </a:lnTo>
                <a:close/>
              </a:path>
              <a:path w="6281419" h="7004050">
                <a:moveTo>
                  <a:pt x="1320704" y="3746925"/>
                </a:moveTo>
                <a:lnTo>
                  <a:pt x="1319441" y="3744742"/>
                </a:lnTo>
                <a:lnTo>
                  <a:pt x="1321624" y="3743479"/>
                </a:lnTo>
                <a:lnTo>
                  <a:pt x="1322881" y="3745662"/>
                </a:lnTo>
                <a:lnTo>
                  <a:pt x="1320704" y="3746925"/>
                </a:lnTo>
                <a:close/>
              </a:path>
              <a:path w="6281419" h="7004050">
                <a:moveTo>
                  <a:pt x="1240554" y="3607482"/>
                </a:moveTo>
                <a:lnTo>
                  <a:pt x="1239608" y="3605845"/>
                </a:lnTo>
                <a:lnTo>
                  <a:pt x="1241246" y="3604899"/>
                </a:lnTo>
                <a:lnTo>
                  <a:pt x="1242191" y="3606537"/>
                </a:lnTo>
                <a:lnTo>
                  <a:pt x="1240554" y="3607482"/>
                </a:lnTo>
                <a:close/>
              </a:path>
              <a:path w="6281419" h="7004050">
                <a:moveTo>
                  <a:pt x="3413743" y="7003925"/>
                </a:moveTo>
                <a:lnTo>
                  <a:pt x="3362132" y="7003925"/>
                </a:lnTo>
                <a:lnTo>
                  <a:pt x="3355903" y="6993136"/>
                </a:lnTo>
                <a:lnTo>
                  <a:pt x="3394611" y="6970787"/>
                </a:lnTo>
                <a:lnTo>
                  <a:pt x="3413743" y="7003925"/>
                </a:lnTo>
                <a:close/>
              </a:path>
              <a:path w="6281419" h="7004050">
                <a:moveTo>
                  <a:pt x="3298450" y="6891100"/>
                </a:moveTo>
                <a:lnTo>
                  <a:pt x="3277364" y="6854581"/>
                </a:lnTo>
                <a:lnTo>
                  <a:pt x="3313889" y="6833495"/>
                </a:lnTo>
                <a:lnTo>
                  <a:pt x="3334975" y="6870013"/>
                </a:lnTo>
                <a:lnTo>
                  <a:pt x="3298450" y="6891100"/>
                </a:lnTo>
                <a:close/>
              </a:path>
              <a:path w="6281419" h="7004050">
                <a:moveTo>
                  <a:pt x="3218535" y="6750800"/>
                </a:moveTo>
                <a:lnTo>
                  <a:pt x="3198388" y="6715913"/>
                </a:lnTo>
                <a:lnTo>
                  <a:pt x="3233282" y="6695765"/>
                </a:lnTo>
                <a:lnTo>
                  <a:pt x="3253423" y="6730660"/>
                </a:lnTo>
                <a:lnTo>
                  <a:pt x="3218535" y="6750800"/>
                </a:lnTo>
                <a:close/>
              </a:path>
              <a:path w="6281419" h="7004050">
                <a:moveTo>
                  <a:pt x="3138619" y="6610494"/>
                </a:moveTo>
                <a:lnTo>
                  <a:pt x="3119418" y="6577244"/>
                </a:lnTo>
                <a:lnTo>
                  <a:pt x="3152681" y="6558042"/>
                </a:lnTo>
                <a:lnTo>
                  <a:pt x="3171876" y="6591293"/>
                </a:lnTo>
                <a:lnTo>
                  <a:pt x="3138619" y="6610494"/>
                </a:lnTo>
                <a:close/>
              </a:path>
              <a:path w="6281419" h="7004050">
                <a:moveTo>
                  <a:pt x="3058824" y="6469757"/>
                </a:moveTo>
                <a:lnTo>
                  <a:pt x="3040886" y="6438683"/>
                </a:lnTo>
                <a:lnTo>
                  <a:pt x="3071953" y="6420745"/>
                </a:lnTo>
                <a:lnTo>
                  <a:pt x="3089892" y="6451819"/>
                </a:lnTo>
                <a:lnTo>
                  <a:pt x="3058824" y="6469757"/>
                </a:lnTo>
                <a:close/>
              </a:path>
              <a:path w="6281419" h="7004050">
                <a:moveTo>
                  <a:pt x="2978788" y="6329883"/>
                </a:moveTo>
                <a:lnTo>
                  <a:pt x="2961477" y="6299900"/>
                </a:lnTo>
                <a:lnTo>
                  <a:pt x="2991460" y="6282590"/>
                </a:lnTo>
                <a:lnTo>
                  <a:pt x="3008771" y="6312572"/>
                </a:lnTo>
                <a:lnTo>
                  <a:pt x="2978788" y="6329883"/>
                </a:lnTo>
                <a:close/>
              </a:path>
              <a:path w="6281419" h="7004050">
                <a:moveTo>
                  <a:pt x="2898879" y="6189577"/>
                </a:moveTo>
                <a:lnTo>
                  <a:pt x="2882508" y="6161231"/>
                </a:lnTo>
                <a:lnTo>
                  <a:pt x="2910853" y="6144866"/>
                </a:lnTo>
                <a:lnTo>
                  <a:pt x="2927224" y="6173212"/>
                </a:lnTo>
                <a:lnTo>
                  <a:pt x="2898879" y="6189577"/>
                </a:lnTo>
                <a:close/>
              </a:path>
              <a:path w="6281419" h="7004050">
                <a:moveTo>
                  <a:pt x="2818957" y="6049278"/>
                </a:moveTo>
                <a:lnTo>
                  <a:pt x="2803538" y="6022563"/>
                </a:lnTo>
                <a:lnTo>
                  <a:pt x="2830246" y="6007138"/>
                </a:lnTo>
                <a:lnTo>
                  <a:pt x="2845672" y="6033852"/>
                </a:lnTo>
                <a:lnTo>
                  <a:pt x="2818957" y="6049278"/>
                </a:lnTo>
                <a:close/>
              </a:path>
              <a:path w="6281419" h="7004050">
                <a:moveTo>
                  <a:pt x="2739162" y="5908540"/>
                </a:moveTo>
                <a:lnTo>
                  <a:pt x="2724999" y="5884008"/>
                </a:lnTo>
                <a:lnTo>
                  <a:pt x="2749531" y="5869845"/>
                </a:lnTo>
                <a:lnTo>
                  <a:pt x="2763694" y="5894377"/>
                </a:lnTo>
                <a:lnTo>
                  <a:pt x="2739162" y="5908540"/>
                </a:lnTo>
                <a:close/>
              </a:path>
              <a:path w="6281419" h="7004050">
                <a:moveTo>
                  <a:pt x="2659247" y="5768228"/>
                </a:moveTo>
                <a:lnTo>
                  <a:pt x="2646029" y="5745333"/>
                </a:lnTo>
                <a:lnTo>
                  <a:pt x="2668924" y="5732116"/>
                </a:lnTo>
                <a:lnTo>
                  <a:pt x="2682141" y="5755010"/>
                </a:lnTo>
                <a:lnTo>
                  <a:pt x="2659247" y="5768228"/>
                </a:lnTo>
                <a:close/>
              </a:path>
              <a:path w="6281419" h="7004050">
                <a:moveTo>
                  <a:pt x="2579331" y="5627929"/>
                </a:moveTo>
                <a:lnTo>
                  <a:pt x="2567053" y="5606671"/>
                </a:lnTo>
                <a:lnTo>
                  <a:pt x="2588316" y="5594393"/>
                </a:lnTo>
                <a:lnTo>
                  <a:pt x="2600588" y="5615657"/>
                </a:lnTo>
                <a:lnTo>
                  <a:pt x="2579331" y="5627929"/>
                </a:lnTo>
                <a:close/>
              </a:path>
              <a:path w="6281419" h="7004050">
                <a:moveTo>
                  <a:pt x="2499416" y="5487623"/>
                </a:moveTo>
                <a:lnTo>
                  <a:pt x="2488083" y="5467996"/>
                </a:lnTo>
                <a:lnTo>
                  <a:pt x="2507716" y="5456663"/>
                </a:lnTo>
                <a:lnTo>
                  <a:pt x="2519043" y="5476289"/>
                </a:lnTo>
                <a:lnTo>
                  <a:pt x="2499416" y="5487623"/>
                </a:lnTo>
                <a:close/>
              </a:path>
              <a:path w="6281419" h="7004050">
                <a:moveTo>
                  <a:pt x="2419380" y="5347749"/>
                </a:moveTo>
                <a:lnTo>
                  <a:pt x="2408681" y="5329213"/>
                </a:lnTo>
                <a:lnTo>
                  <a:pt x="2427216" y="5318508"/>
                </a:lnTo>
                <a:lnTo>
                  <a:pt x="2437922" y="5337044"/>
                </a:lnTo>
                <a:lnTo>
                  <a:pt x="2419380" y="5347749"/>
                </a:lnTo>
                <a:close/>
              </a:path>
              <a:path w="6281419" h="7004050">
                <a:moveTo>
                  <a:pt x="2339585" y="5207011"/>
                </a:moveTo>
                <a:lnTo>
                  <a:pt x="2330143" y="5190659"/>
                </a:lnTo>
                <a:lnTo>
                  <a:pt x="2346501" y="5181217"/>
                </a:lnTo>
                <a:lnTo>
                  <a:pt x="2355943" y="5197569"/>
                </a:lnTo>
                <a:lnTo>
                  <a:pt x="2339585" y="5207011"/>
                </a:lnTo>
                <a:close/>
              </a:path>
              <a:path w="6281419" h="7004050">
                <a:moveTo>
                  <a:pt x="2259555" y="5067137"/>
                </a:moveTo>
                <a:lnTo>
                  <a:pt x="2250741" y="5051870"/>
                </a:lnTo>
                <a:lnTo>
                  <a:pt x="2266008" y="5043056"/>
                </a:lnTo>
                <a:lnTo>
                  <a:pt x="2274822" y="5058323"/>
                </a:lnTo>
                <a:lnTo>
                  <a:pt x="2259555" y="5067137"/>
                </a:lnTo>
                <a:close/>
              </a:path>
              <a:path w="6281419" h="7004050">
                <a:moveTo>
                  <a:pt x="2179640" y="4926831"/>
                </a:moveTo>
                <a:lnTo>
                  <a:pt x="2171771" y="4913200"/>
                </a:lnTo>
                <a:lnTo>
                  <a:pt x="2185401" y="4905332"/>
                </a:lnTo>
                <a:lnTo>
                  <a:pt x="2193270" y="4918962"/>
                </a:lnTo>
                <a:lnTo>
                  <a:pt x="2179640" y="4926831"/>
                </a:lnTo>
                <a:close/>
              </a:path>
              <a:path w="6281419" h="7004050">
                <a:moveTo>
                  <a:pt x="2099730" y="4786525"/>
                </a:moveTo>
                <a:lnTo>
                  <a:pt x="2092801" y="4774532"/>
                </a:lnTo>
                <a:lnTo>
                  <a:pt x="2104794" y="4767609"/>
                </a:lnTo>
                <a:lnTo>
                  <a:pt x="2111717" y="4779602"/>
                </a:lnTo>
                <a:lnTo>
                  <a:pt x="2099730" y="4786525"/>
                </a:lnTo>
                <a:close/>
              </a:path>
              <a:path w="6281419" h="7004050">
                <a:moveTo>
                  <a:pt x="2019808" y="4646219"/>
                </a:moveTo>
                <a:lnTo>
                  <a:pt x="2013824" y="4635863"/>
                </a:lnTo>
                <a:lnTo>
                  <a:pt x="2024187" y="4629879"/>
                </a:lnTo>
                <a:lnTo>
                  <a:pt x="2030164" y="4640241"/>
                </a:lnTo>
                <a:lnTo>
                  <a:pt x="2019808" y="4646219"/>
                </a:lnTo>
                <a:close/>
              </a:path>
              <a:path w="6281419" h="7004050">
                <a:moveTo>
                  <a:pt x="1939778" y="4506345"/>
                </a:moveTo>
                <a:lnTo>
                  <a:pt x="1934429" y="4497074"/>
                </a:lnTo>
                <a:lnTo>
                  <a:pt x="1943700" y="4491725"/>
                </a:lnTo>
                <a:lnTo>
                  <a:pt x="1949049" y="4500996"/>
                </a:lnTo>
                <a:lnTo>
                  <a:pt x="1939778" y="4506345"/>
                </a:lnTo>
                <a:close/>
              </a:path>
              <a:path w="6281419" h="7004050">
                <a:moveTo>
                  <a:pt x="1859749" y="4366471"/>
                </a:moveTo>
                <a:lnTo>
                  <a:pt x="1855028" y="4358291"/>
                </a:lnTo>
                <a:lnTo>
                  <a:pt x="1863207" y="4353570"/>
                </a:lnTo>
                <a:lnTo>
                  <a:pt x="1867928" y="4361749"/>
                </a:lnTo>
                <a:lnTo>
                  <a:pt x="1859749" y="4366471"/>
                </a:lnTo>
                <a:close/>
              </a:path>
              <a:path w="6281419" h="7004050">
                <a:moveTo>
                  <a:pt x="1779719" y="4226590"/>
                </a:moveTo>
                <a:lnTo>
                  <a:pt x="1775626" y="4219508"/>
                </a:lnTo>
                <a:lnTo>
                  <a:pt x="1782720" y="4215415"/>
                </a:lnTo>
                <a:lnTo>
                  <a:pt x="1786807" y="4222497"/>
                </a:lnTo>
                <a:lnTo>
                  <a:pt x="1779719" y="4226590"/>
                </a:lnTo>
                <a:close/>
              </a:path>
              <a:path w="6281419" h="7004050">
                <a:moveTo>
                  <a:pt x="1699689" y="4086715"/>
                </a:moveTo>
                <a:lnTo>
                  <a:pt x="1696224" y="4080725"/>
                </a:lnTo>
                <a:lnTo>
                  <a:pt x="1702221" y="4077260"/>
                </a:lnTo>
                <a:lnTo>
                  <a:pt x="1705680" y="4083257"/>
                </a:lnTo>
                <a:lnTo>
                  <a:pt x="1699689" y="4086715"/>
                </a:lnTo>
                <a:close/>
              </a:path>
              <a:path w="6281419" h="7004050">
                <a:moveTo>
                  <a:pt x="1619654" y="3946841"/>
                </a:moveTo>
                <a:lnTo>
                  <a:pt x="1616823" y="3941943"/>
                </a:lnTo>
                <a:lnTo>
                  <a:pt x="1621735" y="3939107"/>
                </a:lnTo>
                <a:lnTo>
                  <a:pt x="1624565" y="3944012"/>
                </a:lnTo>
                <a:lnTo>
                  <a:pt x="1619654" y="3946841"/>
                </a:lnTo>
                <a:close/>
              </a:path>
              <a:path w="6281419" h="7004050">
                <a:moveTo>
                  <a:pt x="1539630" y="3806973"/>
                </a:moveTo>
                <a:lnTo>
                  <a:pt x="1537428" y="3803154"/>
                </a:lnTo>
                <a:lnTo>
                  <a:pt x="1541241" y="3800952"/>
                </a:lnTo>
                <a:lnTo>
                  <a:pt x="1543443" y="3804772"/>
                </a:lnTo>
                <a:lnTo>
                  <a:pt x="1539630" y="3806973"/>
                </a:lnTo>
                <a:close/>
              </a:path>
              <a:path w="6281419" h="7004050">
                <a:moveTo>
                  <a:pt x="1459600" y="3667092"/>
                </a:moveTo>
                <a:lnTo>
                  <a:pt x="1458026" y="3664370"/>
                </a:lnTo>
                <a:lnTo>
                  <a:pt x="1460755" y="3662796"/>
                </a:lnTo>
                <a:lnTo>
                  <a:pt x="1462328" y="3665518"/>
                </a:lnTo>
                <a:lnTo>
                  <a:pt x="1459600" y="3667092"/>
                </a:lnTo>
                <a:close/>
              </a:path>
              <a:path w="6281419" h="7004050">
                <a:moveTo>
                  <a:pt x="1379450" y="3527649"/>
                </a:moveTo>
                <a:lnTo>
                  <a:pt x="1378193" y="3525466"/>
                </a:lnTo>
                <a:lnTo>
                  <a:pt x="1380370" y="3524210"/>
                </a:lnTo>
                <a:lnTo>
                  <a:pt x="1381633" y="3526386"/>
                </a:lnTo>
                <a:lnTo>
                  <a:pt x="1379450" y="3527649"/>
                </a:lnTo>
                <a:close/>
              </a:path>
              <a:path w="6281419" h="7004050">
                <a:moveTo>
                  <a:pt x="3517033" y="6952442"/>
                </a:moveTo>
                <a:lnTo>
                  <a:pt x="3494056" y="6912643"/>
                </a:lnTo>
                <a:lnTo>
                  <a:pt x="3533854" y="6889666"/>
                </a:lnTo>
                <a:lnTo>
                  <a:pt x="3556832" y="6929465"/>
                </a:lnTo>
                <a:lnTo>
                  <a:pt x="3517033" y="6952442"/>
                </a:lnTo>
                <a:close/>
              </a:path>
              <a:path w="6281419" h="7004050">
                <a:moveTo>
                  <a:pt x="3437003" y="6812568"/>
                </a:moveTo>
                <a:lnTo>
                  <a:pt x="3414654" y="6773854"/>
                </a:lnTo>
                <a:lnTo>
                  <a:pt x="3453362" y="6751511"/>
                </a:lnTo>
                <a:lnTo>
                  <a:pt x="3475711" y="6790219"/>
                </a:lnTo>
                <a:lnTo>
                  <a:pt x="3437003" y="6812568"/>
                </a:lnTo>
                <a:close/>
              </a:path>
              <a:path w="6281419" h="7004050">
                <a:moveTo>
                  <a:pt x="3357202" y="6671830"/>
                </a:moveTo>
                <a:lnTo>
                  <a:pt x="3336115" y="6635306"/>
                </a:lnTo>
                <a:lnTo>
                  <a:pt x="3372640" y="6614213"/>
                </a:lnTo>
                <a:lnTo>
                  <a:pt x="3393732" y="6650744"/>
                </a:lnTo>
                <a:lnTo>
                  <a:pt x="3357202" y="6671830"/>
                </a:lnTo>
                <a:close/>
              </a:path>
              <a:path w="6281419" h="7004050">
                <a:moveTo>
                  <a:pt x="3277286" y="6531524"/>
                </a:moveTo>
                <a:lnTo>
                  <a:pt x="3257145" y="6496630"/>
                </a:lnTo>
                <a:lnTo>
                  <a:pt x="3292033" y="6476489"/>
                </a:lnTo>
                <a:lnTo>
                  <a:pt x="3312180" y="6511377"/>
                </a:lnTo>
                <a:lnTo>
                  <a:pt x="3277286" y="6531524"/>
                </a:lnTo>
                <a:close/>
              </a:path>
              <a:path w="6281419" h="7004050">
                <a:moveTo>
                  <a:pt x="3197491" y="6390787"/>
                </a:moveTo>
                <a:lnTo>
                  <a:pt x="3178607" y="6358076"/>
                </a:lnTo>
                <a:lnTo>
                  <a:pt x="3211318" y="6339192"/>
                </a:lnTo>
                <a:lnTo>
                  <a:pt x="3230202" y="6371903"/>
                </a:lnTo>
                <a:lnTo>
                  <a:pt x="3197491" y="6390787"/>
                </a:lnTo>
                <a:close/>
              </a:path>
              <a:path w="6281419" h="7004050">
                <a:moveTo>
                  <a:pt x="3117569" y="6250480"/>
                </a:moveTo>
                <a:lnTo>
                  <a:pt x="3099631" y="6219413"/>
                </a:lnTo>
                <a:lnTo>
                  <a:pt x="3130711" y="6201468"/>
                </a:lnTo>
                <a:lnTo>
                  <a:pt x="3148650" y="6232542"/>
                </a:lnTo>
                <a:lnTo>
                  <a:pt x="3117569" y="6250480"/>
                </a:lnTo>
                <a:close/>
              </a:path>
              <a:path w="6281419" h="7004050">
                <a:moveTo>
                  <a:pt x="3037661" y="6110181"/>
                </a:moveTo>
                <a:lnTo>
                  <a:pt x="3020660" y="6080738"/>
                </a:lnTo>
                <a:lnTo>
                  <a:pt x="3050104" y="6063745"/>
                </a:lnTo>
                <a:lnTo>
                  <a:pt x="3067097" y="6093181"/>
                </a:lnTo>
                <a:lnTo>
                  <a:pt x="3037661" y="6110181"/>
                </a:lnTo>
                <a:close/>
              </a:path>
              <a:path w="6281419" h="7004050">
                <a:moveTo>
                  <a:pt x="2957744" y="5969869"/>
                </a:moveTo>
                <a:lnTo>
                  <a:pt x="2941690" y="5942070"/>
                </a:lnTo>
                <a:lnTo>
                  <a:pt x="2969490" y="5926022"/>
                </a:lnTo>
                <a:lnTo>
                  <a:pt x="2985544" y="5953821"/>
                </a:lnTo>
                <a:lnTo>
                  <a:pt x="2957744" y="5969869"/>
                </a:lnTo>
                <a:close/>
              </a:path>
              <a:path w="6281419" h="7004050">
                <a:moveTo>
                  <a:pt x="2877828" y="5829570"/>
                </a:moveTo>
                <a:lnTo>
                  <a:pt x="2862720" y="5803401"/>
                </a:lnTo>
                <a:lnTo>
                  <a:pt x="2888889" y="5788293"/>
                </a:lnTo>
                <a:lnTo>
                  <a:pt x="2903998" y="5814462"/>
                </a:lnTo>
                <a:lnTo>
                  <a:pt x="2877828" y="5829570"/>
                </a:lnTo>
                <a:close/>
              </a:path>
              <a:path w="6281419" h="7004050">
                <a:moveTo>
                  <a:pt x="2798027" y="5688833"/>
                </a:moveTo>
                <a:lnTo>
                  <a:pt x="2784182" y="5664847"/>
                </a:lnTo>
                <a:lnTo>
                  <a:pt x="2808167" y="5651001"/>
                </a:lnTo>
                <a:lnTo>
                  <a:pt x="2822013" y="5674980"/>
                </a:lnTo>
                <a:lnTo>
                  <a:pt x="2798027" y="5688833"/>
                </a:lnTo>
                <a:close/>
              </a:path>
              <a:path w="6281419" h="7004050">
                <a:moveTo>
                  <a:pt x="2717998" y="5548959"/>
                </a:moveTo>
                <a:lnTo>
                  <a:pt x="2704780" y="5526064"/>
                </a:lnTo>
                <a:lnTo>
                  <a:pt x="2727674" y="5512840"/>
                </a:lnTo>
                <a:lnTo>
                  <a:pt x="2740898" y="5535741"/>
                </a:lnTo>
                <a:lnTo>
                  <a:pt x="2717998" y="5548959"/>
                </a:lnTo>
                <a:close/>
              </a:path>
              <a:path w="6281419" h="7004050">
                <a:moveTo>
                  <a:pt x="2638196" y="5408221"/>
                </a:moveTo>
                <a:lnTo>
                  <a:pt x="2626242" y="5387510"/>
                </a:lnTo>
                <a:lnTo>
                  <a:pt x="2646953" y="5375549"/>
                </a:lnTo>
                <a:lnTo>
                  <a:pt x="2658908" y="5396260"/>
                </a:lnTo>
                <a:lnTo>
                  <a:pt x="2638196" y="5408221"/>
                </a:lnTo>
                <a:close/>
              </a:path>
              <a:path w="6281419" h="7004050">
                <a:moveTo>
                  <a:pt x="2558287" y="5267915"/>
                </a:moveTo>
                <a:lnTo>
                  <a:pt x="2547271" y="5248834"/>
                </a:lnTo>
                <a:lnTo>
                  <a:pt x="2566352" y="5237818"/>
                </a:lnTo>
                <a:lnTo>
                  <a:pt x="2577368" y="5256899"/>
                </a:lnTo>
                <a:lnTo>
                  <a:pt x="2558287" y="5267915"/>
                </a:lnTo>
                <a:close/>
              </a:path>
              <a:path w="6281419" h="7004050">
                <a:moveTo>
                  <a:pt x="2478258" y="5128041"/>
                </a:moveTo>
                <a:lnTo>
                  <a:pt x="2467870" y="5110052"/>
                </a:lnTo>
                <a:lnTo>
                  <a:pt x="2485853" y="5099664"/>
                </a:lnTo>
                <a:lnTo>
                  <a:pt x="2496240" y="5117660"/>
                </a:lnTo>
                <a:lnTo>
                  <a:pt x="2478258" y="5128041"/>
                </a:lnTo>
                <a:close/>
              </a:path>
              <a:path w="6281419" h="7004050">
                <a:moveTo>
                  <a:pt x="2398456" y="4987310"/>
                </a:moveTo>
                <a:lnTo>
                  <a:pt x="2389325" y="4971497"/>
                </a:lnTo>
                <a:lnTo>
                  <a:pt x="2405138" y="4962372"/>
                </a:lnTo>
                <a:lnTo>
                  <a:pt x="2414263" y="4978179"/>
                </a:lnTo>
                <a:lnTo>
                  <a:pt x="2398456" y="4987310"/>
                </a:lnTo>
                <a:close/>
              </a:path>
              <a:path w="6281419" h="7004050">
                <a:moveTo>
                  <a:pt x="2318420" y="4847436"/>
                </a:moveTo>
                <a:lnTo>
                  <a:pt x="2309924" y="4832714"/>
                </a:lnTo>
                <a:lnTo>
                  <a:pt x="2324645" y="4824211"/>
                </a:lnTo>
                <a:lnTo>
                  <a:pt x="2333142" y="4838932"/>
                </a:lnTo>
                <a:lnTo>
                  <a:pt x="2318420" y="4847436"/>
                </a:lnTo>
                <a:close/>
              </a:path>
              <a:path w="6281419" h="7004050">
                <a:moveTo>
                  <a:pt x="2238505" y="4707124"/>
                </a:moveTo>
                <a:lnTo>
                  <a:pt x="2230954" y="4694039"/>
                </a:lnTo>
                <a:lnTo>
                  <a:pt x="2244038" y="4686488"/>
                </a:lnTo>
                <a:lnTo>
                  <a:pt x="2251589" y="4699572"/>
                </a:lnTo>
                <a:lnTo>
                  <a:pt x="2238505" y="4707124"/>
                </a:lnTo>
                <a:close/>
              </a:path>
              <a:path w="6281419" h="7004050">
                <a:moveTo>
                  <a:pt x="2158595" y="4566824"/>
                </a:moveTo>
                <a:lnTo>
                  <a:pt x="2151984" y="4555371"/>
                </a:lnTo>
                <a:lnTo>
                  <a:pt x="2163431" y="4548759"/>
                </a:lnTo>
                <a:lnTo>
                  <a:pt x="2170043" y="4560212"/>
                </a:lnTo>
                <a:lnTo>
                  <a:pt x="2158595" y="4566824"/>
                </a:lnTo>
                <a:close/>
              </a:path>
              <a:path w="6281419" h="7004050">
                <a:moveTo>
                  <a:pt x="2078680" y="4426512"/>
                </a:moveTo>
                <a:lnTo>
                  <a:pt x="2073013" y="4416702"/>
                </a:lnTo>
                <a:lnTo>
                  <a:pt x="2082824" y="4411035"/>
                </a:lnTo>
                <a:lnTo>
                  <a:pt x="2088490" y="4420852"/>
                </a:lnTo>
                <a:lnTo>
                  <a:pt x="2078680" y="4426512"/>
                </a:lnTo>
                <a:close/>
              </a:path>
              <a:path w="6281419" h="7004050">
                <a:moveTo>
                  <a:pt x="1998650" y="4286637"/>
                </a:moveTo>
                <a:lnTo>
                  <a:pt x="1993612" y="4277919"/>
                </a:lnTo>
                <a:lnTo>
                  <a:pt x="2002337" y="4272880"/>
                </a:lnTo>
                <a:lnTo>
                  <a:pt x="2007369" y="4281605"/>
                </a:lnTo>
                <a:lnTo>
                  <a:pt x="1998650" y="4286637"/>
                </a:lnTo>
                <a:close/>
              </a:path>
              <a:path w="6281419" h="7004050">
                <a:moveTo>
                  <a:pt x="1918614" y="4146764"/>
                </a:moveTo>
                <a:lnTo>
                  <a:pt x="1914210" y="4139130"/>
                </a:lnTo>
                <a:lnTo>
                  <a:pt x="1921844" y="4134726"/>
                </a:lnTo>
                <a:lnTo>
                  <a:pt x="1926248" y="4142360"/>
                </a:lnTo>
                <a:lnTo>
                  <a:pt x="1918614" y="4146764"/>
                </a:lnTo>
                <a:close/>
              </a:path>
              <a:path w="6281419" h="7004050">
                <a:moveTo>
                  <a:pt x="1838584" y="4006890"/>
                </a:moveTo>
                <a:lnTo>
                  <a:pt x="1834809" y="4000354"/>
                </a:lnTo>
                <a:lnTo>
                  <a:pt x="1841357" y="3996572"/>
                </a:lnTo>
                <a:lnTo>
                  <a:pt x="1845133" y="4003114"/>
                </a:lnTo>
                <a:lnTo>
                  <a:pt x="1838584" y="4006890"/>
                </a:lnTo>
                <a:close/>
              </a:path>
              <a:path w="6281419" h="7004050">
                <a:moveTo>
                  <a:pt x="1758561" y="3867015"/>
                </a:moveTo>
                <a:lnTo>
                  <a:pt x="1755414" y="3861559"/>
                </a:lnTo>
                <a:lnTo>
                  <a:pt x="1760865" y="3858411"/>
                </a:lnTo>
                <a:lnTo>
                  <a:pt x="1764012" y="3863868"/>
                </a:lnTo>
                <a:lnTo>
                  <a:pt x="1758561" y="3867015"/>
                </a:lnTo>
                <a:close/>
              </a:path>
              <a:path w="6281419" h="7004050">
                <a:moveTo>
                  <a:pt x="1678531" y="3727134"/>
                </a:moveTo>
                <a:lnTo>
                  <a:pt x="1676012" y="3722775"/>
                </a:lnTo>
                <a:lnTo>
                  <a:pt x="1680365" y="3720256"/>
                </a:lnTo>
                <a:lnTo>
                  <a:pt x="1682884" y="3724622"/>
                </a:lnTo>
                <a:lnTo>
                  <a:pt x="1678531" y="3727134"/>
                </a:lnTo>
                <a:close/>
              </a:path>
              <a:path w="6281419" h="7004050">
                <a:moveTo>
                  <a:pt x="1598495" y="3587260"/>
                </a:moveTo>
                <a:lnTo>
                  <a:pt x="1596611" y="3583992"/>
                </a:lnTo>
                <a:lnTo>
                  <a:pt x="1599879" y="3582108"/>
                </a:lnTo>
                <a:lnTo>
                  <a:pt x="1601769" y="3585376"/>
                </a:lnTo>
                <a:lnTo>
                  <a:pt x="1598495" y="3587260"/>
                </a:lnTo>
                <a:close/>
              </a:path>
              <a:path w="6281419" h="7004050">
                <a:moveTo>
                  <a:pt x="1518467" y="3447386"/>
                </a:moveTo>
                <a:lnTo>
                  <a:pt x="1517203" y="3445210"/>
                </a:lnTo>
                <a:lnTo>
                  <a:pt x="1519385" y="3443947"/>
                </a:lnTo>
                <a:lnTo>
                  <a:pt x="1520648" y="3446130"/>
                </a:lnTo>
                <a:lnTo>
                  <a:pt x="1518467" y="3447386"/>
                </a:lnTo>
                <a:close/>
              </a:path>
              <a:path w="6281419" h="7004050">
                <a:moveTo>
                  <a:pt x="1438322" y="3307943"/>
                </a:moveTo>
                <a:lnTo>
                  <a:pt x="1437376" y="3306306"/>
                </a:lnTo>
                <a:lnTo>
                  <a:pt x="1439007" y="3305361"/>
                </a:lnTo>
                <a:lnTo>
                  <a:pt x="1439952" y="3307004"/>
                </a:lnTo>
                <a:lnTo>
                  <a:pt x="1438322" y="3307943"/>
                </a:lnTo>
                <a:close/>
              </a:path>
              <a:path w="6281419" h="7004050">
                <a:moveTo>
                  <a:pt x="3752676" y="7003925"/>
                </a:moveTo>
                <a:lnTo>
                  <a:pt x="3729932" y="7003925"/>
                </a:lnTo>
                <a:lnTo>
                  <a:pt x="3710755" y="6970706"/>
                </a:lnTo>
                <a:lnTo>
                  <a:pt x="3753822" y="6945844"/>
                </a:lnTo>
                <a:lnTo>
                  <a:pt x="3778684" y="6988911"/>
                </a:lnTo>
                <a:lnTo>
                  <a:pt x="3752676" y="7003925"/>
                </a:lnTo>
                <a:close/>
              </a:path>
              <a:path w="6281419" h="7004050">
                <a:moveTo>
                  <a:pt x="3655708" y="6873474"/>
                </a:moveTo>
                <a:lnTo>
                  <a:pt x="3631785" y="6832037"/>
                </a:lnTo>
                <a:lnTo>
                  <a:pt x="3673215" y="6808115"/>
                </a:lnTo>
                <a:lnTo>
                  <a:pt x="3697138" y="6849551"/>
                </a:lnTo>
                <a:lnTo>
                  <a:pt x="3655708" y="6873474"/>
                </a:lnTo>
                <a:close/>
              </a:path>
              <a:path w="6281419" h="7004050">
                <a:moveTo>
                  <a:pt x="3575786" y="6733167"/>
                </a:moveTo>
                <a:lnTo>
                  <a:pt x="3552809" y="6693369"/>
                </a:lnTo>
                <a:lnTo>
                  <a:pt x="3592608" y="6670391"/>
                </a:lnTo>
                <a:lnTo>
                  <a:pt x="3615585" y="6710190"/>
                </a:lnTo>
                <a:lnTo>
                  <a:pt x="3575786" y="6733167"/>
                </a:lnTo>
                <a:close/>
              </a:path>
              <a:path w="6281419" h="7004050">
                <a:moveTo>
                  <a:pt x="3495870" y="6592855"/>
                </a:moveTo>
                <a:lnTo>
                  <a:pt x="3473839" y="6554700"/>
                </a:lnTo>
                <a:lnTo>
                  <a:pt x="3512007" y="6532661"/>
                </a:lnTo>
                <a:lnTo>
                  <a:pt x="3534039" y="6570823"/>
                </a:lnTo>
                <a:lnTo>
                  <a:pt x="3495870" y="6592855"/>
                </a:lnTo>
                <a:close/>
              </a:path>
              <a:path w="6281419" h="7004050">
                <a:moveTo>
                  <a:pt x="3416075" y="6452124"/>
                </a:moveTo>
                <a:lnTo>
                  <a:pt x="3395300" y="6416145"/>
                </a:lnTo>
                <a:lnTo>
                  <a:pt x="3431279" y="6395369"/>
                </a:lnTo>
                <a:lnTo>
                  <a:pt x="3452054" y="6431349"/>
                </a:lnTo>
                <a:lnTo>
                  <a:pt x="3416075" y="6452124"/>
                </a:lnTo>
                <a:close/>
              </a:path>
              <a:path w="6281419" h="7004050">
                <a:moveTo>
                  <a:pt x="3336159" y="6311818"/>
                </a:moveTo>
                <a:lnTo>
                  <a:pt x="3316330" y="6277470"/>
                </a:lnTo>
                <a:lnTo>
                  <a:pt x="3350672" y="6257646"/>
                </a:lnTo>
                <a:lnTo>
                  <a:pt x="3370501" y="6291994"/>
                </a:lnTo>
                <a:lnTo>
                  <a:pt x="3336159" y="6311818"/>
                </a:lnTo>
                <a:close/>
              </a:path>
              <a:path w="6281419" h="7004050">
                <a:moveTo>
                  <a:pt x="3256243" y="6171512"/>
                </a:moveTo>
                <a:lnTo>
                  <a:pt x="3237359" y="6138807"/>
                </a:lnTo>
                <a:lnTo>
                  <a:pt x="3270064" y="6119923"/>
                </a:lnTo>
                <a:lnTo>
                  <a:pt x="3288948" y="6152628"/>
                </a:lnTo>
                <a:lnTo>
                  <a:pt x="3256243" y="6171512"/>
                </a:lnTo>
                <a:close/>
              </a:path>
              <a:path w="6281419" h="7004050">
                <a:moveTo>
                  <a:pt x="3176442" y="6030775"/>
                </a:moveTo>
                <a:lnTo>
                  <a:pt x="3158821" y="6000253"/>
                </a:lnTo>
                <a:lnTo>
                  <a:pt x="3189350" y="5982625"/>
                </a:lnTo>
                <a:lnTo>
                  <a:pt x="3206971" y="6013153"/>
                </a:lnTo>
                <a:lnTo>
                  <a:pt x="3176442" y="6030775"/>
                </a:lnTo>
                <a:close/>
              </a:path>
              <a:path w="6281419" h="7004050">
                <a:moveTo>
                  <a:pt x="3096413" y="5890900"/>
                </a:moveTo>
                <a:lnTo>
                  <a:pt x="3079419" y="5861464"/>
                </a:lnTo>
                <a:lnTo>
                  <a:pt x="3108856" y="5844470"/>
                </a:lnTo>
                <a:lnTo>
                  <a:pt x="3125849" y="5873907"/>
                </a:lnTo>
                <a:lnTo>
                  <a:pt x="3096413" y="5890900"/>
                </a:lnTo>
                <a:close/>
              </a:path>
              <a:path w="6281419" h="7004050">
                <a:moveTo>
                  <a:pt x="3016611" y="5750169"/>
                </a:moveTo>
                <a:lnTo>
                  <a:pt x="3000875" y="5722909"/>
                </a:lnTo>
                <a:lnTo>
                  <a:pt x="3028135" y="5707172"/>
                </a:lnTo>
                <a:lnTo>
                  <a:pt x="3043872" y="5734432"/>
                </a:lnTo>
                <a:lnTo>
                  <a:pt x="3016611" y="5750169"/>
                </a:lnTo>
                <a:close/>
              </a:path>
              <a:path w="6281419" h="7004050">
                <a:moveTo>
                  <a:pt x="2936816" y="5609432"/>
                </a:moveTo>
                <a:lnTo>
                  <a:pt x="2922336" y="5584355"/>
                </a:lnTo>
                <a:lnTo>
                  <a:pt x="2947413" y="5569874"/>
                </a:lnTo>
                <a:lnTo>
                  <a:pt x="2961894" y="5594958"/>
                </a:lnTo>
                <a:lnTo>
                  <a:pt x="2936816" y="5609432"/>
                </a:lnTo>
                <a:close/>
              </a:path>
              <a:path w="6281419" h="7004050">
                <a:moveTo>
                  <a:pt x="2856901" y="5469126"/>
                </a:moveTo>
                <a:lnTo>
                  <a:pt x="2843366" y="5445679"/>
                </a:lnTo>
                <a:lnTo>
                  <a:pt x="2866806" y="5432150"/>
                </a:lnTo>
                <a:lnTo>
                  <a:pt x="2880341" y="5455591"/>
                </a:lnTo>
                <a:lnTo>
                  <a:pt x="2856901" y="5469126"/>
                </a:lnTo>
                <a:close/>
              </a:path>
              <a:path w="6281419" h="7004050">
                <a:moveTo>
                  <a:pt x="2776871" y="5329252"/>
                </a:moveTo>
                <a:lnTo>
                  <a:pt x="2763964" y="5306903"/>
                </a:lnTo>
                <a:lnTo>
                  <a:pt x="2786313" y="5293996"/>
                </a:lnTo>
                <a:lnTo>
                  <a:pt x="2799220" y="5316345"/>
                </a:lnTo>
                <a:lnTo>
                  <a:pt x="2776871" y="5329252"/>
                </a:lnTo>
                <a:close/>
              </a:path>
              <a:path w="6281419" h="7004050">
                <a:moveTo>
                  <a:pt x="2697070" y="5188514"/>
                </a:moveTo>
                <a:lnTo>
                  <a:pt x="2685419" y="5168342"/>
                </a:lnTo>
                <a:lnTo>
                  <a:pt x="2705592" y="5156698"/>
                </a:lnTo>
                <a:lnTo>
                  <a:pt x="2717242" y="5176871"/>
                </a:lnTo>
                <a:lnTo>
                  <a:pt x="2697070" y="5188514"/>
                </a:lnTo>
                <a:close/>
              </a:path>
              <a:path w="6281419" h="7004050">
                <a:moveTo>
                  <a:pt x="2617034" y="5048640"/>
                </a:moveTo>
                <a:lnTo>
                  <a:pt x="2606018" y="5029559"/>
                </a:lnTo>
                <a:lnTo>
                  <a:pt x="2625099" y="5018543"/>
                </a:lnTo>
                <a:lnTo>
                  <a:pt x="2636115" y="5037624"/>
                </a:lnTo>
                <a:lnTo>
                  <a:pt x="2617034" y="5048640"/>
                </a:lnTo>
                <a:close/>
              </a:path>
              <a:path w="6281419" h="7004050">
                <a:moveTo>
                  <a:pt x="2537239" y="4907903"/>
                </a:moveTo>
                <a:lnTo>
                  <a:pt x="2527486" y="4891005"/>
                </a:lnTo>
                <a:lnTo>
                  <a:pt x="2544384" y="4881252"/>
                </a:lnTo>
                <a:lnTo>
                  <a:pt x="2554137" y="4898150"/>
                </a:lnTo>
                <a:lnTo>
                  <a:pt x="2537239" y="4907903"/>
                </a:lnTo>
                <a:close/>
              </a:path>
              <a:path w="6281419" h="7004050">
                <a:moveTo>
                  <a:pt x="2457323" y="4767597"/>
                </a:moveTo>
                <a:lnTo>
                  <a:pt x="2448516" y="4752336"/>
                </a:lnTo>
                <a:lnTo>
                  <a:pt x="2463777" y="4743528"/>
                </a:lnTo>
                <a:lnTo>
                  <a:pt x="2472584" y="4758789"/>
                </a:lnTo>
                <a:lnTo>
                  <a:pt x="2457323" y="4767597"/>
                </a:lnTo>
                <a:close/>
              </a:path>
              <a:path w="6281419" h="7004050">
                <a:moveTo>
                  <a:pt x="2377294" y="4627722"/>
                </a:moveTo>
                <a:lnTo>
                  <a:pt x="2369108" y="4613553"/>
                </a:lnTo>
                <a:lnTo>
                  <a:pt x="2383284" y="4605367"/>
                </a:lnTo>
                <a:lnTo>
                  <a:pt x="2391463" y="4619543"/>
                </a:lnTo>
                <a:lnTo>
                  <a:pt x="2377294" y="4627722"/>
                </a:lnTo>
                <a:close/>
              </a:path>
              <a:path w="6281419" h="7004050">
                <a:moveTo>
                  <a:pt x="2297384" y="4487423"/>
                </a:moveTo>
                <a:lnTo>
                  <a:pt x="2290144" y="4474879"/>
                </a:lnTo>
                <a:lnTo>
                  <a:pt x="2302676" y="4467644"/>
                </a:lnTo>
                <a:lnTo>
                  <a:pt x="2309917" y="4480183"/>
                </a:lnTo>
                <a:lnTo>
                  <a:pt x="2297384" y="4487423"/>
                </a:lnTo>
                <a:close/>
              </a:path>
              <a:path w="6281419" h="7004050">
                <a:moveTo>
                  <a:pt x="2217462" y="4347117"/>
                </a:moveTo>
                <a:lnTo>
                  <a:pt x="2211168" y="4336209"/>
                </a:lnTo>
                <a:lnTo>
                  <a:pt x="2222069" y="4329914"/>
                </a:lnTo>
                <a:lnTo>
                  <a:pt x="2228364" y="4340823"/>
                </a:lnTo>
                <a:lnTo>
                  <a:pt x="2217462" y="4347117"/>
                </a:lnTo>
                <a:close/>
              </a:path>
              <a:path w="6281419" h="7004050">
                <a:moveTo>
                  <a:pt x="2137547" y="4206811"/>
                </a:moveTo>
                <a:lnTo>
                  <a:pt x="2132197" y="4197540"/>
                </a:lnTo>
                <a:lnTo>
                  <a:pt x="2141468" y="4192191"/>
                </a:lnTo>
                <a:lnTo>
                  <a:pt x="2146818" y="4201462"/>
                </a:lnTo>
                <a:lnTo>
                  <a:pt x="2137547" y="4206811"/>
                </a:lnTo>
                <a:close/>
              </a:path>
              <a:path w="6281419" h="7004050">
                <a:moveTo>
                  <a:pt x="2057517" y="4066937"/>
                </a:moveTo>
                <a:lnTo>
                  <a:pt x="2052796" y="4058758"/>
                </a:lnTo>
                <a:lnTo>
                  <a:pt x="2060975" y="4054037"/>
                </a:lnTo>
                <a:lnTo>
                  <a:pt x="2065696" y="4062216"/>
                </a:lnTo>
                <a:lnTo>
                  <a:pt x="2057517" y="4066937"/>
                </a:lnTo>
                <a:close/>
              </a:path>
              <a:path w="6281419" h="7004050">
                <a:moveTo>
                  <a:pt x="1977373" y="3927488"/>
                </a:moveTo>
                <a:lnTo>
                  <a:pt x="1972963" y="3919854"/>
                </a:lnTo>
                <a:lnTo>
                  <a:pt x="1980596" y="3915444"/>
                </a:lnTo>
                <a:lnTo>
                  <a:pt x="1985007" y="3923078"/>
                </a:lnTo>
                <a:lnTo>
                  <a:pt x="1977373" y="3927488"/>
                </a:lnTo>
                <a:close/>
              </a:path>
              <a:path w="6281419" h="7004050">
                <a:moveTo>
                  <a:pt x="1897458" y="3787182"/>
                </a:moveTo>
                <a:lnTo>
                  <a:pt x="1893993" y="3781185"/>
                </a:lnTo>
                <a:lnTo>
                  <a:pt x="1899990" y="3777721"/>
                </a:lnTo>
                <a:lnTo>
                  <a:pt x="1903454" y="3783724"/>
                </a:lnTo>
                <a:lnTo>
                  <a:pt x="1897458" y="3787182"/>
                </a:lnTo>
                <a:close/>
              </a:path>
              <a:path w="6281419" h="7004050">
                <a:moveTo>
                  <a:pt x="1817428" y="3647308"/>
                </a:moveTo>
                <a:lnTo>
                  <a:pt x="1814598" y="3642403"/>
                </a:lnTo>
                <a:lnTo>
                  <a:pt x="1819503" y="3639566"/>
                </a:lnTo>
                <a:lnTo>
                  <a:pt x="1822333" y="3644478"/>
                </a:lnTo>
                <a:lnTo>
                  <a:pt x="1817428" y="3647308"/>
                </a:lnTo>
                <a:close/>
              </a:path>
              <a:path w="6281419" h="7004050">
                <a:moveTo>
                  <a:pt x="1737398" y="3507434"/>
                </a:moveTo>
                <a:lnTo>
                  <a:pt x="1735190" y="3503614"/>
                </a:lnTo>
                <a:lnTo>
                  <a:pt x="1739010" y="3501412"/>
                </a:lnTo>
                <a:lnTo>
                  <a:pt x="1741218" y="3505232"/>
                </a:lnTo>
                <a:lnTo>
                  <a:pt x="1737398" y="3507434"/>
                </a:lnTo>
                <a:close/>
              </a:path>
              <a:path w="6281419" h="7004050">
                <a:moveTo>
                  <a:pt x="1657368" y="3367560"/>
                </a:moveTo>
                <a:lnTo>
                  <a:pt x="1655795" y="3364837"/>
                </a:lnTo>
                <a:lnTo>
                  <a:pt x="1658517" y="3363263"/>
                </a:lnTo>
                <a:lnTo>
                  <a:pt x="1660091" y="3365986"/>
                </a:lnTo>
                <a:lnTo>
                  <a:pt x="1657368" y="3367560"/>
                </a:lnTo>
                <a:close/>
              </a:path>
              <a:path w="6281419" h="7004050">
                <a:moveTo>
                  <a:pt x="1577339" y="3227685"/>
                </a:moveTo>
                <a:lnTo>
                  <a:pt x="1576393" y="3226042"/>
                </a:lnTo>
                <a:lnTo>
                  <a:pt x="1578024" y="3225103"/>
                </a:lnTo>
                <a:lnTo>
                  <a:pt x="1578969" y="3226740"/>
                </a:lnTo>
                <a:lnTo>
                  <a:pt x="1577339" y="3227685"/>
                </a:lnTo>
                <a:close/>
              </a:path>
              <a:path w="6281419" h="7004050">
                <a:moveTo>
                  <a:pt x="3975251" y="7003925"/>
                </a:moveTo>
                <a:lnTo>
                  <a:pt x="3969859" y="7003925"/>
                </a:lnTo>
                <a:lnTo>
                  <a:pt x="3973903" y="7001590"/>
                </a:lnTo>
                <a:lnTo>
                  <a:pt x="3975251" y="7003925"/>
                </a:lnTo>
                <a:close/>
              </a:path>
              <a:path w="6281419" h="7004050">
                <a:moveTo>
                  <a:pt x="3874170" y="6935241"/>
                </a:moveTo>
                <a:lnTo>
                  <a:pt x="3848046" y="6889992"/>
                </a:lnTo>
                <a:lnTo>
                  <a:pt x="3893295" y="6863867"/>
                </a:lnTo>
                <a:lnTo>
                  <a:pt x="3919420" y="6909117"/>
                </a:lnTo>
                <a:lnTo>
                  <a:pt x="3874170" y="6935241"/>
                </a:lnTo>
                <a:close/>
              </a:path>
              <a:path w="6281419" h="7004050">
                <a:moveTo>
                  <a:pt x="3794375" y="6794498"/>
                </a:moveTo>
                <a:lnTo>
                  <a:pt x="3769507" y="6751431"/>
                </a:lnTo>
                <a:lnTo>
                  <a:pt x="3812574" y="6726562"/>
                </a:lnTo>
                <a:lnTo>
                  <a:pt x="3837442" y="6769629"/>
                </a:lnTo>
                <a:lnTo>
                  <a:pt x="3794375" y="6794498"/>
                </a:lnTo>
                <a:close/>
              </a:path>
              <a:path w="6281419" h="7004050">
                <a:moveTo>
                  <a:pt x="3714453" y="6654199"/>
                </a:moveTo>
                <a:lnTo>
                  <a:pt x="3690531" y="6612762"/>
                </a:lnTo>
                <a:lnTo>
                  <a:pt x="3731967" y="6588840"/>
                </a:lnTo>
                <a:lnTo>
                  <a:pt x="3755889" y="6630276"/>
                </a:lnTo>
                <a:lnTo>
                  <a:pt x="3714453" y="6654199"/>
                </a:lnTo>
                <a:close/>
              </a:path>
              <a:path w="6281419" h="7004050">
                <a:moveTo>
                  <a:pt x="3634538" y="6513886"/>
                </a:moveTo>
                <a:lnTo>
                  <a:pt x="3611561" y="6474094"/>
                </a:lnTo>
                <a:lnTo>
                  <a:pt x="3651359" y="6451116"/>
                </a:lnTo>
                <a:lnTo>
                  <a:pt x="3674336" y="6490909"/>
                </a:lnTo>
                <a:lnTo>
                  <a:pt x="3634538" y="6513886"/>
                </a:lnTo>
                <a:close/>
              </a:path>
              <a:path w="6281419" h="7004050">
                <a:moveTo>
                  <a:pt x="3554628" y="6373587"/>
                </a:moveTo>
                <a:lnTo>
                  <a:pt x="3532590" y="6335419"/>
                </a:lnTo>
                <a:lnTo>
                  <a:pt x="3570752" y="6313387"/>
                </a:lnTo>
                <a:lnTo>
                  <a:pt x="3592784" y="6351556"/>
                </a:lnTo>
                <a:lnTo>
                  <a:pt x="3554628" y="6373587"/>
                </a:lnTo>
                <a:close/>
              </a:path>
              <a:path w="6281419" h="7004050">
                <a:moveTo>
                  <a:pt x="3474828" y="6232856"/>
                </a:moveTo>
                <a:lnTo>
                  <a:pt x="3454052" y="6196870"/>
                </a:lnTo>
                <a:lnTo>
                  <a:pt x="3490038" y="6176095"/>
                </a:lnTo>
                <a:lnTo>
                  <a:pt x="3510813" y="6212081"/>
                </a:lnTo>
                <a:lnTo>
                  <a:pt x="3474828" y="6232856"/>
                </a:lnTo>
                <a:close/>
              </a:path>
              <a:path w="6281419" h="7004050">
                <a:moveTo>
                  <a:pt x="3394912" y="6092544"/>
                </a:moveTo>
                <a:lnTo>
                  <a:pt x="3375082" y="6058202"/>
                </a:lnTo>
                <a:lnTo>
                  <a:pt x="3409424" y="6038372"/>
                </a:lnTo>
                <a:lnTo>
                  <a:pt x="3429254" y="6072714"/>
                </a:lnTo>
                <a:lnTo>
                  <a:pt x="3394912" y="6092544"/>
                </a:lnTo>
                <a:close/>
              </a:path>
              <a:path w="6281419" h="7004050">
                <a:moveTo>
                  <a:pt x="3315118" y="5951806"/>
                </a:moveTo>
                <a:lnTo>
                  <a:pt x="3296544" y="5919647"/>
                </a:lnTo>
                <a:lnTo>
                  <a:pt x="3328709" y="5901074"/>
                </a:lnTo>
                <a:lnTo>
                  <a:pt x="3347276" y="5933240"/>
                </a:lnTo>
                <a:lnTo>
                  <a:pt x="3315118" y="5951806"/>
                </a:lnTo>
                <a:close/>
              </a:path>
              <a:path w="6281419" h="7004050">
                <a:moveTo>
                  <a:pt x="3235316" y="5811075"/>
                </a:moveTo>
                <a:lnTo>
                  <a:pt x="3217999" y="5781086"/>
                </a:lnTo>
                <a:lnTo>
                  <a:pt x="3247981" y="5763776"/>
                </a:lnTo>
                <a:lnTo>
                  <a:pt x="3265298" y="5793764"/>
                </a:lnTo>
                <a:lnTo>
                  <a:pt x="3235316" y="5811075"/>
                </a:lnTo>
                <a:close/>
              </a:path>
              <a:path w="6281419" h="7004050">
                <a:moveTo>
                  <a:pt x="3155280" y="5671201"/>
                </a:moveTo>
                <a:lnTo>
                  <a:pt x="3138597" y="5642303"/>
                </a:lnTo>
                <a:lnTo>
                  <a:pt x="3167495" y="5625621"/>
                </a:lnTo>
                <a:lnTo>
                  <a:pt x="3184177" y="5654519"/>
                </a:lnTo>
                <a:lnTo>
                  <a:pt x="3155280" y="5671201"/>
                </a:lnTo>
                <a:close/>
              </a:path>
              <a:path w="6281419" h="7004050">
                <a:moveTo>
                  <a:pt x="3075485" y="5530457"/>
                </a:moveTo>
                <a:lnTo>
                  <a:pt x="3060065" y="5503749"/>
                </a:lnTo>
                <a:lnTo>
                  <a:pt x="3086773" y="5488330"/>
                </a:lnTo>
                <a:lnTo>
                  <a:pt x="3102193" y="5515038"/>
                </a:lnTo>
                <a:lnTo>
                  <a:pt x="3075485" y="5530457"/>
                </a:lnTo>
                <a:close/>
              </a:path>
              <a:path w="6281419" h="7004050">
                <a:moveTo>
                  <a:pt x="2995684" y="5389726"/>
                </a:moveTo>
                <a:lnTo>
                  <a:pt x="2981520" y="5365194"/>
                </a:lnTo>
                <a:lnTo>
                  <a:pt x="3006052" y="5351031"/>
                </a:lnTo>
                <a:lnTo>
                  <a:pt x="3020215" y="5375563"/>
                </a:lnTo>
                <a:lnTo>
                  <a:pt x="2995684" y="5389726"/>
                </a:lnTo>
                <a:close/>
              </a:path>
              <a:path w="6281419" h="7004050">
                <a:moveTo>
                  <a:pt x="2915768" y="5249427"/>
                </a:moveTo>
                <a:lnTo>
                  <a:pt x="2902550" y="5226526"/>
                </a:lnTo>
                <a:lnTo>
                  <a:pt x="2925445" y="5213308"/>
                </a:lnTo>
                <a:lnTo>
                  <a:pt x="2938663" y="5236209"/>
                </a:lnTo>
                <a:lnTo>
                  <a:pt x="2915768" y="5249427"/>
                </a:lnTo>
                <a:close/>
              </a:path>
              <a:path w="6281419" h="7004050">
                <a:moveTo>
                  <a:pt x="2835853" y="5109115"/>
                </a:moveTo>
                <a:lnTo>
                  <a:pt x="2823580" y="5087851"/>
                </a:lnTo>
                <a:lnTo>
                  <a:pt x="2844838" y="5075579"/>
                </a:lnTo>
                <a:lnTo>
                  <a:pt x="2857116" y="5096843"/>
                </a:lnTo>
                <a:lnTo>
                  <a:pt x="2835853" y="5109115"/>
                </a:lnTo>
                <a:close/>
              </a:path>
              <a:path w="6281419" h="7004050">
                <a:moveTo>
                  <a:pt x="2755943" y="4968816"/>
                </a:moveTo>
                <a:lnTo>
                  <a:pt x="2744610" y="4949182"/>
                </a:lnTo>
                <a:lnTo>
                  <a:pt x="2764230" y="4937856"/>
                </a:lnTo>
                <a:lnTo>
                  <a:pt x="2775563" y="4957482"/>
                </a:lnTo>
                <a:lnTo>
                  <a:pt x="2755943" y="4968816"/>
                </a:lnTo>
                <a:close/>
              </a:path>
              <a:path w="6281419" h="7004050">
                <a:moveTo>
                  <a:pt x="2676021" y="4828509"/>
                </a:moveTo>
                <a:lnTo>
                  <a:pt x="2665633" y="4810513"/>
                </a:lnTo>
                <a:lnTo>
                  <a:pt x="2683623" y="4800126"/>
                </a:lnTo>
                <a:lnTo>
                  <a:pt x="2694011" y="4818122"/>
                </a:lnTo>
                <a:lnTo>
                  <a:pt x="2676021" y="4828509"/>
                </a:lnTo>
                <a:close/>
              </a:path>
              <a:path w="6281419" h="7004050">
                <a:moveTo>
                  <a:pt x="2596106" y="4688197"/>
                </a:moveTo>
                <a:lnTo>
                  <a:pt x="2586664" y="4671845"/>
                </a:lnTo>
                <a:lnTo>
                  <a:pt x="2603016" y="4662403"/>
                </a:lnTo>
                <a:lnTo>
                  <a:pt x="2612458" y="4678755"/>
                </a:lnTo>
                <a:lnTo>
                  <a:pt x="2596106" y="4688197"/>
                </a:lnTo>
                <a:close/>
              </a:path>
              <a:path w="6281419" h="7004050">
                <a:moveTo>
                  <a:pt x="2516196" y="4547898"/>
                </a:moveTo>
                <a:lnTo>
                  <a:pt x="2507693" y="4533176"/>
                </a:lnTo>
                <a:lnTo>
                  <a:pt x="2522409" y="4524680"/>
                </a:lnTo>
                <a:lnTo>
                  <a:pt x="2530912" y="4539402"/>
                </a:lnTo>
                <a:lnTo>
                  <a:pt x="2516196" y="4547898"/>
                </a:lnTo>
                <a:close/>
              </a:path>
              <a:path w="6281419" h="7004050">
                <a:moveTo>
                  <a:pt x="2436160" y="4408024"/>
                </a:moveTo>
                <a:lnTo>
                  <a:pt x="2428292" y="4394393"/>
                </a:lnTo>
                <a:lnTo>
                  <a:pt x="2441922" y="4386525"/>
                </a:lnTo>
                <a:lnTo>
                  <a:pt x="2449791" y="4400155"/>
                </a:lnTo>
                <a:lnTo>
                  <a:pt x="2436160" y="4408024"/>
                </a:lnTo>
                <a:close/>
              </a:path>
              <a:path w="6281419" h="7004050">
                <a:moveTo>
                  <a:pt x="2356365" y="4267287"/>
                </a:moveTo>
                <a:lnTo>
                  <a:pt x="2349753" y="4255833"/>
                </a:lnTo>
                <a:lnTo>
                  <a:pt x="2361201" y="4249227"/>
                </a:lnTo>
                <a:lnTo>
                  <a:pt x="2367813" y="4260674"/>
                </a:lnTo>
                <a:lnTo>
                  <a:pt x="2356365" y="4267287"/>
                </a:lnTo>
                <a:close/>
              </a:path>
              <a:path w="6281419" h="7004050">
                <a:moveTo>
                  <a:pt x="2276443" y="4126980"/>
                </a:moveTo>
                <a:lnTo>
                  <a:pt x="2270783" y="4117170"/>
                </a:lnTo>
                <a:lnTo>
                  <a:pt x="2280600" y="4111504"/>
                </a:lnTo>
                <a:lnTo>
                  <a:pt x="2286260" y="4121314"/>
                </a:lnTo>
                <a:lnTo>
                  <a:pt x="2276443" y="4126980"/>
                </a:lnTo>
                <a:close/>
              </a:path>
              <a:path w="6281419" h="7004050">
                <a:moveTo>
                  <a:pt x="2196420" y="3987099"/>
                </a:moveTo>
                <a:lnTo>
                  <a:pt x="2191382" y="3978381"/>
                </a:lnTo>
                <a:lnTo>
                  <a:pt x="2200107" y="3973349"/>
                </a:lnTo>
                <a:lnTo>
                  <a:pt x="2205139" y="3982068"/>
                </a:lnTo>
                <a:lnTo>
                  <a:pt x="2196420" y="3987099"/>
                </a:lnTo>
                <a:close/>
              </a:path>
              <a:path w="6281419" h="7004050">
                <a:moveTo>
                  <a:pt x="2116390" y="3847225"/>
                </a:moveTo>
                <a:lnTo>
                  <a:pt x="2111980" y="3839591"/>
                </a:lnTo>
                <a:lnTo>
                  <a:pt x="2119614" y="3835187"/>
                </a:lnTo>
                <a:lnTo>
                  <a:pt x="2124024" y="3842821"/>
                </a:lnTo>
                <a:lnTo>
                  <a:pt x="2116390" y="3847225"/>
                </a:lnTo>
                <a:close/>
              </a:path>
              <a:path w="6281419" h="7004050">
                <a:moveTo>
                  <a:pt x="2036354" y="3707351"/>
                </a:moveTo>
                <a:lnTo>
                  <a:pt x="2032579" y="3700815"/>
                </a:lnTo>
                <a:lnTo>
                  <a:pt x="2039121" y="3697040"/>
                </a:lnTo>
                <a:lnTo>
                  <a:pt x="2042897" y="3703575"/>
                </a:lnTo>
                <a:lnTo>
                  <a:pt x="2036354" y="3707351"/>
                </a:lnTo>
                <a:close/>
              </a:path>
              <a:path w="6281419" h="7004050">
                <a:moveTo>
                  <a:pt x="1956325" y="3567477"/>
                </a:moveTo>
                <a:lnTo>
                  <a:pt x="1953177" y="3562026"/>
                </a:lnTo>
                <a:lnTo>
                  <a:pt x="1958628" y="3558879"/>
                </a:lnTo>
                <a:lnTo>
                  <a:pt x="1961775" y="3564330"/>
                </a:lnTo>
                <a:lnTo>
                  <a:pt x="1956325" y="3567477"/>
                </a:lnTo>
                <a:close/>
              </a:path>
              <a:path w="6281419" h="7004050">
                <a:moveTo>
                  <a:pt x="1876294" y="3427603"/>
                </a:moveTo>
                <a:lnTo>
                  <a:pt x="1873775" y="3423243"/>
                </a:lnTo>
                <a:lnTo>
                  <a:pt x="1878141" y="3420724"/>
                </a:lnTo>
                <a:lnTo>
                  <a:pt x="1880654" y="3425084"/>
                </a:lnTo>
                <a:lnTo>
                  <a:pt x="1876294" y="3427603"/>
                </a:lnTo>
                <a:close/>
              </a:path>
              <a:path w="6281419" h="7004050">
                <a:moveTo>
                  <a:pt x="1796266" y="3287729"/>
                </a:moveTo>
                <a:lnTo>
                  <a:pt x="1794380" y="3284454"/>
                </a:lnTo>
                <a:lnTo>
                  <a:pt x="1797648" y="3282570"/>
                </a:lnTo>
                <a:lnTo>
                  <a:pt x="1799539" y="3285838"/>
                </a:lnTo>
                <a:lnTo>
                  <a:pt x="1796266" y="3287729"/>
                </a:lnTo>
                <a:close/>
              </a:path>
              <a:path w="6281419" h="7004050">
                <a:moveTo>
                  <a:pt x="1716235" y="3147848"/>
                </a:moveTo>
                <a:lnTo>
                  <a:pt x="1714979" y="3145678"/>
                </a:lnTo>
                <a:lnTo>
                  <a:pt x="1717162" y="3144415"/>
                </a:lnTo>
                <a:lnTo>
                  <a:pt x="1718418" y="3146592"/>
                </a:lnTo>
                <a:lnTo>
                  <a:pt x="1716235" y="3147848"/>
                </a:lnTo>
                <a:close/>
              </a:path>
              <a:path w="6281419" h="7004050">
                <a:moveTo>
                  <a:pt x="1637290" y="3007345"/>
                </a:moveTo>
                <a:lnTo>
                  <a:pt x="1635841" y="3007345"/>
                </a:lnTo>
                <a:lnTo>
                  <a:pt x="1635577" y="3006889"/>
                </a:lnTo>
                <a:lnTo>
                  <a:pt x="1637026" y="3006889"/>
                </a:lnTo>
                <a:lnTo>
                  <a:pt x="1637290" y="3007345"/>
                </a:lnTo>
                <a:close/>
              </a:path>
              <a:path w="6281419" h="7004050">
                <a:moveTo>
                  <a:pt x="4092646" y="6997004"/>
                </a:moveTo>
                <a:lnTo>
                  <a:pt x="4064313" y="6947934"/>
                </a:lnTo>
                <a:lnTo>
                  <a:pt x="4113377" y="6919607"/>
                </a:lnTo>
                <a:lnTo>
                  <a:pt x="4141703" y="6968677"/>
                </a:lnTo>
                <a:lnTo>
                  <a:pt x="4092646" y="6997004"/>
                </a:lnTo>
                <a:close/>
              </a:path>
              <a:path w="6281419" h="7004050">
                <a:moveTo>
                  <a:pt x="4012839" y="6856266"/>
                </a:moveTo>
                <a:lnTo>
                  <a:pt x="3985775" y="6809386"/>
                </a:lnTo>
                <a:lnTo>
                  <a:pt x="4032656" y="6782316"/>
                </a:lnTo>
                <a:lnTo>
                  <a:pt x="4059726" y="6829196"/>
                </a:lnTo>
                <a:lnTo>
                  <a:pt x="4012839" y="6856266"/>
                </a:lnTo>
                <a:close/>
              </a:path>
              <a:path w="6281419" h="7004050">
                <a:moveTo>
                  <a:pt x="3933044" y="6715529"/>
                </a:moveTo>
                <a:lnTo>
                  <a:pt x="3907237" y="6670831"/>
                </a:lnTo>
                <a:lnTo>
                  <a:pt x="3951935" y="6645024"/>
                </a:lnTo>
                <a:lnTo>
                  <a:pt x="3977742" y="6689722"/>
                </a:lnTo>
                <a:lnTo>
                  <a:pt x="3933044" y="6715529"/>
                </a:lnTo>
                <a:close/>
              </a:path>
              <a:path w="6281419" h="7004050">
                <a:moveTo>
                  <a:pt x="3853128" y="6575230"/>
                </a:moveTo>
                <a:lnTo>
                  <a:pt x="3828260" y="6532163"/>
                </a:lnTo>
                <a:lnTo>
                  <a:pt x="3871327" y="6507294"/>
                </a:lnTo>
                <a:lnTo>
                  <a:pt x="3896196" y="6550361"/>
                </a:lnTo>
                <a:lnTo>
                  <a:pt x="3853128" y="6575230"/>
                </a:lnTo>
                <a:close/>
              </a:path>
              <a:path w="6281419" h="7004050">
                <a:moveTo>
                  <a:pt x="3773213" y="6434917"/>
                </a:moveTo>
                <a:lnTo>
                  <a:pt x="3749290" y="6393494"/>
                </a:lnTo>
                <a:lnTo>
                  <a:pt x="3790726" y="6369571"/>
                </a:lnTo>
                <a:lnTo>
                  <a:pt x="3814643" y="6410995"/>
                </a:lnTo>
                <a:lnTo>
                  <a:pt x="3773213" y="6434917"/>
                </a:lnTo>
                <a:close/>
              </a:path>
              <a:path w="6281419" h="7004050">
                <a:moveTo>
                  <a:pt x="3693411" y="6294186"/>
                </a:moveTo>
                <a:lnTo>
                  <a:pt x="3670752" y="6254933"/>
                </a:lnTo>
                <a:lnTo>
                  <a:pt x="3709998" y="6232273"/>
                </a:lnTo>
                <a:lnTo>
                  <a:pt x="3732665" y="6271526"/>
                </a:lnTo>
                <a:lnTo>
                  <a:pt x="3693411" y="6294186"/>
                </a:lnTo>
                <a:close/>
              </a:path>
              <a:path w="6281419" h="7004050">
                <a:moveTo>
                  <a:pt x="3613496" y="6153880"/>
                </a:moveTo>
                <a:lnTo>
                  <a:pt x="3591775" y="6116264"/>
                </a:lnTo>
                <a:lnTo>
                  <a:pt x="3629391" y="6094543"/>
                </a:lnTo>
                <a:lnTo>
                  <a:pt x="3651112" y="6132159"/>
                </a:lnTo>
                <a:lnTo>
                  <a:pt x="3613496" y="6153880"/>
                </a:lnTo>
                <a:close/>
              </a:path>
              <a:path w="6281419" h="7004050">
                <a:moveTo>
                  <a:pt x="3533695" y="6013143"/>
                </a:moveTo>
                <a:lnTo>
                  <a:pt x="3513237" y="5977710"/>
                </a:lnTo>
                <a:lnTo>
                  <a:pt x="3548676" y="5957251"/>
                </a:lnTo>
                <a:lnTo>
                  <a:pt x="3569134" y="5992685"/>
                </a:lnTo>
                <a:lnTo>
                  <a:pt x="3533695" y="6013143"/>
                </a:lnTo>
                <a:close/>
              </a:path>
              <a:path w="6281419" h="7004050">
                <a:moveTo>
                  <a:pt x="3453786" y="5872837"/>
                </a:moveTo>
                <a:lnTo>
                  <a:pt x="3434267" y="5839041"/>
                </a:lnTo>
                <a:lnTo>
                  <a:pt x="3468069" y="5819528"/>
                </a:lnTo>
                <a:lnTo>
                  <a:pt x="3487582" y="5853324"/>
                </a:lnTo>
                <a:lnTo>
                  <a:pt x="3453786" y="5872837"/>
                </a:lnTo>
                <a:close/>
              </a:path>
              <a:path w="6281419" h="7004050">
                <a:moveTo>
                  <a:pt x="3374099" y="5731674"/>
                </a:moveTo>
                <a:lnTo>
                  <a:pt x="3356160" y="5700594"/>
                </a:lnTo>
                <a:lnTo>
                  <a:pt x="3387228" y="5682655"/>
                </a:lnTo>
                <a:lnTo>
                  <a:pt x="3405173" y="5713736"/>
                </a:lnTo>
                <a:lnTo>
                  <a:pt x="3374099" y="5731674"/>
                </a:lnTo>
                <a:close/>
              </a:path>
              <a:path w="6281419" h="7004050">
                <a:moveTo>
                  <a:pt x="3294176" y="5591368"/>
                </a:moveTo>
                <a:lnTo>
                  <a:pt x="3277183" y="5561932"/>
                </a:lnTo>
                <a:lnTo>
                  <a:pt x="3306620" y="5544932"/>
                </a:lnTo>
                <a:lnTo>
                  <a:pt x="3323619" y="5574369"/>
                </a:lnTo>
                <a:lnTo>
                  <a:pt x="3294176" y="5591368"/>
                </a:lnTo>
                <a:close/>
              </a:path>
              <a:path w="6281419" h="7004050">
                <a:moveTo>
                  <a:pt x="3214153" y="5451487"/>
                </a:moveTo>
                <a:lnTo>
                  <a:pt x="3197788" y="5423142"/>
                </a:lnTo>
                <a:lnTo>
                  <a:pt x="3226133" y="5406777"/>
                </a:lnTo>
                <a:lnTo>
                  <a:pt x="3242498" y="5435122"/>
                </a:lnTo>
                <a:lnTo>
                  <a:pt x="3214153" y="5451487"/>
                </a:lnTo>
                <a:close/>
              </a:path>
              <a:path w="6281419" h="7004050">
                <a:moveTo>
                  <a:pt x="3134352" y="5310756"/>
                </a:moveTo>
                <a:lnTo>
                  <a:pt x="3119243" y="5284587"/>
                </a:lnTo>
                <a:lnTo>
                  <a:pt x="3145412" y="5269479"/>
                </a:lnTo>
                <a:lnTo>
                  <a:pt x="3160521" y="5295648"/>
                </a:lnTo>
                <a:lnTo>
                  <a:pt x="3134352" y="5310756"/>
                </a:lnTo>
                <a:close/>
              </a:path>
              <a:path w="6281419" h="7004050">
                <a:moveTo>
                  <a:pt x="3054551" y="5170025"/>
                </a:moveTo>
                <a:lnTo>
                  <a:pt x="3040698" y="5146039"/>
                </a:lnTo>
                <a:lnTo>
                  <a:pt x="3064690" y="5132187"/>
                </a:lnTo>
                <a:lnTo>
                  <a:pt x="3078537" y="5156173"/>
                </a:lnTo>
                <a:lnTo>
                  <a:pt x="3054551" y="5170025"/>
                </a:lnTo>
                <a:close/>
              </a:path>
              <a:path w="6281419" h="7004050">
                <a:moveTo>
                  <a:pt x="2974635" y="5029713"/>
                </a:moveTo>
                <a:lnTo>
                  <a:pt x="2961728" y="5007364"/>
                </a:lnTo>
                <a:lnTo>
                  <a:pt x="2984084" y="4994457"/>
                </a:lnTo>
                <a:lnTo>
                  <a:pt x="2996990" y="5016806"/>
                </a:lnTo>
                <a:lnTo>
                  <a:pt x="2974635" y="5029713"/>
                </a:lnTo>
                <a:close/>
              </a:path>
              <a:path w="6281419" h="7004050">
                <a:moveTo>
                  <a:pt x="2894726" y="4889413"/>
                </a:moveTo>
                <a:lnTo>
                  <a:pt x="2882765" y="4868695"/>
                </a:lnTo>
                <a:lnTo>
                  <a:pt x="2903476" y="4856734"/>
                </a:lnTo>
                <a:lnTo>
                  <a:pt x="2915438" y="4877452"/>
                </a:lnTo>
                <a:lnTo>
                  <a:pt x="2894726" y="4889413"/>
                </a:lnTo>
                <a:close/>
              </a:path>
              <a:path w="6281419" h="7004050">
                <a:moveTo>
                  <a:pt x="2814810" y="4749101"/>
                </a:moveTo>
                <a:lnTo>
                  <a:pt x="2803795" y="4730027"/>
                </a:lnTo>
                <a:lnTo>
                  <a:pt x="2822869" y="4719011"/>
                </a:lnTo>
                <a:lnTo>
                  <a:pt x="2833885" y="4738085"/>
                </a:lnTo>
                <a:lnTo>
                  <a:pt x="2814810" y="4749101"/>
                </a:lnTo>
                <a:close/>
              </a:path>
              <a:path w="6281419" h="7004050">
                <a:moveTo>
                  <a:pt x="2734895" y="4608802"/>
                </a:moveTo>
                <a:lnTo>
                  <a:pt x="2724825" y="4591352"/>
                </a:lnTo>
                <a:lnTo>
                  <a:pt x="2742262" y="4581281"/>
                </a:lnTo>
                <a:lnTo>
                  <a:pt x="2752339" y="4598732"/>
                </a:lnTo>
                <a:lnTo>
                  <a:pt x="2734895" y="4608802"/>
                </a:lnTo>
                <a:close/>
              </a:path>
              <a:path w="6281419" h="7004050">
                <a:moveTo>
                  <a:pt x="2654973" y="4468496"/>
                </a:moveTo>
                <a:lnTo>
                  <a:pt x="2645848" y="4452689"/>
                </a:lnTo>
                <a:lnTo>
                  <a:pt x="2661655" y="4443558"/>
                </a:lnTo>
                <a:lnTo>
                  <a:pt x="2670786" y="4459371"/>
                </a:lnTo>
                <a:lnTo>
                  <a:pt x="2654973" y="4468496"/>
                </a:lnTo>
                <a:close/>
              </a:path>
              <a:path w="6281419" h="7004050">
                <a:moveTo>
                  <a:pt x="2575064" y="4328197"/>
                </a:moveTo>
                <a:lnTo>
                  <a:pt x="2566878" y="4314015"/>
                </a:lnTo>
                <a:lnTo>
                  <a:pt x="2581054" y="4305829"/>
                </a:lnTo>
                <a:lnTo>
                  <a:pt x="2589240" y="4320011"/>
                </a:lnTo>
                <a:lnTo>
                  <a:pt x="2575064" y="4328197"/>
                </a:lnTo>
                <a:close/>
              </a:path>
              <a:path w="6281419" h="7004050">
                <a:moveTo>
                  <a:pt x="2495148" y="4187884"/>
                </a:moveTo>
                <a:lnTo>
                  <a:pt x="2487908" y="4175346"/>
                </a:lnTo>
                <a:lnTo>
                  <a:pt x="2500447" y="4168105"/>
                </a:lnTo>
                <a:lnTo>
                  <a:pt x="2507687" y="4180644"/>
                </a:lnTo>
                <a:lnTo>
                  <a:pt x="2495148" y="4187884"/>
                </a:lnTo>
                <a:close/>
              </a:path>
              <a:path w="6281419" h="7004050">
                <a:moveTo>
                  <a:pt x="2415233" y="4047578"/>
                </a:moveTo>
                <a:lnTo>
                  <a:pt x="2408938" y="4036677"/>
                </a:lnTo>
                <a:lnTo>
                  <a:pt x="2419840" y="4030382"/>
                </a:lnTo>
                <a:lnTo>
                  <a:pt x="2426135" y="4041284"/>
                </a:lnTo>
                <a:lnTo>
                  <a:pt x="2415233" y="4047578"/>
                </a:lnTo>
                <a:close/>
              </a:path>
              <a:path w="6281419" h="7004050">
                <a:moveTo>
                  <a:pt x="2335317" y="3907272"/>
                </a:moveTo>
                <a:lnTo>
                  <a:pt x="2329968" y="3898001"/>
                </a:lnTo>
                <a:lnTo>
                  <a:pt x="2339233" y="3892652"/>
                </a:lnTo>
                <a:lnTo>
                  <a:pt x="2344588" y="3901923"/>
                </a:lnTo>
                <a:lnTo>
                  <a:pt x="2335317" y="3907272"/>
                </a:lnTo>
                <a:close/>
              </a:path>
              <a:path w="6281419" h="7004050">
                <a:moveTo>
                  <a:pt x="2255288" y="3767398"/>
                </a:moveTo>
                <a:lnTo>
                  <a:pt x="2250567" y="3759225"/>
                </a:lnTo>
                <a:lnTo>
                  <a:pt x="2258746" y="3754504"/>
                </a:lnTo>
                <a:lnTo>
                  <a:pt x="2263467" y="3762677"/>
                </a:lnTo>
                <a:lnTo>
                  <a:pt x="2255288" y="3767398"/>
                </a:lnTo>
                <a:close/>
              </a:path>
              <a:path w="6281419" h="7004050">
                <a:moveTo>
                  <a:pt x="2175258" y="3627524"/>
                </a:moveTo>
                <a:lnTo>
                  <a:pt x="2171165" y="3620436"/>
                </a:lnTo>
                <a:lnTo>
                  <a:pt x="2178253" y="3616343"/>
                </a:lnTo>
                <a:lnTo>
                  <a:pt x="2182346" y="3623431"/>
                </a:lnTo>
                <a:lnTo>
                  <a:pt x="2175258" y="3627524"/>
                </a:lnTo>
                <a:close/>
              </a:path>
              <a:path w="6281419" h="7004050">
                <a:moveTo>
                  <a:pt x="2095228" y="3487650"/>
                </a:moveTo>
                <a:lnTo>
                  <a:pt x="2091763" y="3481653"/>
                </a:lnTo>
                <a:lnTo>
                  <a:pt x="2097766" y="3478189"/>
                </a:lnTo>
                <a:lnTo>
                  <a:pt x="2101225" y="3484185"/>
                </a:lnTo>
                <a:lnTo>
                  <a:pt x="2095228" y="3487650"/>
                </a:lnTo>
                <a:close/>
              </a:path>
              <a:path w="6281419" h="7004050">
                <a:moveTo>
                  <a:pt x="2015199" y="3347769"/>
                </a:moveTo>
                <a:lnTo>
                  <a:pt x="2012368" y="3342864"/>
                </a:lnTo>
                <a:lnTo>
                  <a:pt x="2017267" y="3340033"/>
                </a:lnTo>
                <a:lnTo>
                  <a:pt x="2020104" y="3344939"/>
                </a:lnTo>
                <a:lnTo>
                  <a:pt x="2015199" y="3347769"/>
                </a:lnTo>
                <a:close/>
              </a:path>
              <a:path w="6281419" h="7004050">
                <a:moveTo>
                  <a:pt x="1935168" y="3207895"/>
                </a:moveTo>
                <a:lnTo>
                  <a:pt x="1932966" y="3204081"/>
                </a:lnTo>
                <a:lnTo>
                  <a:pt x="1936780" y="3201880"/>
                </a:lnTo>
                <a:lnTo>
                  <a:pt x="1938982" y="3205693"/>
                </a:lnTo>
                <a:lnTo>
                  <a:pt x="1935168" y="3207895"/>
                </a:lnTo>
                <a:close/>
              </a:path>
              <a:path w="6281419" h="7004050">
                <a:moveTo>
                  <a:pt x="1855139" y="3068020"/>
                </a:moveTo>
                <a:lnTo>
                  <a:pt x="1853565" y="3065298"/>
                </a:lnTo>
                <a:lnTo>
                  <a:pt x="1856287" y="3063724"/>
                </a:lnTo>
                <a:lnTo>
                  <a:pt x="1857861" y="3066447"/>
                </a:lnTo>
                <a:lnTo>
                  <a:pt x="1855139" y="3068020"/>
                </a:lnTo>
                <a:close/>
              </a:path>
              <a:path w="6281419" h="7004050">
                <a:moveTo>
                  <a:pt x="1775103" y="2928146"/>
                </a:moveTo>
                <a:lnTo>
                  <a:pt x="1774157" y="2926509"/>
                </a:lnTo>
                <a:lnTo>
                  <a:pt x="1775800" y="2925563"/>
                </a:lnTo>
                <a:lnTo>
                  <a:pt x="1776746" y="2927200"/>
                </a:lnTo>
                <a:lnTo>
                  <a:pt x="1775103" y="2928146"/>
                </a:lnTo>
                <a:close/>
              </a:path>
              <a:path w="6281419" h="7004050">
                <a:moveTo>
                  <a:pt x="4350324" y="7003925"/>
                </a:moveTo>
                <a:lnTo>
                  <a:pt x="4283336" y="7003925"/>
                </a:lnTo>
                <a:lnTo>
                  <a:pt x="4333579" y="6974919"/>
                </a:lnTo>
                <a:lnTo>
                  <a:pt x="4350324" y="7003925"/>
                </a:lnTo>
                <a:close/>
              </a:path>
              <a:path w="6281419" h="7004050">
                <a:moveTo>
                  <a:pt x="4231194" y="6918457"/>
                </a:moveTo>
                <a:lnTo>
                  <a:pt x="4201611" y="6867217"/>
                </a:lnTo>
                <a:lnTo>
                  <a:pt x="4252851" y="6837628"/>
                </a:lnTo>
                <a:lnTo>
                  <a:pt x="4282440" y="6888874"/>
                </a:lnTo>
                <a:lnTo>
                  <a:pt x="4231194" y="6918457"/>
                </a:lnTo>
                <a:close/>
              </a:path>
              <a:path w="6281419" h="7004050">
                <a:moveTo>
                  <a:pt x="4151399" y="6777726"/>
                </a:moveTo>
                <a:lnTo>
                  <a:pt x="4123073" y="6728662"/>
                </a:lnTo>
                <a:lnTo>
                  <a:pt x="4172137" y="6700336"/>
                </a:lnTo>
                <a:lnTo>
                  <a:pt x="4200463" y="6749399"/>
                </a:lnTo>
                <a:lnTo>
                  <a:pt x="4151399" y="6777726"/>
                </a:lnTo>
                <a:close/>
              </a:path>
              <a:path w="6281419" h="7004050">
                <a:moveTo>
                  <a:pt x="4071712" y="6636557"/>
                </a:moveTo>
                <a:lnTo>
                  <a:pt x="4044959" y="6590222"/>
                </a:lnTo>
                <a:lnTo>
                  <a:pt x="4091294" y="6563469"/>
                </a:lnTo>
                <a:lnTo>
                  <a:pt x="4118047" y="6609804"/>
                </a:lnTo>
                <a:lnTo>
                  <a:pt x="4071712" y="6636557"/>
                </a:lnTo>
                <a:close/>
              </a:path>
              <a:path w="6281419" h="7004050">
                <a:moveTo>
                  <a:pt x="3991790" y="6496251"/>
                </a:moveTo>
                <a:lnTo>
                  <a:pt x="3965983" y="6451553"/>
                </a:lnTo>
                <a:lnTo>
                  <a:pt x="4010687" y="6425739"/>
                </a:lnTo>
                <a:lnTo>
                  <a:pt x="4036494" y="6470444"/>
                </a:lnTo>
                <a:lnTo>
                  <a:pt x="3991790" y="6496251"/>
                </a:lnTo>
                <a:close/>
              </a:path>
              <a:path w="6281419" h="7004050">
                <a:moveTo>
                  <a:pt x="3911995" y="6355514"/>
                </a:moveTo>
                <a:lnTo>
                  <a:pt x="3887444" y="6312992"/>
                </a:lnTo>
                <a:lnTo>
                  <a:pt x="3929965" y="6288441"/>
                </a:lnTo>
                <a:lnTo>
                  <a:pt x="3954516" y="6330962"/>
                </a:lnTo>
                <a:lnTo>
                  <a:pt x="3911995" y="6355514"/>
                </a:lnTo>
                <a:close/>
              </a:path>
              <a:path w="6281419" h="7004050">
                <a:moveTo>
                  <a:pt x="3832086" y="6215214"/>
                </a:moveTo>
                <a:lnTo>
                  <a:pt x="3808474" y="6174323"/>
                </a:lnTo>
                <a:lnTo>
                  <a:pt x="3849358" y="6150718"/>
                </a:lnTo>
                <a:lnTo>
                  <a:pt x="3872970" y="6191609"/>
                </a:lnTo>
                <a:lnTo>
                  <a:pt x="3832086" y="6215214"/>
                </a:lnTo>
                <a:close/>
              </a:path>
              <a:path w="6281419" h="7004050">
                <a:moveTo>
                  <a:pt x="3752285" y="6074477"/>
                </a:moveTo>
                <a:lnTo>
                  <a:pt x="3729936" y="6035769"/>
                </a:lnTo>
                <a:lnTo>
                  <a:pt x="3768638" y="6013427"/>
                </a:lnTo>
                <a:lnTo>
                  <a:pt x="3790986" y="6052134"/>
                </a:lnTo>
                <a:lnTo>
                  <a:pt x="3752285" y="6074477"/>
                </a:lnTo>
                <a:close/>
              </a:path>
              <a:path w="6281419" h="7004050">
                <a:moveTo>
                  <a:pt x="3672478" y="5933740"/>
                </a:moveTo>
                <a:lnTo>
                  <a:pt x="3651391" y="5897221"/>
                </a:lnTo>
                <a:lnTo>
                  <a:pt x="3687922" y="5876128"/>
                </a:lnTo>
                <a:lnTo>
                  <a:pt x="3709009" y="5912653"/>
                </a:lnTo>
                <a:lnTo>
                  <a:pt x="3672478" y="5933740"/>
                </a:lnTo>
                <a:close/>
              </a:path>
              <a:path w="6281419" h="7004050">
                <a:moveTo>
                  <a:pt x="3592569" y="5793440"/>
                </a:moveTo>
                <a:lnTo>
                  <a:pt x="3572422" y="5758546"/>
                </a:lnTo>
                <a:lnTo>
                  <a:pt x="3607316" y="5738405"/>
                </a:lnTo>
                <a:lnTo>
                  <a:pt x="3627456" y="5773293"/>
                </a:lnTo>
                <a:lnTo>
                  <a:pt x="3592569" y="5793440"/>
                </a:lnTo>
                <a:close/>
              </a:path>
              <a:path w="6281419" h="7004050">
                <a:moveTo>
                  <a:pt x="3512774" y="5652703"/>
                </a:moveTo>
                <a:lnTo>
                  <a:pt x="3493883" y="5619986"/>
                </a:lnTo>
                <a:lnTo>
                  <a:pt x="3526594" y="5601102"/>
                </a:lnTo>
                <a:lnTo>
                  <a:pt x="3545478" y="5633819"/>
                </a:lnTo>
                <a:lnTo>
                  <a:pt x="3512774" y="5652703"/>
                </a:lnTo>
                <a:close/>
              </a:path>
              <a:path w="6281419" h="7004050">
                <a:moveTo>
                  <a:pt x="3432966" y="5511966"/>
                </a:moveTo>
                <a:lnTo>
                  <a:pt x="3415345" y="5481437"/>
                </a:lnTo>
                <a:lnTo>
                  <a:pt x="3445867" y="5463809"/>
                </a:lnTo>
                <a:lnTo>
                  <a:pt x="3463495" y="5494338"/>
                </a:lnTo>
                <a:lnTo>
                  <a:pt x="3432966" y="5511966"/>
                </a:lnTo>
                <a:close/>
              </a:path>
              <a:path w="6281419" h="7004050">
                <a:moveTo>
                  <a:pt x="3352936" y="5372091"/>
                </a:moveTo>
                <a:lnTo>
                  <a:pt x="3335943" y="5342655"/>
                </a:lnTo>
                <a:lnTo>
                  <a:pt x="3365380" y="5325661"/>
                </a:lnTo>
                <a:lnTo>
                  <a:pt x="3382373" y="5355092"/>
                </a:lnTo>
                <a:lnTo>
                  <a:pt x="3352936" y="5372091"/>
                </a:lnTo>
                <a:close/>
              </a:path>
              <a:path w="6281419" h="7004050">
                <a:moveTo>
                  <a:pt x="3273142" y="5231354"/>
                </a:moveTo>
                <a:lnTo>
                  <a:pt x="3257405" y="5204094"/>
                </a:lnTo>
                <a:lnTo>
                  <a:pt x="3284659" y="5188357"/>
                </a:lnTo>
                <a:lnTo>
                  <a:pt x="3300396" y="5215617"/>
                </a:lnTo>
                <a:lnTo>
                  <a:pt x="3273142" y="5231354"/>
                </a:lnTo>
                <a:close/>
              </a:path>
              <a:path w="6281419" h="7004050">
                <a:moveTo>
                  <a:pt x="3193340" y="5090616"/>
                </a:moveTo>
                <a:lnTo>
                  <a:pt x="3178860" y="5065546"/>
                </a:lnTo>
                <a:lnTo>
                  <a:pt x="3203937" y="5051065"/>
                </a:lnTo>
                <a:lnTo>
                  <a:pt x="3218411" y="5076142"/>
                </a:lnTo>
                <a:lnTo>
                  <a:pt x="3193340" y="5090616"/>
                </a:lnTo>
                <a:close/>
              </a:path>
              <a:path w="6281419" h="7004050">
                <a:moveTo>
                  <a:pt x="3113425" y="4950317"/>
                </a:moveTo>
                <a:lnTo>
                  <a:pt x="3099890" y="4926871"/>
                </a:lnTo>
                <a:lnTo>
                  <a:pt x="3123336" y="4913336"/>
                </a:lnTo>
                <a:lnTo>
                  <a:pt x="3136871" y="4936782"/>
                </a:lnTo>
                <a:lnTo>
                  <a:pt x="3113425" y="4950317"/>
                </a:lnTo>
                <a:close/>
              </a:path>
              <a:path w="6281419" h="7004050">
                <a:moveTo>
                  <a:pt x="3033509" y="4810011"/>
                </a:moveTo>
                <a:lnTo>
                  <a:pt x="3020919" y="4788202"/>
                </a:lnTo>
                <a:lnTo>
                  <a:pt x="3042729" y="4775612"/>
                </a:lnTo>
                <a:lnTo>
                  <a:pt x="3055318" y="4797422"/>
                </a:lnTo>
                <a:lnTo>
                  <a:pt x="3033509" y="4810011"/>
                </a:lnTo>
                <a:close/>
              </a:path>
              <a:path w="6281419" h="7004050">
                <a:moveTo>
                  <a:pt x="2953708" y="4669273"/>
                </a:moveTo>
                <a:lnTo>
                  <a:pt x="2942381" y="4649654"/>
                </a:lnTo>
                <a:lnTo>
                  <a:pt x="2962001" y="4638320"/>
                </a:lnTo>
                <a:lnTo>
                  <a:pt x="2973335" y="4657947"/>
                </a:lnTo>
                <a:lnTo>
                  <a:pt x="2953708" y="4669273"/>
                </a:lnTo>
                <a:close/>
              </a:path>
              <a:path w="6281419" h="7004050">
                <a:moveTo>
                  <a:pt x="2873791" y="4528968"/>
                </a:moveTo>
                <a:lnTo>
                  <a:pt x="2863410" y="4510979"/>
                </a:lnTo>
                <a:lnTo>
                  <a:pt x="2881400" y="4500591"/>
                </a:lnTo>
                <a:lnTo>
                  <a:pt x="2891787" y="4518580"/>
                </a:lnTo>
                <a:lnTo>
                  <a:pt x="2873791" y="4528968"/>
                </a:lnTo>
                <a:close/>
              </a:path>
              <a:path w="6281419" h="7004050">
                <a:moveTo>
                  <a:pt x="2793883" y="4388662"/>
                </a:moveTo>
                <a:lnTo>
                  <a:pt x="2784441" y="4372310"/>
                </a:lnTo>
                <a:lnTo>
                  <a:pt x="2800793" y="4362868"/>
                </a:lnTo>
                <a:lnTo>
                  <a:pt x="2810235" y="4379220"/>
                </a:lnTo>
                <a:lnTo>
                  <a:pt x="2793883" y="4388662"/>
                </a:lnTo>
                <a:close/>
              </a:path>
              <a:path w="6281419" h="7004050">
                <a:moveTo>
                  <a:pt x="2713961" y="4248356"/>
                </a:moveTo>
                <a:lnTo>
                  <a:pt x="2705464" y="4233640"/>
                </a:lnTo>
                <a:lnTo>
                  <a:pt x="2720186" y="4225144"/>
                </a:lnTo>
                <a:lnTo>
                  <a:pt x="2728682" y="4239859"/>
                </a:lnTo>
                <a:lnTo>
                  <a:pt x="2713961" y="4248356"/>
                </a:lnTo>
                <a:close/>
              </a:path>
              <a:path w="6281419" h="7004050">
                <a:moveTo>
                  <a:pt x="2633931" y="4108482"/>
                </a:moveTo>
                <a:lnTo>
                  <a:pt x="2626062" y="4094851"/>
                </a:lnTo>
                <a:lnTo>
                  <a:pt x="2639693" y="4086983"/>
                </a:lnTo>
                <a:lnTo>
                  <a:pt x="2647561" y="4100613"/>
                </a:lnTo>
                <a:lnTo>
                  <a:pt x="2633931" y="4108482"/>
                </a:lnTo>
                <a:close/>
              </a:path>
              <a:path w="6281419" h="7004050">
                <a:moveTo>
                  <a:pt x="2554130" y="3967751"/>
                </a:moveTo>
                <a:lnTo>
                  <a:pt x="2547524" y="3956303"/>
                </a:lnTo>
                <a:lnTo>
                  <a:pt x="2558971" y="3949691"/>
                </a:lnTo>
                <a:lnTo>
                  <a:pt x="2565577" y="3961139"/>
                </a:lnTo>
                <a:lnTo>
                  <a:pt x="2554130" y="3967751"/>
                </a:lnTo>
                <a:close/>
              </a:path>
              <a:path w="6281419" h="7004050">
                <a:moveTo>
                  <a:pt x="2474214" y="3827438"/>
                </a:moveTo>
                <a:lnTo>
                  <a:pt x="2468554" y="3817628"/>
                </a:lnTo>
                <a:lnTo>
                  <a:pt x="2478371" y="3811962"/>
                </a:lnTo>
                <a:lnTo>
                  <a:pt x="2484031" y="3821772"/>
                </a:lnTo>
                <a:lnTo>
                  <a:pt x="2474214" y="3827438"/>
                </a:lnTo>
                <a:close/>
              </a:path>
              <a:path w="6281419" h="7004050">
                <a:moveTo>
                  <a:pt x="2394184" y="3687564"/>
                </a:moveTo>
                <a:lnTo>
                  <a:pt x="2389152" y="3678845"/>
                </a:lnTo>
                <a:lnTo>
                  <a:pt x="2397871" y="3673807"/>
                </a:lnTo>
                <a:lnTo>
                  <a:pt x="2402910" y="3682532"/>
                </a:lnTo>
                <a:lnTo>
                  <a:pt x="2394184" y="3687564"/>
                </a:lnTo>
                <a:close/>
              </a:path>
              <a:path w="6281419" h="7004050">
                <a:moveTo>
                  <a:pt x="2314156" y="3547690"/>
                </a:moveTo>
                <a:lnTo>
                  <a:pt x="2309751" y="3540063"/>
                </a:lnTo>
                <a:lnTo>
                  <a:pt x="2317384" y="3535653"/>
                </a:lnTo>
                <a:lnTo>
                  <a:pt x="2321788" y="3543287"/>
                </a:lnTo>
                <a:lnTo>
                  <a:pt x="2314156" y="3547690"/>
                </a:lnTo>
                <a:close/>
              </a:path>
              <a:path w="6281419" h="7004050">
                <a:moveTo>
                  <a:pt x="2234125" y="3407821"/>
                </a:moveTo>
                <a:lnTo>
                  <a:pt x="2230349" y="3401273"/>
                </a:lnTo>
                <a:lnTo>
                  <a:pt x="2236891" y="3397498"/>
                </a:lnTo>
                <a:lnTo>
                  <a:pt x="2240673" y="3404040"/>
                </a:lnTo>
                <a:lnTo>
                  <a:pt x="2234125" y="3407821"/>
                </a:lnTo>
                <a:close/>
              </a:path>
              <a:path w="6281419" h="7004050">
                <a:moveTo>
                  <a:pt x="2154209" y="3267510"/>
                </a:moveTo>
                <a:lnTo>
                  <a:pt x="2151379" y="3262604"/>
                </a:lnTo>
                <a:lnTo>
                  <a:pt x="2156284" y="3259774"/>
                </a:lnTo>
                <a:lnTo>
                  <a:pt x="2159121" y="3264680"/>
                </a:lnTo>
                <a:lnTo>
                  <a:pt x="2154209" y="3267510"/>
                </a:lnTo>
                <a:close/>
              </a:path>
              <a:path w="6281419" h="7004050">
                <a:moveTo>
                  <a:pt x="2074072" y="3128067"/>
                </a:moveTo>
                <a:lnTo>
                  <a:pt x="2071553" y="3123708"/>
                </a:lnTo>
                <a:lnTo>
                  <a:pt x="2075912" y="3121188"/>
                </a:lnTo>
                <a:lnTo>
                  <a:pt x="2078431" y="3125548"/>
                </a:lnTo>
                <a:lnTo>
                  <a:pt x="2074072" y="3128067"/>
                </a:lnTo>
                <a:close/>
              </a:path>
              <a:path w="6281419" h="7004050">
                <a:moveTo>
                  <a:pt x="1994036" y="2988193"/>
                </a:moveTo>
                <a:lnTo>
                  <a:pt x="1992145" y="2984918"/>
                </a:lnTo>
                <a:lnTo>
                  <a:pt x="1995419" y="2983027"/>
                </a:lnTo>
                <a:lnTo>
                  <a:pt x="1997310" y="2986308"/>
                </a:lnTo>
                <a:lnTo>
                  <a:pt x="1994036" y="2988193"/>
                </a:lnTo>
                <a:close/>
              </a:path>
              <a:path w="6281419" h="7004050">
                <a:moveTo>
                  <a:pt x="1914007" y="2848318"/>
                </a:moveTo>
                <a:lnTo>
                  <a:pt x="1912743" y="2846135"/>
                </a:lnTo>
                <a:lnTo>
                  <a:pt x="1914926" y="2844879"/>
                </a:lnTo>
                <a:lnTo>
                  <a:pt x="1916189" y="2847056"/>
                </a:lnTo>
                <a:lnTo>
                  <a:pt x="1914007" y="2848318"/>
                </a:lnTo>
                <a:close/>
              </a:path>
              <a:path w="6281419" h="7004050">
                <a:moveTo>
                  <a:pt x="1835068" y="2707809"/>
                </a:moveTo>
                <a:lnTo>
                  <a:pt x="1833617" y="2707809"/>
                </a:lnTo>
                <a:lnTo>
                  <a:pt x="1833348" y="2707346"/>
                </a:lnTo>
                <a:lnTo>
                  <a:pt x="1834801" y="2707346"/>
                </a:lnTo>
                <a:lnTo>
                  <a:pt x="1835068" y="2707809"/>
                </a:lnTo>
                <a:close/>
              </a:path>
              <a:path w="6281419" h="7004050">
                <a:moveTo>
                  <a:pt x="4449664" y="6980223"/>
                </a:moveTo>
                <a:lnTo>
                  <a:pt x="4417873" y="6925157"/>
                </a:lnTo>
                <a:lnTo>
                  <a:pt x="4472933" y="6893373"/>
                </a:lnTo>
                <a:lnTo>
                  <a:pt x="4504724" y="6948432"/>
                </a:lnTo>
                <a:lnTo>
                  <a:pt x="4449664" y="6980223"/>
                </a:lnTo>
                <a:close/>
              </a:path>
              <a:path w="6281419" h="7004050">
                <a:moveTo>
                  <a:pt x="4369863" y="6839487"/>
                </a:moveTo>
                <a:lnTo>
                  <a:pt x="4339334" y="6786609"/>
                </a:lnTo>
                <a:lnTo>
                  <a:pt x="4392218" y="6756075"/>
                </a:lnTo>
                <a:lnTo>
                  <a:pt x="4422746" y="6808958"/>
                </a:lnTo>
                <a:lnTo>
                  <a:pt x="4369863" y="6839487"/>
                </a:lnTo>
                <a:close/>
              </a:path>
              <a:path w="6281419" h="7004050">
                <a:moveTo>
                  <a:pt x="4290068" y="6698755"/>
                </a:moveTo>
                <a:lnTo>
                  <a:pt x="4260796" y="6648054"/>
                </a:lnTo>
                <a:lnTo>
                  <a:pt x="4311490" y="6618783"/>
                </a:lnTo>
                <a:lnTo>
                  <a:pt x="4340762" y="6669484"/>
                </a:lnTo>
                <a:lnTo>
                  <a:pt x="4290068" y="6698755"/>
                </a:lnTo>
                <a:close/>
              </a:path>
              <a:path w="6281419" h="7004050">
                <a:moveTo>
                  <a:pt x="4210267" y="6558012"/>
                </a:moveTo>
                <a:lnTo>
                  <a:pt x="4182251" y="6509494"/>
                </a:lnTo>
                <a:lnTo>
                  <a:pt x="4230769" y="6481485"/>
                </a:lnTo>
                <a:lnTo>
                  <a:pt x="4258785" y="6530003"/>
                </a:lnTo>
                <a:lnTo>
                  <a:pt x="4210267" y="6558012"/>
                </a:lnTo>
                <a:close/>
              </a:path>
              <a:path w="6281419" h="7004050">
                <a:moveTo>
                  <a:pt x="4130467" y="6417281"/>
                </a:moveTo>
                <a:lnTo>
                  <a:pt x="4103713" y="6370946"/>
                </a:lnTo>
                <a:lnTo>
                  <a:pt x="4150054" y="6344187"/>
                </a:lnTo>
                <a:lnTo>
                  <a:pt x="4176807" y="6390528"/>
                </a:lnTo>
                <a:lnTo>
                  <a:pt x="4130467" y="6417281"/>
                </a:lnTo>
                <a:close/>
              </a:path>
              <a:path w="6281419" h="7004050">
                <a:moveTo>
                  <a:pt x="4050664" y="6276543"/>
                </a:moveTo>
                <a:lnTo>
                  <a:pt x="4025175" y="6232391"/>
                </a:lnTo>
                <a:lnTo>
                  <a:pt x="4069333" y="6206895"/>
                </a:lnTo>
                <a:lnTo>
                  <a:pt x="4094823" y="6251053"/>
                </a:lnTo>
                <a:lnTo>
                  <a:pt x="4050664" y="6276543"/>
                </a:lnTo>
                <a:close/>
              </a:path>
              <a:path w="6281419" h="7004050">
                <a:moveTo>
                  <a:pt x="3970863" y="6135812"/>
                </a:moveTo>
                <a:lnTo>
                  <a:pt x="3946629" y="6093830"/>
                </a:lnTo>
                <a:lnTo>
                  <a:pt x="3988611" y="6069596"/>
                </a:lnTo>
                <a:lnTo>
                  <a:pt x="4012845" y="6111572"/>
                </a:lnTo>
                <a:lnTo>
                  <a:pt x="3970863" y="6135812"/>
                </a:lnTo>
                <a:close/>
              </a:path>
              <a:path w="6281419" h="7004050">
                <a:moveTo>
                  <a:pt x="3890947" y="5995506"/>
                </a:moveTo>
                <a:lnTo>
                  <a:pt x="3867659" y="5955161"/>
                </a:lnTo>
                <a:lnTo>
                  <a:pt x="3907998" y="5931873"/>
                </a:lnTo>
                <a:lnTo>
                  <a:pt x="3931292" y="5972212"/>
                </a:lnTo>
                <a:lnTo>
                  <a:pt x="3890947" y="5995506"/>
                </a:lnTo>
                <a:close/>
              </a:path>
              <a:path w="6281419" h="7004050">
                <a:moveTo>
                  <a:pt x="3811146" y="5854768"/>
                </a:moveTo>
                <a:lnTo>
                  <a:pt x="3789115" y="5816613"/>
                </a:lnTo>
                <a:lnTo>
                  <a:pt x="3827283" y="5794575"/>
                </a:lnTo>
                <a:lnTo>
                  <a:pt x="3849315" y="5832737"/>
                </a:lnTo>
                <a:lnTo>
                  <a:pt x="3811146" y="5854768"/>
                </a:lnTo>
                <a:close/>
              </a:path>
              <a:path w="6281419" h="7004050">
                <a:moveTo>
                  <a:pt x="3731351" y="5714031"/>
                </a:moveTo>
                <a:lnTo>
                  <a:pt x="3710582" y="5678058"/>
                </a:lnTo>
                <a:lnTo>
                  <a:pt x="3746561" y="5657283"/>
                </a:lnTo>
                <a:lnTo>
                  <a:pt x="3767331" y="5693262"/>
                </a:lnTo>
                <a:lnTo>
                  <a:pt x="3731351" y="5714031"/>
                </a:lnTo>
                <a:close/>
              </a:path>
              <a:path w="6281419" h="7004050">
                <a:moveTo>
                  <a:pt x="3651436" y="5573725"/>
                </a:moveTo>
                <a:lnTo>
                  <a:pt x="3631612" y="5539383"/>
                </a:lnTo>
                <a:lnTo>
                  <a:pt x="3665954" y="5519560"/>
                </a:lnTo>
                <a:lnTo>
                  <a:pt x="3685778" y="5553902"/>
                </a:lnTo>
                <a:lnTo>
                  <a:pt x="3651436" y="5573725"/>
                </a:lnTo>
                <a:close/>
              </a:path>
              <a:path w="6281419" h="7004050">
                <a:moveTo>
                  <a:pt x="3571755" y="5432563"/>
                </a:moveTo>
                <a:lnTo>
                  <a:pt x="3553499" y="5400943"/>
                </a:lnTo>
                <a:lnTo>
                  <a:pt x="3585113" y="5382694"/>
                </a:lnTo>
                <a:lnTo>
                  <a:pt x="3603368" y="5414313"/>
                </a:lnTo>
                <a:lnTo>
                  <a:pt x="3571755" y="5432563"/>
                </a:lnTo>
                <a:close/>
              </a:path>
              <a:path w="6281419" h="7004050">
                <a:moveTo>
                  <a:pt x="3491833" y="5292257"/>
                </a:moveTo>
                <a:lnTo>
                  <a:pt x="3474522" y="5262274"/>
                </a:lnTo>
                <a:lnTo>
                  <a:pt x="3504511" y="5244963"/>
                </a:lnTo>
                <a:lnTo>
                  <a:pt x="3521822" y="5274946"/>
                </a:lnTo>
                <a:lnTo>
                  <a:pt x="3491833" y="5292257"/>
                </a:lnTo>
                <a:close/>
              </a:path>
              <a:path w="6281419" h="7004050">
                <a:moveTo>
                  <a:pt x="3411924" y="5151958"/>
                </a:moveTo>
                <a:lnTo>
                  <a:pt x="3395552" y="5123606"/>
                </a:lnTo>
                <a:lnTo>
                  <a:pt x="3423904" y="5107241"/>
                </a:lnTo>
                <a:lnTo>
                  <a:pt x="3440275" y="5135586"/>
                </a:lnTo>
                <a:lnTo>
                  <a:pt x="3411924" y="5151958"/>
                </a:lnTo>
                <a:close/>
              </a:path>
              <a:path w="6281419" h="7004050">
                <a:moveTo>
                  <a:pt x="3332123" y="5011214"/>
                </a:moveTo>
                <a:lnTo>
                  <a:pt x="3317020" y="4985051"/>
                </a:lnTo>
                <a:lnTo>
                  <a:pt x="3343183" y="4969949"/>
                </a:lnTo>
                <a:lnTo>
                  <a:pt x="3358286" y="4996112"/>
                </a:lnTo>
                <a:lnTo>
                  <a:pt x="3332123" y="5011214"/>
                </a:lnTo>
                <a:close/>
              </a:path>
              <a:path w="6281419" h="7004050">
                <a:moveTo>
                  <a:pt x="3252322" y="4870483"/>
                </a:moveTo>
                <a:lnTo>
                  <a:pt x="3238475" y="4846497"/>
                </a:lnTo>
                <a:lnTo>
                  <a:pt x="3262461" y="4832645"/>
                </a:lnTo>
                <a:lnTo>
                  <a:pt x="3276307" y="4856631"/>
                </a:lnTo>
                <a:lnTo>
                  <a:pt x="3252322" y="4870483"/>
                </a:lnTo>
                <a:close/>
              </a:path>
              <a:path w="6281419" h="7004050">
                <a:moveTo>
                  <a:pt x="3172413" y="4730177"/>
                </a:moveTo>
                <a:lnTo>
                  <a:pt x="3159506" y="4707821"/>
                </a:lnTo>
                <a:lnTo>
                  <a:pt x="3181855" y="4694921"/>
                </a:lnTo>
                <a:lnTo>
                  <a:pt x="3194761" y="4717276"/>
                </a:lnTo>
                <a:lnTo>
                  <a:pt x="3172413" y="4730177"/>
                </a:lnTo>
                <a:close/>
              </a:path>
              <a:path w="6281419" h="7004050">
                <a:moveTo>
                  <a:pt x="3092497" y="4589870"/>
                </a:moveTo>
                <a:lnTo>
                  <a:pt x="3080536" y="4569152"/>
                </a:lnTo>
                <a:lnTo>
                  <a:pt x="3101247" y="4557198"/>
                </a:lnTo>
                <a:lnTo>
                  <a:pt x="3113208" y="4577909"/>
                </a:lnTo>
                <a:lnTo>
                  <a:pt x="3092497" y="4589870"/>
                </a:lnTo>
                <a:close/>
              </a:path>
              <a:path w="6281419" h="7004050">
                <a:moveTo>
                  <a:pt x="3012575" y="4449565"/>
                </a:moveTo>
                <a:lnTo>
                  <a:pt x="3001559" y="4430483"/>
                </a:lnTo>
                <a:lnTo>
                  <a:pt x="3020646" y="4419467"/>
                </a:lnTo>
                <a:lnTo>
                  <a:pt x="3031662" y="4438549"/>
                </a:lnTo>
                <a:lnTo>
                  <a:pt x="3012575" y="4449565"/>
                </a:lnTo>
                <a:close/>
              </a:path>
              <a:path w="6281419" h="7004050">
                <a:moveTo>
                  <a:pt x="2932659" y="4309265"/>
                </a:moveTo>
                <a:lnTo>
                  <a:pt x="2922589" y="4291815"/>
                </a:lnTo>
                <a:lnTo>
                  <a:pt x="2940039" y="4281739"/>
                </a:lnTo>
                <a:lnTo>
                  <a:pt x="2950109" y="4299189"/>
                </a:lnTo>
                <a:lnTo>
                  <a:pt x="2932659" y="4309265"/>
                </a:lnTo>
                <a:close/>
              </a:path>
              <a:path w="6281419" h="7004050">
                <a:moveTo>
                  <a:pt x="2852864" y="4168528"/>
                </a:moveTo>
                <a:lnTo>
                  <a:pt x="2844050" y="4153261"/>
                </a:lnTo>
                <a:lnTo>
                  <a:pt x="2859311" y="4144447"/>
                </a:lnTo>
                <a:lnTo>
                  <a:pt x="2868125" y="4159714"/>
                </a:lnTo>
                <a:lnTo>
                  <a:pt x="2852864" y="4168528"/>
                </a:lnTo>
                <a:close/>
              </a:path>
              <a:path w="6281419" h="7004050">
                <a:moveTo>
                  <a:pt x="2772835" y="4028654"/>
                </a:moveTo>
                <a:lnTo>
                  <a:pt x="2764649" y="4014472"/>
                </a:lnTo>
                <a:lnTo>
                  <a:pt x="2778818" y="4006293"/>
                </a:lnTo>
                <a:lnTo>
                  <a:pt x="2787004" y="4020469"/>
                </a:lnTo>
                <a:lnTo>
                  <a:pt x="2772835" y="4028654"/>
                </a:lnTo>
                <a:close/>
              </a:path>
              <a:path w="6281419" h="7004050">
                <a:moveTo>
                  <a:pt x="2692919" y="3888342"/>
                </a:moveTo>
                <a:lnTo>
                  <a:pt x="2685685" y="3875809"/>
                </a:lnTo>
                <a:lnTo>
                  <a:pt x="2698217" y="3868569"/>
                </a:lnTo>
                <a:lnTo>
                  <a:pt x="2705451" y="3881108"/>
                </a:lnTo>
                <a:lnTo>
                  <a:pt x="2692919" y="3888342"/>
                </a:lnTo>
                <a:close/>
              </a:path>
              <a:path w="6281419" h="7004050">
                <a:moveTo>
                  <a:pt x="2613118" y="3747611"/>
                </a:moveTo>
                <a:lnTo>
                  <a:pt x="2607140" y="3737254"/>
                </a:lnTo>
                <a:lnTo>
                  <a:pt x="2617496" y="3731271"/>
                </a:lnTo>
                <a:lnTo>
                  <a:pt x="2623473" y="3741627"/>
                </a:lnTo>
                <a:lnTo>
                  <a:pt x="2613118" y="3747611"/>
                </a:lnTo>
                <a:close/>
              </a:path>
              <a:path w="6281419" h="7004050">
                <a:moveTo>
                  <a:pt x="2533088" y="3607736"/>
                </a:moveTo>
                <a:lnTo>
                  <a:pt x="2527738" y="3598472"/>
                </a:lnTo>
                <a:lnTo>
                  <a:pt x="2537009" y="3593116"/>
                </a:lnTo>
                <a:lnTo>
                  <a:pt x="2542359" y="3602381"/>
                </a:lnTo>
                <a:lnTo>
                  <a:pt x="2533088" y="3607736"/>
                </a:lnTo>
                <a:close/>
              </a:path>
              <a:path w="6281419" h="7004050">
                <a:moveTo>
                  <a:pt x="2453052" y="3467862"/>
                </a:moveTo>
                <a:lnTo>
                  <a:pt x="2448331" y="3459683"/>
                </a:lnTo>
                <a:lnTo>
                  <a:pt x="2456510" y="3454962"/>
                </a:lnTo>
                <a:lnTo>
                  <a:pt x="2461231" y="3463141"/>
                </a:lnTo>
                <a:lnTo>
                  <a:pt x="2453052" y="3467862"/>
                </a:lnTo>
                <a:close/>
              </a:path>
              <a:path w="6281419" h="7004050">
                <a:moveTo>
                  <a:pt x="2373029" y="3327981"/>
                </a:moveTo>
                <a:lnTo>
                  <a:pt x="2368936" y="3320893"/>
                </a:lnTo>
                <a:lnTo>
                  <a:pt x="2376017" y="3316807"/>
                </a:lnTo>
                <a:lnTo>
                  <a:pt x="2380110" y="3323895"/>
                </a:lnTo>
                <a:lnTo>
                  <a:pt x="2373029" y="3327981"/>
                </a:lnTo>
                <a:close/>
              </a:path>
              <a:path w="6281419" h="7004050">
                <a:moveTo>
                  <a:pt x="2293113" y="3187682"/>
                </a:moveTo>
                <a:lnTo>
                  <a:pt x="2289966" y="3182231"/>
                </a:lnTo>
                <a:lnTo>
                  <a:pt x="2295417" y="3179084"/>
                </a:lnTo>
                <a:lnTo>
                  <a:pt x="2298564" y="3184535"/>
                </a:lnTo>
                <a:lnTo>
                  <a:pt x="2293113" y="3187682"/>
                </a:lnTo>
                <a:close/>
              </a:path>
              <a:path w="6281419" h="7004050">
                <a:moveTo>
                  <a:pt x="2213084" y="3047808"/>
                </a:moveTo>
                <a:lnTo>
                  <a:pt x="2210564" y="3043442"/>
                </a:lnTo>
                <a:lnTo>
                  <a:pt x="2214923" y="3040929"/>
                </a:lnTo>
                <a:lnTo>
                  <a:pt x="2217443" y="3045289"/>
                </a:lnTo>
                <a:lnTo>
                  <a:pt x="2213084" y="3047808"/>
                </a:lnTo>
                <a:close/>
              </a:path>
              <a:path w="6281419" h="7004050">
                <a:moveTo>
                  <a:pt x="2133054" y="2907933"/>
                </a:moveTo>
                <a:lnTo>
                  <a:pt x="2131163" y="2904653"/>
                </a:lnTo>
                <a:lnTo>
                  <a:pt x="2134430" y="2902768"/>
                </a:lnTo>
                <a:lnTo>
                  <a:pt x="2136321" y="2906042"/>
                </a:lnTo>
                <a:lnTo>
                  <a:pt x="2133054" y="2907933"/>
                </a:lnTo>
                <a:close/>
              </a:path>
              <a:path w="6281419" h="7004050">
                <a:moveTo>
                  <a:pt x="2052903" y="2768484"/>
                </a:moveTo>
                <a:lnTo>
                  <a:pt x="2051330" y="2765756"/>
                </a:lnTo>
                <a:lnTo>
                  <a:pt x="2054058" y="2764182"/>
                </a:lnTo>
                <a:lnTo>
                  <a:pt x="2055632" y="2766910"/>
                </a:lnTo>
                <a:lnTo>
                  <a:pt x="2052903" y="2768484"/>
                </a:lnTo>
                <a:close/>
              </a:path>
              <a:path w="6281419" h="7004050">
                <a:moveTo>
                  <a:pt x="1972880" y="2628603"/>
                </a:moveTo>
                <a:lnTo>
                  <a:pt x="1971934" y="2626973"/>
                </a:lnTo>
                <a:lnTo>
                  <a:pt x="1973565" y="2626034"/>
                </a:lnTo>
                <a:lnTo>
                  <a:pt x="1974511" y="2627664"/>
                </a:lnTo>
                <a:lnTo>
                  <a:pt x="1972880" y="2628603"/>
                </a:lnTo>
                <a:close/>
              </a:path>
              <a:path w="6281419" h="7004050">
                <a:moveTo>
                  <a:pt x="4724657" y="7003925"/>
                </a:moveTo>
                <a:lnTo>
                  <a:pt x="4646157" y="7003925"/>
                </a:lnTo>
                <a:lnTo>
                  <a:pt x="4634141" y="6983110"/>
                </a:lnTo>
                <a:lnTo>
                  <a:pt x="4693015" y="6949117"/>
                </a:lnTo>
                <a:lnTo>
                  <a:pt x="4724657" y="7003925"/>
                </a:lnTo>
                <a:close/>
              </a:path>
              <a:path w="6281419" h="7004050">
                <a:moveTo>
                  <a:pt x="4588218" y="6901678"/>
                </a:moveTo>
                <a:lnTo>
                  <a:pt x="4555171" y="6844442"/>
                </a:lnTo>
                <a:lnTo>
                  <a:pt x="4612407" y="6811394"/>
                </a:lnTo>
                <a:lnTo>
                  <a:pt x="4645455" y="6868631"/>
                </a:lnTo>
                <a:lnTo>
                  <a:pt x="4588218" y="6901678"/>
                </a:lnTo>
                <a:close/>
              </a:path>
              <a:path w="6281419" h="7004050">
                <a:moveTo>
                  <a:pt x="4508418" y="6760947"/>
                </a:moveTo>
                <a:lnTo>
                  <a:pt x="4476626" y="6705887"/>
                </a:lnTo>
                <a:lnTo>
                  <a:pt x="4531693" y="6674096"/>
                </a:lnTo>
                <a:lnTo>
                  <a:pt x="4563477" y="6729156"/>
                </a:lnTo>
                <a:lnTo>
                  <a:pt x="4508418" y="6760947"/>
                </a:lnTo>
                <a:close/>
              </a:path>
              <a:path w="6281419" h="7004050">
                <a:moveTo>
                  <a:pt x="4428622" y="6620210"/>
                </a:moveTo>
                <a:lnTo>
                  <a:pt x="4398087" y="6567326"/>
                </a:lnTo>
                <a:lnTo>
                  <a:pt x="4450971" y="6536798"/>
                </a:lnTo>
                <a:lnTo>
                  <a:pt x="4481499" y="6589681"/>
                </a:lnTo>
                <a:lnTo>
                  <a:pt x="4428622" y="6620210"/>
                </a:lnTo>
                <a:close/>
              </a:path>
              <a:path w="6281419" h="7004050">
                <a:moveTo>
                  <a:pt x="4348935" y="6479041"/>
                </a:moveTo>
                <a:lnTo>
                  <a:pt x="4319980" y="6428892"/>
                </a:lnTo>
                <a:lnTo>
                  <a:pt x="4370135" y="6399938"/>
                </a:lnTo>
                <a:lnTo>
                  <a:pt x="4399090" y="6450087"/>
                </a:lnTo>
                <a:lnTo>
                  <a:pt x="4348935" y="6479041"/>
                </a:lnTo>
                <a:close/>
              </a:path>
              <a:path w="6281419" h="7004050">
                <a:moveTo>
                  <a:pt x="4269134" y="6338310"/>
                </a:moveTo>
                <a:lnTo>
                  <a:pt x="4241435" y="6290338"/>
                </a:lnTo>
                <a:lnTo>
                  <a:pt x="4289407" y="6262640"/>
                </a:lnTo>
                <a:lnTo>
                  <a:pt x="4317106" y="6310611"/>
                </a:lnTo>
                <a:lnTo>
                  <a:pt x="4269134" y="6338310"/>
                </a:lnTo>
                <a:close/>
              </a:path>
              <a:path w="6281419" h="7004050">
                <a:moveTo>
                  <a:pt x="4189339" y="6197573"/>
                </a:moveTo>
                <a:lnTo>
                  <a:pt x="4162897" y="6151783"/>
                </a:lnTo>
                <a:lnTo>
                  <a:pt x="4208693" y="6125341"/>
                </a:lnTo>
                <a:lnTo>
                  <a:pt x="4235128" y="6171137"/>
                </a:lnTo>
                <a:lnTo>
                  <a:pt x="4189339" y="6197573"/>
                </a:lnTo>
                <a:close/>
              </a:path>
              <a:path w="6281419" h="7004050">
                <a:moveTo>
                  <a:pt x="4109652" y="6056410"/>
                </a:moveTo>
                <a:lnTo>
                  <a:pt x="4084790" y="6013343"/>
                </a:lnTo>
                <a:lnTo>
                  <a:pt x="4127857" y="5988475"/>
                </a:lnTo>
                <a:lnTo>
                  <a:pt x="4152719" y="6031542"/>
                </a:lnTo>
                <a:lnTo>
                  <a:pt x="4109652" y="6056410"/>
                </a:lnTo>
                <a:close/>
              </a:path>
              <a:path w="6281419" h="7004050">
                <a:moveTo>
                  <a:pt x="4029743" y="5916104"/>
                </a:moveTo>
                <a:lnTo>
                  <a:pt x="4005820" y="5874668"/>
                </a:lnTo>
                <a:lnTo>
                  <a:pt x="4047250" y="5850751"/>
                </a:lnTo>
                <a:lnTo>
                  <a:pt x="4071173" y="5892187"/>
                </a:lnTo>
                <a:lnTo>
                  <a:pt x="4029743" y="5916104"/>
                </a:lnTo>
                <a:close/>
              </a:path>
              <a:path w="6281419" h="7004050">
                <a:moveTo>
                  <a:pt x="3949935" y="5775367"/>
                </a:moveTo>
                <a:lnTo>
                  <a:pt x="3927276" y="5736120"/>
                </a:lnTo>
                <a:lnTo>
                  <a:pt x="3966529" y="5713454"/>
                </a:lnTo>
                <a:lnTo>
                  <a:pt x="3989189" y="5752701"/>
                </a:lnTo>
                <a:lnTo>
                  <a:pt x="3949935" y="5775367"/>
                </a:lnTo>
                <a:close/>
              </a:path>
              <a:path w="6281419" h="7004050">
                <a:moveTo>
                  <a:pt x="3870026" y="5635061"/>
                </a:moveTo>
                <a:lnTo>
                  <a:pt x="3848305" y="5597451"/>
                </a:lnTo>
                <a:lnTo>
                  <a:pt x="3885922" y="5575730"/>
                </a:lnTo>
                <a:lnTo>
                  <a:pt x="3907643" y="5613346"/>
                </a:lnTo>
                <a:lnTo>
                  <a:pt x="3870026" y="5635061"/>
                </a:lnTo>
                <a:close/>
              </a:path>
              <a:path w="6281419" h="7004050">
                <a:moveTo>
                  <a:pt x="3790225" y="5494329"/>
                </a:moveTo>
                <a:lnTo>
                  <a:pt x="3769761" y="5458890"/>
                </a:lnTo>
                <a:lnTo>
                  <a:pt x="3805194" y="5438432"/>
                </a:lnTo>
                <a:lnTo>
                  <a:pt x="3825659" y="5473871"/>
                </a:lnTo>
                <a:lnTo>
                  <a:pt x="3790225" y="5494329"/>
                </a:lnTo>
                <a:close/>
              </a:path>
              <a:path w="6281419" h="7004050">
                <a:moveTo>
                  <a:pt x="3710424" y="5353586"/>
                </a:moveTo>
                <a:lnTo>
                  <a:pt x="3691223" y="5320335"/>
                </a:lnTo>
                <a:lnTo>
                  <a:pt x="3724480" y="5301140"/>
                </a:lnTo>
                <a:lnTo>
                  <a:pt x="3743675" y="5334391"/>
                </a:lnTo>
                <a:lnTo>
                  <a:pt x="3710424" y="5353586"/>
                </a:lnTo>
                <a:close/>
              </a:path>
              <a:path w="6281419" h="7004050">
                <a:moveTo>
                  <a:pt x="3630623" y="5212854"/>
                </a:moveTo>
                <a:lnTo>
                  <a:pt x="3612685" y="5181787"/>
                </a:lnTo>
                <a:lnTo>
                  <a:pt x="3643758" y="5163842"/>
                </a:lnTo>
                <a:lnTo>
                  <a:pt x="3661697" y="5194916"/>
                </a:lnTo>
                <a:lnTo>
                  <a:pt x="3630623" y="5212854"/>
                </a:lnTo>
                <a:close/>
              </a:path>
              <a:path w="6281419" h="7004050">
                <a:moveTo>
                  <a:pt x="3550707" y="5072555"/>
                </a:moveTo>
                <a:lnTo>
                  <a:pt x="3533714" y="5043112"/>
                </a:lnTo>
                <a:lnTo>
                  <a:pt x="3563150" y="5026119"/>
                </a:lnTo>
                <a:lnTo>
                  <a:pt x="3580150" y="5055555"/>
                </a:lnTo>
                <a:lnTo>
                  <a:pt x="3550707" y="5072555"/>
                </a:lnTo>
                <a:close/>
              </a:path>
              <a:path w="6281419" h="7004050">
                <a:moveTo>
                  <a:pt x="3470906" y="4931818"/>
                </a:moveTo>
                <a:lnTo>
                  <a:pt x="3455169" y="4904558"/>
                </a:lnTo>
                <a:lnTo>
                  <a:pt x="3482424" y="4888821"/>
                </a:lnTo>
                <a:lnTo>
                  <a:pt x="3498166" y="4916081"/>
                </a:lnTo>
                <a:lnTo>
                  <a:pt x="3470906" y="4931818"/>
                </a:lnTo>
                <a:close/>
              </a:path>
              <a:path w="6281419" h="7004050">
                <a:moveTo>
                  <a:pt x="3391111" y="4791081"/>
                </a:moveTo>
                <a:lnTo>
                  <a:pt x="3376631" y="4766004"/>
                </a:lnTo>
                <a:lnTo>
                  <a:pt x="3401708" y="4751523"/>
                </a:lnTo>
                <a:lnTo>
                  <a:pt x="3416182" y="4776600"/>
                </a:lnTo>
                <a:lnTo>
                  <a:pt x="3391111" y="4791081"/>
                </a:lnTo>
                <a:close/>
              </a:path>
              <a:path w="6281419" h="7004050">
                <a:moveTo>
                  <a:pt x="3311189" y="4650782"/>
                </a:moveTo>
                <a:lnTo>
                  <a:pt x="3297654" y="4627335"/>
                </a:lnTo>
                <a:lnTo>
                  <a:pt x="3321101" y="4613800"/>
                </a:lnTo>
                <a:lnTo>
                  <a:pt x="3334636" y="4637247"/>
                </a:lnTo>
                <a:lnTo>
                  <a:pt x="3311189" y="4650782"/>
                </a:lnTo>
                <a:close/>
              </a:path>
              <a:path w="6281419" h="7004050">
                <a:moveTo>
                  <a:pt x="3231394" y="4510044"/>
                </a:moveTo>
                <a:lnTo>
                  <a:pt x="3219122" y="4488781"/>
                </a:lnTo>
                <a:lnTo>
                  <a:pt x="3240380" y="4476508"/>
                </a:lnTo>
                <a:lnTo>
                  <a:pt x="3252658" y="4497766"/>
                </a:lnTo>
                <a:lnTo>
                  <a:pt x="3231394" y="4510044"/>
                </a:lnTo>
                <a:close/>
              </a:path>
              <a:path w="6281419" h="7004050">
                <a:moveTo>
                  <a:pt x="3151479" y="4369731"/>
                </a:moveTo>
                <a:lnTo>
                  <a:pt x="3140152" y="4350112"/>
                </a:lnTo>
                <a:lnTo>
                  <a:pt x="3159772" y="4338778"/>
                </a:lnTo>
                <a:lnTo>
                  <a:pt x="3171106" y="4358405"/>
                </a:lnTo>
                <a:lnTo>
                  <a:pt x="3151479" y="4369731"/>
                </a:lnTo>
                <a:close/>
              </a:path>
              <a:path w="6281419" h="7004050">
                <a:moveTo>
                  <a:pt x="3071563" y="4229433"/>
                </a:moveTo>
                <a:lnTo>
                  <a:pt x="3061175" y="4211443"/>
                </a:lnTo>
                <a:lnTo>
                  <a:pt x="3079164" y="4201056"/>
                </a:lnTo>
                <a:lnTo>
                  <a:pt x="3089552" y="4219045"/>
                </a:lnTo>
                <a:lnTo>
                  <a:pt x="3071563" y="4229433"/>
                </a:lnTo>
                <a:close/>
              </a:path>
              <a:path w="6281419" h="7004050">
                <a:moveTo>
                  <a:pt x="2991647" y="4089127"/>
                </a:moveTo>
                <a:lnTo>
                  <a:pt x="2982205" y="4072775"/>
                </a:lnTo>
                <a:lnTo>
                  <a:pt x="2998557" y="4063332"/>
                </a:lnTo>
                <a:lnTo>
                  <a:pt x="3007999" y="4079685"/>
                </a:lnTo>
                <a:lnTo>
                  <a:pt x="2991647" y="4089127"/>
                </a:lnTo>
                <a:close/>
              </a:path>
              <a:path w="6281419" h="7004050">
                <a:moveTo>
                  <a:pt x="2911731" y="3948821"/>
                </a:moveTo>
                <a:lnTo>
                  <a:pt x="2903235" y="3934099"/>
                </a:lnTo>
                <a:lnTo>
                  <a:pt x="2917950" y="3925602"/>
                </a:lnTo>
                <a:lnTo>
                  <a:pt x="2926447" y="3940324"/>
                </a:lnTo>
                <a:lnTo>
                  <a:pt x="2911731" y="3948821"/>
                </a:lnTo>
                <a:close/>
              </a:path>
              <a:path w="6281419" h="7004050">
                <a:moveTo>
                  <a:pt x="2831822" y="3808515"/>
                </a:moveTo>
                <a:lnTo>
                  <a:pt x="2824264" y="3795430"/>
                </a:lnTo>
                <a:lnTo>
                  <a:pt x="2837349" y="3787879"/>
                </a:lnTo>
                <a:lnTo>
                  <a:pt x="2844906" y="3800963"/>
                </a:lnTo>
                <a:lnTo>
                  <a:pt x="2831822" y="3808515"/>
                </a:lnTo>
                <a:close/>
              </a:path>
              <a:path w="6281419" h="7004050">
                <a:moveTo>
                  <a:pt x="2752021" y="3667783"/>
                </a:moveTo>
                <a:lnTo>
                  <a:pt x="2745726" y="3656882"/>
                </a:lnTo>
                <a:lnTo>
                  <a:pt x="2756628" y="3650587"/>
                </a:lnTo>
                <a:lnTo>
                  <a:pt x="2762923" y="3661489"/>
                </a:lnTo>
                <a:lnTo>
                  <a:pt x="2752021" y="3667783"/>
                </a:lnTo>
                <a:close/>
              </a:path>
              <a:path w="6281419" h="7004050">
                <a:moveTo>
                  <a:pt x="2671985" y="3527909"/>
                </a:moveTo>
                <a:lnTo>
                  <a:pt x="2666318" y="3518093"/>
                </a:lnTo>
                <a:lnTo>
                  <a:pt x="2676135" y="3512427"/>
                </a:lnTo>
                <a:lnTo>
                  <a:pt x="2681801" y="3522243"/>
                </a:lnTo>
                <a:lnTo>
                  <a:pt x="2671985" y="3527909"/>
                </a:lnTo>
                <a:close/>
              </a:path>
              <a:path w="6281419" h="7004050">
                <a:moveTo>
                  <a:pt x="2591962" y="3388028"/>
                </a:moveTo>
                <a:lnTo>
                  <a:pt x="2586923" y="3379303"/>
                </a:lnTo>
                <a:lnTo>
                  <a:pt x="2595642" y="3374265"/>
                </a:lnTo>
                <a:lnTo>
                  <a:pt x="2600680" y="3382996"/>
                </a:lnTo>
                <a:lnTo>
                  <a:pt x="2591962" y="3388028"/>
                </a:lnTo>
                <a:close/>
              </a:path>
              <a:path w="6281419" h="7004050">
                <a:moveTo>
                  <a:pt x="2511932" y="3248154"/>
                </a:moveTo>
                <a:lnTo>
                  <a:pt x="2507521" y="3240520"/>
                </a:lnTo>
                <a:lnTo>
                  <a:pt x="2515155" y="3236116"/>
                </a:lnTo>
                <a:lnTo>
                  <a:pt x="2519565" y="3243750"/>
                </a:lnTo>
                <a:lnTo>
                  <a:pt x="2511932" y="3248154"/>
                </a:lnTo>
                <a:close/>
              </a:path>
              <a:path w="6281419" h="7004050">
                <a:moveTo>
                  <a:pt x="2432016" y="3107848"/>
                </a:moveTo>
                <a:lnTo>
                  <a:pt x="2428552" y="3101852"/>
                </a:lnTo>
                <a:lnTo>
                  <a:pt x="2434548" y="3098387"/>
                </a:lnTo>
                <a:lnTo>
                  <a:pt x="2438013" y="3104384"/>
                </a:lnTo>
                <a:lnTo>
                  <a:pt x="2432016" y="3107848"/>
                </a:lnTo>
                <a:close/>
              </a:path>
              <a:path w="6281419" h="7004050">
                <a:moveTo>
                  <a:pt x="2351980" y="2967974"/>
                </a:moveTo>
                <a:lnTo>
                  <a:pt x="2349150" y="2963062"/>
                </a:lnTo>
                <a:lnTo>
                  <a:pt x="2354055" y="2960232"/>
                </a:lnTo>
                <a:lnTo>
                  <a:pt x="2356892" y="2965137"/>
                </a:lnTo>
                <a:lnTo>
                  <a:pt x="2351980" y="2967974"/>
                </a:lnTo>
                <a:close/>
              </a:path>
              <a:path w="6281419" h="7004050">
                <a:moveTo>
                  <a:pt x="2271950" y="2828099"/>
                </a:moveTo>
                <a:lnTo>
                  <a:pt x="2269748" y="2824279"/>
                </a:lnTo>
                <a:lnTo>
                  <a:pt x="2273562" y="2822077"/>
                </a:lnTo>
                <a:lnTo>
                  <a:pt x="2275764" y="2825897"/>
                </a:lnTo>
                <a:lnTo>
                  <a:pt x="2271950" y="2828099"/>
                </a:lnTo>
                <a:close/>
              </a:path>
              <a:path w="6281419" h="7004050">
                <a:moveTo>
                  <a:pt x="2191921" y="2688219"/>
                </a:moveTo>
                <a:lnTo>
                  <a:pt x="2190347" y="2685497"/>
                </a:lnTo>
                <a:lnTo>
                  <a:pt x="2193069" y="2683923"/>
                </a:lnTo>
                <a:lnTo>
                  <a:pt x="2194643" y="2686645"/>
                </a:lnTo>
                <a:lnTo>
                  <a:pt x="2191921" y="2688219"/>
                </a:lnTo>
                <a:close/>
              </a:path>
              <a:path w="6281419" h="7004050">
                <a:moveTo>
                  <a:pt x="2111891" y="2548344"/>
                </a:moveTo>
                <a:lnTo>
                  <a:pt x="2110945" y="2546714"/>
                </a:lnTo>
                <a:lnTo>
                  <a:pt x="2112582" y="2545768"/>
                </a:lnTo>
                <a:lnTo>
                  <a:pt x="2113528" y="2547399"/>
                </a:lnTo>
                <a:lnTo>
                  <a:pt x="2111891" y="2548344"/>
                </a:lnTo>
                <a:close/>
              </a:path>
              <a:path w="6281419" h="7004050">
                <a:moveTo>
                  <a:pt x="4806803" y="6963019"/>
                </a:moveTo>
                <a:lnTo>
                  <a:pt x="4771865" y="6902502"/>
                </a:lnTo>
                <a:lnTo>
                  <a:pt x="4832382" y="6867564"/>
                </a:lnTo>
                <a:lnTo>
                  <a:pt x="4867320" y="6928081"/>
                </a:lnTo>
                <a:lnTo>
                  <a:pt x="4806803" y="6963019"/>
                </a:lnTo>
                <a:close/>
              </a:path>
              <a:path w="6281419" h="7004050">
                <a:moveTo>
                  <a:pt x="4726887" y="6822707"/>
                </a:moveTo>
                <a:lnTo>
                  <a:pt x="4692894" y="6763833"/>
                </a:lnTo>
                <a:lnTo>
                  <a:pt x="4751774" y="6729840"/>
                </a:lnTo>
                <a:lnTo>
                  <a:pt x="4785767" y="6788714"/>
                </a:lnTo>
                <a:lnTo>
                  <a:pt x="4726887" y="6822707"/>
                </a:lnTo>
                <a:close/>
              </a:path>
              <a:path w="6281419" h="7004050">
                <a:moveTo>
                  <a:pt x="4647085" y="6681976"/>
                </a:moveTo>
                <a:lnTo>
                  <a:pt x="4614356" y="6625279"/>
                </a:lnTo>
                <a:lnTo>
                  <a:pt x="4671053" y="6592542"/>
                </a:lnTo>
                <a:lnTo>
                  <a:pt x="4703789" y="6649239"/>
                </a:lnTo>
                <a:lnTo>
                  <a:pt x="4647085" y="6681976"/>
                </a:lnTo>
                <a:close/>
              </a:path>
              <a:path w="6281419" h="7004050">
                <a:moveTo>
                  <a:pt x="4567291" y="6541238"/>
                </a:moveTo>
                <a:lnTo>
                  <a:pt x="4535817" y="6486724"/>
                </a:lnTo>
                <a:lnTo>
                  <a:pt x="4590332" y="6455250"/>
                </a:lnTo>
                <a:lnTo>
                  <a:pt x="4621805" y="6509765"/>
                </a:lnTo>
                <a:lnTo>
                  <a:pt x="4567291" y="6541238"/>
                </a:lnTo>
                <a:close/>
              </a:path>
              <a:path w="6281419" h="7004050">
                <a:moveTo>
                  <a:pt x="4487604" y="6400070"/>
                </a:moveTo>
                <a:lnTo>
                  <a:pt x="4457704" y="6348284"/>
                </a:lnTo>
                <a:lnTo>
                  <a:pt x="4509496" y="6318384"/>
                </a:lnTo>
                <a:lnTo>
                  <a:pt x="4539396" y="6370170"/>
                </a:lnTo>
                <a:lnTo>
                  <a:pt x="4487604" y="6400070"/>
                </a:lnTo>
                <a:close/>
              </a:path>
              <a:path w="6281419" h="7004050">
                <a:moveTo>
                  <a:pt x="4407803" y="6259339"/>
                </a:moveTo>
                <a:lnTo>
                  <a:pt x="4379159" y="6209729"/>
                </a:lnTo>
                <a:lnTo>
                  <a:pt x="4428775" y="6181086"/>
                </a:lnTo>
                <a:lnTo>
                  <a:pt x="4457419" y="6230695"/>
                </a:lnTo>
                <a:lnTo>
                  <a:pt x="4407803" y="6259339"/>
                </a:lnTo>
                <a:close/>
              </a:path>
              <a:path w="6281419" h="7004050">
                <a:moveTo>
                  <a:pt x="4328122" y="6118176"/>
                </a:moveTo>
                <a:lnTo>
                  <a:pt x="4301052" y="6071289"/>
                </a:lnTo>
                <a:lnTo>
                  <a:pt x="4347938" y="6044219"/>
                </a:lnTo>
                <a:lnTo>
                  <a:pt x="4375002" y="6091106"/>
                </a:lnTo>
                <a:lnTo>
                  <a:pt x="4328122" y="6118176"/>
                </a:lnTo>
                <a:close/>
              </a:path>
              <a:path w="6281419" h="7004050">
                <a:moveTo>
                  <a:pt x="4248321" y="5977439"/>
                </a:moveTo>
                <a:lnTo>
                  <a:pt x="4222513" y="5932734"/>
                </a:lnTo>
                <a:lnTo>
                  <a:pt x="4267212" y="5906927"/>
                </a:lnTo>
                <a:lnTo>
                  <a:pt x="4293025" y="5951632"/>
                </a:lnTo>
                <a:lnTo>
                  <a:pt x="4248321" y="5977439"/>
                </a:lnTo>
                <a:close/>
              </a:path>
              <a:path w="6281419" h="7004050">
                <a:moveTo>
                  <a:pt x="4168519" y="5836701"/>
                </a:moveTo>
                <a:lnTo>
                  <a:pt x="4143968" y="5794180"/>
                </a:lnTo>
                <a:lnTo>
                  <a:pt x="4186496" y="5769629"/>
                </a:lnTo>
                <a:lnTo>
                  <a:pt x="4211047" y="5812150"/>
                </a:lnTo>
                <a:lnTo>
                  <a:pt x="4168519" y="5836701"/>
                </a:lnTo>
                <a:close/>
              </a:path>
              <a:path w="6281419" h="7004050">
                <a:moveTo>
                  <a:pt x="4088718" y="5695970"/>
                </a:moveTo>
                <a:lnTo>
                  <a:pt x="4065430" y="5655632"/>
                </a:lnTo>
                <a:lnTo>
                  <a:pt x="4105775" y="5632337"/>
                </a:lnTo>
                <a:lnTo>
                  <a:pt x="4129069" y="5672676"/>
                </a:lnTo>
                <a:lnTo>
                  <a:pt x="4088718" y="5695970"/>
                </a:lnTo>
                <a:close/>
              </a:path>
              <a:path w="6281419" h="7004050">
                <a:moveTo>
                  <a:pt x="4008803" y="5555664"/>
                </a:moveTo>
                <a:lnTo>
                  <a:pt x="3986460" y="5516956"/>
                </a:lnTo>
                <a:lnTo>
                  <a:pt x="4025168" y="5494608"/>
                </a:lnTo>
                <a:lnTo>
                  <a:pt x="4047516" y="5533315"/>
                </a:lnTo>
                <a:lnTo>
                  <a:pt x="4008803" y="5555664"/>
                </a:lnTo>
                <a:close/>
              </a:path>
              <a:path w="6281419" h="7004050">
                <a:moveTo>
                  <a:pt x="3929122" y="5414496"/>
                </a:moveTo>
                <a:lnTo>
                  <a:pt x="3908346" y="5378516"/>
                </a:lnTo>
                <a:lnTo>
                  <a:pt x="3944332" y="5357741"/>
                </a:lnTo>
                <a:lnTo>
                  <a:pt x="3965101" y="5393720"/>
                </a:lnTo>
                <a:lnTo>
                  <a:pt x="3929122" y="5414496"/>
                </a:lnTo>
                <a:close/>
              </a:path>
              <a:path w="6281419" h="7004050">
                <a:moveTo>
                  <a:pt x="3849206" y="5274196"/>
                </a:moveTo>
                <a:lnTo>
                  <a:pt x="3829376" y="5239848"/>
                </a:lnTo>
                <a:lnTo>
                  <a:pt x="3863724" y="5220018"/>
                </a:lnTo>
                <a:lnTo>
                  <a:pt x="3883554" y="5254367"/>
                </a:lnTo>
                <a:lnTo>
                  <a:pt x="3849206" y="5274196"/>
                </a:lnTo>
                <a:close/>
              </a:path>
              <a:path w="6281419" h="7004050">
                <a:moveTo>
                  <a:pt x="3769411" y="5133459"/>
                </a:moveTo>
                <a:lnTo>
                  <a:pt x="3750844" y="5101293"/>
                </a:lnTo>
                <a:lnTo>
                  <a:pt x="3782997" y="5082726"/>
                </a:lnTo>
                <a:lnTo>
                  <a:pt x="3801570" y="5114892"/>
                </a:lnTo>
                <a:lnTo>
                  <a:pt x="3769411" y="5133459"/>
                </a:lnTo>
                <a:close/>
              </a:path>
              <a:path w="6281419" h="7004050">
                <a:moveTo>
                  <a:pt x="3689604" y="4992722"/>
                </a:moveTo>
                <a:lnTo>
                  <a:pt x="3672293" y="4962739"/>
                </a:lnTo>
                <a:lnTo>
                  <a:pt x="3702282" y="4945428"/>
                </a:lnTo>
                <a:lnTo>
                  <a:pt x="3719592" y="4975411"/>
                </a:lnTo>
                <a:lnTo>
                  <a:pt x="3689604" y="4992722"/>
                </a:lnTo>
                <a:close/>
              </a:path>
              <a:path w="6281419" h="7004050">
                <a:moveTo>
                  <a:pt x="3609695" y="4852415"/>
                </a:moveTo>
                <a:lnTo>
                  <a:pt x="3593330" y="4824064"/>
                </a:lnTo>
                <a:lnTo>
                  <a:pt x="3621669" y="4807699"/>
                </a:lnTo>
                <a:lnTo>
                  <a:pt x="3638040" y="4836050"/>
                </a:lnTo>
                <a:lnTo>
                  <a:pt x="3609695" y="4852415"/>
                </a:lnTo>
                <a:close/>
              </a:path>
              <a:path w="6281419" h="7004050">
                <a:moveTo>
                  <a:pt x="3529894" y="4711684"/>
                </a:moveTo>
                <a:lnTo>
                  <a:pt x="3514785" y="4685515"/>
                </a:lnTo>
                <a:lnTo>
                  <a:pt x="3540954" y="4670407"/>
                </a:lnTo>
                <a:lnTo>
                  <a:pt x="3556063" y="4696576"/>
                </a:lnTo>
                <a:lnTo>
                  <a:pt x="3529894" y="4711684"/>
                </a:lnTo>
                <a:close/>
              </a:path>
              <a:path w="6281419" h="7004050">
                <a:moveTo>
                  <a:pt x="3450092" y="4570941"/>
                </a:moveTo>
                <a:lnTo>
                  <a:pt x="3436246" y="4546955"/>
                </a:lnTo>
                <a:lnTo>
                  <a:pt x="3460226" y="4533109"/>
                </a:lnTo>
                <a:lnTo>
                  <a:pt x="3474078" y="4557095"/>
                </a:lnTo>
                <a:lnTo>
                  <a:pt x="3450092" y="4570941"/>
                </a:lnTo>
                <a:close/>
              </a:path>
              <a:path w="6281419" h="7004050">
                <a:moveTo>
                  <a:pt x="3370176" y="4430642"/>
                </a:moveTo>
                <a:lnTo>
                  <a:pt x="3357276" y="4408293"/>
                </a:lnTo>
                <a:lnTo>
                  <a:pt x="3379625" y="4395386"/>
                </a:lnTo>
                <a:lnTo>
                  <a:pt x="3392532" y="4417735"/>
                </a:lnTo>
                <a:lnTo>
                  <a:pt x="3370176" y="4430642"/>
                </a:lnTo>
                <a:close/>
              </a:path>
              <a:path w="6281419" h="7004050">
                <a:moveTo>
                  <a:pt x="3290381" y="4289904"/>
                </a:moveTo>
                <a:lnTo>
                  <a:pt x="3278731" y="4269732"/>
                </a:lnTo>
                <a:lnTo>
                  <a:pt x="3298903" y="4258088"/>
                </a:lnTo>
                <a:lnTo>
                  <a:pt x="3310547" y="4278260"/>
                </a:lnTo>
                <a:lnTo>
                  <a:pt x="3290381" y="4289904"/>
                </a:lnTo>
                <a:close/>
              </a:path>
              <a:path w="6281419" h="7004050">
                <a:moveTo>
                  <a:pt x="3210352" y="4150030"/>
                </a:moveTo>
                <a:lnTo>
                  <a:pt x="3199336" y="4130949"/>
                </a:lnTo>
                <a:lnTo>
                  <a:pt x="3218410" y="4119933"/>
                </a:lnTo>
                <a:lnTo>
                  <a:pt x="3229426" y="4139014"/>
                </a:lnTo>
                <a:lnTo>
                  <a:pt x="3210352" y="4150030"/>
                </a:lnTo>
                <a:close/>
              </a:path>
              <a:path w="6281419" h="7004050">
                <a:moveTo>
                  <a:pt x="3130551" y="4009299"/>
                </a:moveTo>
                <a:lnTo>
                  <a:pt x="3120791" y="3992395"/>
                </a:lnTo>
                <a:lnTo>
                  <a:pt x="3137689" y="3982635"/>
                </a:lnTo>
                <a:lnTo>
                  <a:pt x="3147449" y="3999540"/>
                </a:lnTo>
                <a:lnTo>
                  <a:pt x="3130551" y="4009299"/>
                </a:lnTo>
                <a:close/>
              </a:path>
              <a:path w="6281419" h="7004050">
                <a:moveTo>
                  <a:pt x="3050635" y="3868987"/>
                </a:moveTo>
                <a:lnTo>
                  <a:pt x="3041821" y="3853726"/>
                </a:lnTo>
                <a:lnTo>
                  <a:pt x="3057082" y="3844912"/>
                </a:lnTo>
                <a:lnTo>
                  <a:pt x="3065896" y="3860173"/>
                </a:lnTo>
                <a:lnTo>
                  <a:pt x="3050635" y="3868987"/>
                </a:lnTo>
                <a:close/>
              </a:path>
              <a:path w="6281419" h="7004050">
                <a:moveTo>
                  <a:pt x="2970719" y="3728681"/>
                </a:moveTo>
                <a:lnTo>
                  <a:pt x="2962850" y="3715050"/>
                </a:lnTo>
                <a:lnTo>
                  <a:pt x="2976474" y="3707181"/>
                </a:lnTo>
                <a:lnTo>
                  <a:pt x="2984343" y="3720812"/>
                </a:lnTo>
                <a:lnTo>
                  <a:pt x="2970719" y="3728681"/>
                </a:lnTo>
                <a:close/>
              </a:path>
              <a:path w="6281419" h="7004050">
                <a:moveTo>
                  <a:pt x="2890803" y="3588381"/>
                </a:moveTo>
                <a:lnTo>
                  <a:pt x="2883880" y="3576382"/>
                </a:lnTo>
                <a:lnTo>
                  <a:pt x="2895867" y="3569459"/>
                </a:lnTo>
                <a:lnTo>
                  <a:pt x="2902796" y="3581458"/>
                </a:lnTo>
                <a:lnTo>
                  <a:pt x="2890803" y="3588381"/>
                </a:lnTo>
                <a:close/>
              </a:path>
              <a:path w="6281419" h="7004050">
                <a:moveTo>
                  <a:pt x="2811002" y="3447644"/>
                </a:moveTo>
                <a:lnTo>
                  <a:pt x="2805336" y="3437828"/>
                </a:lnTo>
                <a:lnTo>
                  <a:pt x="2815152" y="3432161"/>
                </a:lnTo>
                <a:lnTo>
                  <a:pt x="2820819" y="3441978"/>
                </a:lnTo>
                <a:lnTo>
                  <a:pt x="2811002" y="3447644"/>
                </a:lnTo>
                <a:close/>
              </a:path>
              <a:path w="6281419" h="7004050">
                <a:moveTo>
                  <a:pt x="2730972" y="3307770"/>
                </a:moveTo>
                <a:lnTo>
                  <a:pt x="2725934" y="3299045"/>
                </a:lnTo>
                <a:lnTo>
                  <a:pt x="2734659" y="3294006"/>
                </a:lnTo>
                <a:lnTo>
                  <a:pt x="2739698" y="3302731"/>
                </a:lnTo>
                <a:lnTo>
                  <a:pt x="2730972" y="3307770"/>
                </a:lnTo>
                <a:close/>
              </a:path>
              <a:path w="6281419" h="7004050">
                <a:moveTo>
                  <a:pt x="2650943" y="3167895"/>
                </a:moveTo>
                <a:lnTo>
                  <a:pt x="2646539" y="3160262"/>
                </a:lnTo>
                <a:lnTo>
                  <a:pt x="2654166" y="3155858"/>
                </a:lnTo>
                <a:lnTo>
                  <a:pt x="2658576" y="3163492"/>
                </a:lnTo>
                <a:lnTo>
                  <a:pt x="2650943" y="3167895"/>
                </a:lnTo>
                <a:close/>
              </a:path>
              <a:path w="6281419" h="7004050">
                <a:moveTo>
                  <a:pt x="2570913" y="3028015"/>
                </a:moveTo>
                <a:lnTo>
                  <a:pt x="2567137" y="3021472"/>
                </a:lnTo>
                <a:lnTo>
                  <a:pt x="2573673" y="3017697"/>
                </a:lnTo>
                <a:lnTo>
                  <a:pt x="2577455" y="3024239"/>
                </a:lnTo>
                <a:lnTo>
                  <a:pt x="2570913" y="3028015"/>
                </a:lnTo>
                <a:close/>
              </a:path>
              <a:path w="6281419" h="7004050">
                <a:moveTo>
                  <a:pt x="2490883" y="2888140"/>
                </a:moveTo>
                <a:lnTo>
                  <a:pt x="2487736" y="2882690"/>
                </a:lnTo>
                <a:lnTo>
                  <a:pt x="2493186" y="2879542"/>
                </a:lnTo>
                <a:lnTo>
                  <a:pt x="2496334" y="2884993"/>
                </a:lnTo>
                <a:lnTo>
                  <a:pt x="2490883" y="2888140"/>
                </a:lnTo>
                <a:close/>
              </a:path>
              <a:path w="6281419" h="7004050">
                <a:moveTo>
                  <a:pt x="2410853" y="2748266"/>
                </a:moveTo>
                <a:lnTo>
                  <a:pt x="2408334" y="2743906"/>
                </a:lnTo>
                <a:lnTo>
                  <a:pt x="2412693" y="2741387"/>
                </a:lnTo>
                <a:lnTo>
                  <a:pt x="2415213" y="2745747"/>
                </a:lnTo>
                <a:lnTo>
                  <a:pt x="2410853" y="2748266"/>
                </a:lnTo>
                <a:close/>
              </a:path>
              <a:path w="6281419" h="7004050">
                <a:moveTo>
                  <a:pt x="2330817" y="2608391"/>
                </a:moveTo>
                <a:lnTo>
                  <a:pt x="2328932" y="2605123"/>
                </a:lnTo>
                <a:lnTo>
                  <a:pt x="2332207" y="2603233"/>
                </a:lnTo>
                <a:lnTo>
                  <a:pt x="2334098" y="2606500"/>
                </a:lnTo>
                <a:lnTo>
                  <a:pt x="2330817" y="2608391"/>
                </a:lnTo>
                <a:close/>
              </a:path>
              <a:path w="6281419" h="7004050">
                <a:moveTo>
                  <a:pt x="2250794" y="2468517"/>
                </a:moveTo>
                <a:lnTo>
                  <a:pt x="2249538" y="2466334"/>
                </a:lnTo>
                <a:lnTo>
                  <a:pt x="2251708" y="2465078"/>
                </a:lnTo>
                <a:lnTo>
                  <a:pt x="2252971" y="2467261"/>
                </a:lnTo>
                <a:lnTo>
                  <a:pt x="2250794" y="2468517"/>
                </a:lnTo>
                <a:close/>
              </a:path>
              <a:path w="6281419" h="7004050">
                <a:moveTo>
                  <a:pt x="2171849" y="2328014"/>
                </a:moveTo>
                <a:lnTo>
                  <a:pt x="2170402" y="2328014"/>
                </a:lnTo>
                <a:lnTo>
                  <a:pt x="2170136" y="2327551"/>
                </a:lnTo>
                <a:lnTo>
                  <a:pt x="2171583" y="2327551"/>
                </a:lnTo>
                <a:lnTo>
                  <a:pt x="2171849" y="2328014"/>
                </a:lnTo>
                <a:close/>
              </a:path>
              <a:path w="6281419" h="7004050">
                <a:moveTo>
                  <a:pt x="5062016" y="7003925"/>
                </a:moveTo>
                <a:lnTo>
                  <a:pt x="5012870" y="7003925"/>
                </a:lnTo>
                <a:lnTo>
                  <a:pt x="4987700" y="6960334"/>
                </a:lnTo>
                <a:lnTo>
                  <a:pt x="5052576" y="6922876"/>
                </a:lnTo>
                <a:lnTo>
                  <a:pt x="5090027" y="6987753"/>
                </a:lnTo>
                <a:lnTo>
                  <a:pt x="5062016" y="7003925"/>
                </a:lnTo>
                <a:close/>
              </a:path>
              <a:path w="6281419" h="7004050">
                <a:moveTo>
                  <a:pt x="4945363" y="6884474"/>
                </a:moveTo>
                <a:lnTo>
                  <a:pt x="4909168" y="6821780"/>
                </a:lnTo>
                <a:lnTo>
                  <a:pt x="4971855" y="6785585"/>
                </a:lnTo>
                <a:lnTo>
                  <a:pt x="5008050" y="6848279"/>
                </a:lnTo>
                <a:lnTo>
                  <a:pt x="4945363" y="6884474"/>
                </a:lnTo>
                <a:close/>
              </a:path>
              <a:path w="6281419" h="7004050">
                <a:moveTo>
                  <a:pt x="4865561" y="6743736"/>
                </a:moveTo>
                <a:lnTo>
                  <a:pt x="4830623" y="6683225"/>
                </a:lnTo>
                <a:lnTo>
                  <a:pt x="4891134" y="6648287"/>
                </a:lnTo>
                <a:lnTo>
                  <a:pt x="4926073" y="6708798"/>
                </a:lnTo>
                <a:lnTo>
                  <a:pt x="4865561" y="6743736"/>
                </a:lnTo>
                <a:close/>
              </a:path>
              <a:path w="6281419" h="7004050">
                <a:moveTo>
                  <a:pt x="4785754" y="6603005"/>
                </a:moveTo>
                <a:lnTo>
                  <a:pt x="4752078" y="6544671"/>
                </a:lnTo>
                <a:lnTo>
                  <a:pt x="4810412" y="6510995"/>
                </a:lnTo>
                <a:lnTo>
                  <a:pt x="4844088" y="6569323"/>
                </a:lnTo>
                <a:lnTo>
                  <a:pt x="4785754" y="6603005"/>
                </a:lnTo>
                <a:close/>
              </a:path>
              <a:path w="6281419" h="7004050">
                <a:moveTo>
                  <a:pt x="4705959" y="6462268"/>
                </a:moveTo>
                <a:lnTo>
                  <a:pt x="4673540" y="6406116"/>
                </a:lnTo>
                <a:lnTo>
                  <a:pt x="4729692" y="6373697"/>
                </a:lnTo>
                <a:lnTo>
                  <a:pt x="4762111" y="6429848"/>
                </a:lnTo>
                <a:lnTo>
                  <a:pt x="4705959" y="6462268"/>
                </a:lnTo>
                <a:close/>
              </a:path>
              <a:path w="6281419" h="7004050">
                <a:moveTo>
                  <a:pt x="4626278" y="6321105"/>
                </a:moveTo>
                <a:lnTo>
                  <a:pt x="4595432" y="6267676"/>
                </a:lnTo>
                <a:lnTo>
                  <a:pt x="4648856" y="6236830"/>
                </a:lnTo>
                <a:lnTo>
                  <a:pt x="4679701" y="6290259"/>
                </a:lnTo>
                <a:lnTo>
                  <a:pt x="4626278" y="6321105"/>
                </a:lnTo>
                <a:close/>
              </a:path>
              <a:path w="6281419" h="7004050">
                <a:moveTo>
                  <a:pt x="4546477" y="6180368"/>
                </a:moveTo>
                <a:lnTo>
                  <a:pt x="4516888" y="6129128"/>
                </a:lnTo>
                <a:lnTo>
                  <a:pt x="4568134" y="6099539"/>
                </a:lnTo>
                <a:lnTo>
                  <a:pt x="4597717" y="6150785"/>
                </a:lnTo>
                <a:lnTo>
                  <a:pt x="4546477" y="6180368"/>
                </a:lnTo>
                <a:close/>
              </a:path>
              <a:path w="6281419" h="7004050">
                <a:moveTo>
                  <a:pt x="4466791" y="6039205"/>
                </a:moveTo>
                <a:lnTo>
                  <a:pt x="4438774" y="5990681"/>
                </a:lnTo>
                <a:lnTo>
                  <a:pt x="4487292" y="5962672"/>
                </a:lnTo>
                <a:lnTo>
                  <a:pt x="4515308" y="6011190"/>
                </a:lnTo>
                <a:lnTo>
                  <a:pt x="4466791" y="6039205"/>
                </a:lnTo>
                <a:close/>
              </a:path>
              <a:path w="6281419" h="7004050">
                <a:moveTo>
                  <a:pt x="4387103" y="5898037"/>
                </a:moveTo>
                <a:lnTo>
                  <a:pt x="4360667" y="5852241"/>
                </a:lnTo>
                <a:lnTo>
                  <a:pt x="4406457" y="5825806"/>
                </a:lnTo>
                <a:lnTo>
                  <a:pt x="4432898" y="5871595"/>
                </a:lnTo>
                <a:lnTo>
                  <a:pt x="4387103" y="5898037"/>
                </a:lnTo>
                <a:close/>
              </a:path>
              <a:path w="6281419" h="7004050">
                <a:moveTo>
                  <a:pt x="4307308" y="5757299"/>
                </a:moveTo>
                <a:lnTo>
                  <a:pt x="4282129" y="5713686"/>
                </a:lnTo>
                <a:lnTo>
                  <a:pt x="4325742" y="5688507"/>
                </a:lnTo>
                <a:lnTo>
                  <a:pt x="4350921" y="5732120"/>
                </a:lnTo>
                <a:lnTo>
                  <a:pt x="4307308" y="5757299"/>
                </a:lnTo>
                <a:close/>
              </a:path>
              <a:path w="6281419" h="7004050">
                <a:moveTo>
                  <a:pt x="4227507" y="5616568"/>
                </a:moveTo>
                <a:lnTo>
                  <a:pt x="4203584" y="5575132"/>
                </a:lnTo>
                <a:lnTo>
                  <a:pt x="4245014" y="5551209"/>
                </a:lnTo>
                <a:lnTo>
                  <a:pt x="4268937" y="5592645"/>
                </a:lnTo>
                <a:lnTo>
                  <a:pt x="4227507" y="5616568"/>
                </a:lnTo>
                <a:close/>
              </a:path>
              <a:path w="6281419" h="7004050">
                <a:moveTo>
                  <a:pt x="4147591" y="5476256"/>
                </a:moveTo>
                <a:lnTo>
                  <a:pt x="4124614" y="5436463"/>
                </a:lnTo>
                <a:lnTo>
                  <a:pt x="4164413" y="5413486"/>
                </a:lnTo>
                <a:lnTo>
                  <a:pt x="4187390" y="5453279"/>
                </a:lnTo>
                <a:lnTo>
                  <a:pt x="4147591" y="5476256"/>
                </a:lnTo>
                <a:close/>
              </a:path>
              <a:path w="6281419" h="7004050">
                <a:moveTo>
                  <a:pt x="4067790" y="5335525"/>
                </a:moveTo>
                <a:lnTo>
                  <a:pt x="4046069" y="5297908"/>
                </a:lnTo>
                <a:lnTo>
                  <a:pt x="4083685" y="5276194"/>
                </a:lnTo>
                <a:lnTo>
                  <a:pt x="4105406" y="5313811"/>
                </a:lnTo>
                <a:lnTo>
                  <a:pt x="4067790" y="5335525"/>
                </a:lnTo>
                <a:close/>
              </a:path>
              <a:path w="6281419" h="7004050">
                <a:moveTo>
                  <a:pt x="3987995" y="5194787"/>
                </a:moveTo>
                <a:lnTo>
                  <a:pt x="3967537" y="5159354"/>
                </a:lnTo>
                <a:lnTo>
                  <a:pt x="4002970" y="5138896"/>
                </a:lnTo>
                <a:lnTo>
                  <a:pt x="4023428" y="5174329"/>
                </a:lnTo>
                <a:lnTo>
                  <a:pt x="3987995" y="5194787"/>
                </a:lnTo>
                <a:close/>
              </a:path>
              <a:path w="6281419" h="7004050">
                <a:moveTo>
                  <a:pt x="3908194" y="5054056"/>
                </a:moveTo>
                <a:lnTo>
                  <a:pt x="3888992" y="5020799"/>
                </a:lnTo>
                <a:lnTo>
                  <a:pt x="3922243" y="5001598"/>
                </a:lnTo>
                <a:lnTo>
                  <a:pt x="3941445" y="5034855"/>
                </a:lnTo>
                <a:lnTo>
                  <a:pt x="3908194" y="5054056"/>
                </a:lnTo>
                <a:close/>
              </a:path>
              <a:path w="6281419" h="7004050">
                <a:moveTo>
                  <a:pt x="3828507" y="4912888"/>
                </a:moveTo>
                <a:lnTo>
                  <a:pt x="3810885" y="4882366"/>
                </a:lnTo>
                <a:lnTo>
                  <a:pt x="3841407" y="4864738"/>
                </a:lnTo>
                <a:lnTo>
                  <a:pt x="3859035" y="4895266"/>
                </a:lnTo>
                <a:lnTo>
                  <a:pt x="3828507" y="4912888"/>
                </a:lnTo>
                <a:close/>
              </a:path>
              <a:path w="6281419" h="7004050">
                <a:moveTo>
                  <a:pt x="3748479" y="4773013"/>
                </a:moveTo>
                <a:lnTo>
                  <a:pt x="3731477" y="4743577"/>
                </a:lnTo>
                <a:lnTo>
                  <a:pt x="3760921" y="4726577"/>
                </a:lnTo>
                <a:lnTo>
                  <a:pt x="3777914" y="4756021"/>
                </a:lnTo>
                <a:lnTo>
                  <a:pt x="3748479" y="4773013"/>
                </a:lnTo>
                <a:close/>
              </a:path>
              <a:path w="6281419" h="7004050">
                <a:moveTo>
                  <a:pt x="3668682" y="4632276"/>
                </a:moveTo>
                <a:lnTo>
                  <a:pt x="3652945" y="4605022"/>
                </a:lnTo>
                <a:lnTo>
                  <a:pt x="3680199" y="4589285"/>
                </a:lnTo>
                <a:lnTo>
                  <a:pt x="3695936" y="4616539"/>
                </a:lnTo>
                <a:lnTo>
                  <a:pt x="3668682" y="4632276"/>
                </a:lnTo>
                <a:close/>
              </a:path>
              <a:path w="6281419" h="7004050">
                <a:moveTo>
                  <a:pt x="3588995" y="4491114"/>
                </a:moveTo>
                <a:lnTo>
                  <a:pt x="3574831" y="4466582"/>
                </a:lnTo>
                <a:lnTo>
                  <a:pt x="3599363" y="4452418"/>
                </a:lnTo>
                <a:lnTo>
                  <a:pt x="3613527" y="4476950"/>
                </a:lnTo>
                <a:lnTo>
                  <a:pt x="3588995" y="4491114"/>
                </a:lnTo>
                <a:close/>
              </a:path>
              <a:path w="6281419" h="7004050">
                <a:moveTo>
                  <a:pt x="3509079" y="4350801"/>
                </a:moveTo>
                <a:lnTo>
                  <a:pt x="3495861" y="4327913"/>
                </a:lnTo>
                <a:lnTo>
                  <a:pt x="3518756" y="4314695"/>
                </a:lnTo>
                <a:lnTo>
                  <a:pt x="3531974" y="4337584"/>
                </a:lnTo>
                <a:lnTo>
                  <a:pt x="3509079" y="4350801"/>
                </a:lnTo>
                <a:close/>
              </a:path>
              <a:path w="6281419" h="7004050">
                <a:moveTo>
                  <a:pt x="3429163" y="4210502"/>
                </a:moveTo>
                <a:lnTo>
                  <a:pt x="3416885" y="4189245"/>
                </a:lnTo>
                <a:lnTo>
                  <a:pt x="3438149" y="4176966"/>
                </a:lnTo>
                <a:lnTo>
                  <a:pt x="3450421" y="4198230"/>
                </a:lnTo>
                <a:lnTo>
                  <a:pt x="3429163" y="4210502"/>
                </a:lnTo>
                <a:close/>
              </a:path>
              <a:path w="6281419" h="7004050">
                <a:moveTo>
                  <a:pt x="3349247" y="4070196"/>
                </a:moveTo>
                <a:lnTo>
                  <a:pt x="3337914" y="4050570"/>
                </a:lnTo>
                <a:lnTo>
                  <a:pt x="3357541" y="4039243"/>
                </a:lnTo>
                <a:lnTo>
                  <a:pt x="3368867" y="4058870"/>
                </a:lnTo>
                <a:lnTo>
                  <a:pt x="3349247" y="4070196"/>
                </a:lnTo>
                <a:close/>
              </a:path>
              <a:path w="6281419" h="7004050">
                <a:moveTo>
                  <a:pt x="3269446" y="3929459"/>
                </a:moveTo>
                <a:lnTo>
                  <a:pt x="3259376" y="3912015"/>
                </a:lnTo>
                <a:lnTo>
                  <a:pt x="3276820" y="3901944"/>
                </a:lnTo>
                <a:lnTo>
                  <a:pt x="3286890" y="3919388"/>
                </a:lnTo>
                <a:lnTo>
                  <a:pt x="3269446" y="3929459"/>
                </a:lnTo>
                <a:close/>
              </a:path>
              <a:path w="6281419" h="7004050">
                <a:moveTo>
                  <a:pt x="3189531" y="3789159"/>
                </a:moveTo>
                <a:lnTo>
                  <a:pt x="3180406" y="3773353"/>
                </a:lnTo>
                <a:lnTo>
                  <a:pt x="3196213" y="3764222"/>
                </a:lnTo>
                <a:lnTo>
                  <a:pt x="3205344" y="3780035"/>
                </a:lnTo>
                <a:lnTo>
                  <a:pt x="3189531" y="3789159"/>
                </a:lnTo>
                <a:close/>
              </a:path>
              <a:path w="6281419" h="7004050">
                <a:moveTo>
                  <a:pt x="3109617" y="3648853"/>
                </a:moveTo>
                <a:lnTo>
                  <a:pt x="3101436" y="3634678"/>
                </a:lnTo>
                <a:lnTo>
                  <a:pt x="3115605" y="3626498"/>
                </a:lnTo>
                <a:lnTo>
                  <a:pt x="3123791" y="3640668"/>
                </a:lnTo>
                <a:lnTo>
                  <a:pt x="3109617" y="3648853"/>
                </a:lnTo>
                <a:close/>
              </a:path>
              <a:path w="6281419" h="7004050">
                <a:moveTo>
                  <a:pt x="3029699" y="3508541"/>
                </a:moveTo>
                <a:lnTo>
                  <a:pt x="3022465" y="3496009"/>
                </a:lnTo>
                <a:lnTo>
                  <a:pt x="3035004" y="3488768"/>
                </a:lnTo>
                <a:lnTo>
                  <a:pt x="3042238" y="3501301"/>
                </a:lnTo>
                <a:lnTo>
                  <a:pt x="3029699" y="3508541"/>
                </a:lnTo>
                <a:close/>
              </a:path>
              <a:path w="6281419" h="7004050">
                <a:moveTo>
                  <a:pt x="2949898" y="3367810"/>
                </a:moveTo>
                <a:lnTo>
                  <a:pt x="2943920" y="3357454"/>
                </a:lnTo>
                <a:lnTo>
                  <a:pt x="2954277" y="3351470"/>
                </a:lnTo>
                <a:lnTo>
                  <a:pt x="2960260" y="3361833"/>
                </a:lnTo>
                <a:lnTo>
                  <a:pt x="2949898" y="3367810"/>
                </a:lnTo>
                <a:close/>
              </a:path>
              <a:path w="6281419" h="7004050">
                <a:moveTo>
                  <a:pt x="2869874" y="3227936"/>
                </a:moveTo>
                <a:lnTo>
                  <a:pt x="2864525" y="3218665"/>
                </a:lnTo>
                <a:lnTo>
                  <a:pt x="2873789" y="3213316"/>
                </a:lnTo>
                <a:lnTo>
                  <a:pt x="2879139" y="3222587"/>
                </a:lnTo>
                <a:lnTo>
                  <a:pt x="2869874" y="3227936"/>
                </a:lnTo>
                <a:close/>
              </a:path>
              <a:path w="6281419" h="7004050">
                <a:moveTo>
                  <a:pt x="2789844" y="3088055"/>
                </a:moveTo>
                <a:lnTo>
                  <a:pt x="2785123" y="3079882"/>
                </a:lnTo>
                <a:lnTo>
                  <a:pt x="2793296" y="3075161"/>
                </a:lnTo>
                <a:lnTo>
                  <a:pt x="2798017" y="3083334"/>
                </a:lnTo>
                <a:lnTo>
                  <a:pt x="2789844" y="3088055"/>
                </a:lnTo>
                <a:close/>
              </a:path>
              <a:path w="6281419" h="7004050">
                <a:moveTo>
                  <a:pt x="2709809" y="2948181"/>
                </a:moveTo>
                <a:lnTo>
                  <a:pt x="2705722" y="2941099"/>
                </a:lnTo>
                <a:lnTo>
                  <a:pt x="2712810" y="2937006"/>
                </a:lnTo>
                <a:lnTo>
                  <a:pt x="2716896" y="2944088"/>
                </a:lnTo>
                <a:lnTo>
                  <a:pt x="2709809" y="2948181"/>
                </a:lnTo>
                <a:close/>
              </a:path>
              <a:path w="6281419" h="7004050">
                <a:moveTo>
                  <a:pt x="2629899" y="2807881"/>
                </a:moveTo>
                <a:lnTo>
                  <a:pt x="2626752" y="2802430"/>
                </a:lnTo>
                <a:lnTo>
                  <a:pt x="2632203" y="2799283"/>
                </a:lnTo>
                <a:lnTo>
                  <a:pt x="2635350" y="2804734"/>
                </a:lnTo>
                <a:lnTo>
                  <a:pt x="2629899" y="2807881"/>
                </a:lnTo>
                <a:close/>
              </a:path>
              <a:path w="6281419" h="7004050">
                <a:moveTo>
                  <a:pt x="2549869" y="2668007"/>
                </a:moveTo>
                <a:lnTo>
                  <a:pt x="2547350" y="2663641"/>
                </a:lnTo>
                <a:lnTo>
                  <a:pt x="2551710" y="2661122"/>
                </a:lnTo>
                <a:lnTo>
                  <a:pt x="2554229" y="2665487"/>
                </a:lnTo>
                <a:lnTo>
                  <a:pt x="2549869" y="2668007"/>
                </a:lnTo>
                <a:close/>
              </a:path>
              <a:path w="6281419" h="7004050">
                <a:moveTo>
                  <a:pt x="2469833" y="2528132"/>
                </a:moveTo>
                <a:lnTo>
                  <a:pt x="2467949" y="2524858"/>
                </a:lnTo>
                <a:lnTo>
                  <a:pt x="2471217" y="2522973"/>
                </a:lnTo>
                <a:lnTo>
                  <a:pt x="2473108" y="2526241"/>
                </a:lnTo>
                <a:lnTo>
                  <a:pt x="2469833" y="2528132"/>
                </a:lnTo>
                <a:close/>
              </a:path>
              <a:path w="6281419" h="7004050">
                <a:moveTo>
                  <a:pt x="2389804" y="2388258"/>
                </a:moveTo>
                <a:lnTo>
                  <a:pt x="2388547" y="2386075"/>
                </a:lnTo>
                <a:lnTo>
                  <a:pt x="2390724" y="2384812"/>
                </a:lnTo>
                <a:lnTo>
                  <a:pt x="2391987" y="2386995"/>
                </a:lnTo>
                <a:lnTo>
                  <a:pt x="2389804" y="2388258"/>
                </a:lnTo>
                <a:close/>
              </a:path>
              <a:path w="6281419" h="7004050">
                <a:moveTo>
                  <a:pt x="2309660" y="2248809"/>
                </a:moveTo>
                <a:lnTo>
                  <a:pt x="2308714" y="2247172"/>
                </a:lnTo>
                <a:lnTo>
                  <a:pt x="2310351" y="2246226"/>
                </a:lnTo>
                <a:lnTo>
                  <a:pt x="2311297" y="2247863"/>
                </a:lnTo>
                <a:lnTo>
                  <a:pt x="2309660" y="2248809"/>
                </a:lnTo>
                <a:close/>
              </a:path>
              <a:path w="6281419" h="7004050">
                <a:moveTo>
                  <a:pt x="5287995" y="7003925"/>
                </a:moveTo>
                <a:lnTo>
                  <a:pt x="5227580" y="7003925"/>
                </a:lnTo>
                <a:lnTo>
                  <a:pt x="5272891" y="6977765"/>
                </a:lnTo>
                <a:lnTo>
                  <a:pt x="5287995" y="7003925"/>
                </a:lnTo>
                <a:close/>
              </a:path>
              <a:path w="6281419" h="7004050">
                <a:moveTo>
                  <a:pt x="5163716" y="6946666"/>
                </a:moveTo>
                <a:lnTo>
                  <a:pt x="5125002" y="6879613"/>
                </a:lnTo>
                <a:lnTo>
                  <a:pt x="5192055" y="6840899"/>
                </a:lnTo>
                <a:lnTo>
                  <a:pt x="5230769" y="6907952"/>
                </a:lnTo>
                <a:lnTo>
                  <a:pt x="5163716" y="6946666"/>
                </a:lnTo>
                <a:close/>
              </a:path>
              <a:path w="6281419" h="7004050">
                <a:moveTo>
                  <a:pt x="5084029" y="6805503"/>
                </a:moveTo>
                <a:lnTo>
                  <a:pt x="5046888" y="6741173"/>
                </a:lnTo>
                <a:lnTo>
                  <a:pt x="5111219" y="6704032"/>
                </a:lnTo>
                <a:lnTo>
                  <a:pt x="5148360" y="6768363"/>
                </a:lnTo>
                <a:lnTo>
                  <a:pt x="5084029" y="6805503"/>
                </a:lnTo>
                <a:close/>
              </a:path>
              <a:path w="6281419" h="7004050">
                <a:moveTo>
                  <a:pt x="5004228" y="6664766"/>
                </a:moveTo>
                <a:lnTo>
                  <a:pt x="4968344" y="6602618"/>
                </a:lnTo>
                <a:lnTo>
                  <a:pt x="5030492" y="6566740"/>
                </a:lnTo>
                <a:lnTo>
                  <a:pt x="5066376" y="6628888"/>
                </a:lnTo>
                <a:lnTo>
                  <a:pt x="5004228" y="6664766"/>
                </a:lnTo>
                <a:close/>
              </a:path>
              <a:path w="6281419" h="7004050">
                <a:moveTo>
                  <a:pt x="4924428" y="6524035"/>
                </a:moveTo>
                <a:lnTo>
                  <a:pt x="4889799" y="6464063"/>
                </a:lnTo>
                <a:lnTo>
                  <a:pt x="4949770" y="6429443"/>
                </a:lnTo>
                <a:lnTo>
                  <a:pt x="4984398" y="6489408"/>
                </a:lnTo>
                <a:lnTo>
                  <a:pt x="4924428" y="6524035"/>
                </a:lnTo>
                <a:close/>
              </a:path>
              <a:path w="6281419" h="7004050">
                <a:moveTo>
                  <a:pt x="4844740" y="6382866"/>
                </a:moveTo>
                <a:lnTo>
                  <a:pt x="4811692" y="6325629"/>
                </a:lnTo>
                <a:lnTo>
                  <a:pt x="4868935" y="6292576"/>
                </a:lnTo>
                <a:lnTo>
                  <a:pt x="4901982" y="6349819"/>
                </a:lnTo>
                <a:lnTo>
                  <a:pt x="4844740" y="6382866"/>
                </a:lnTo>
                <a:close/>
              </a:path>
              <a:path w="6281419" h="7004050">
                <a:moveTo>
                  <a:pt x="4764945" y="6242135"/>
                </a:moveTo>
                <a:lnTo>
                  <a:pt x="4733154" y="6187068"/>
                </a:lnTo>
                <a:lnTo>
                  <a:pt x="4788214" y="6155278"/>
                </a:lnTo>
                <a:lnTo>
                  <a:pt x="4820004" y="6210344"/>
                </a:lnTo>
                <a:lnTo>
                  <a:pt x="4764945" y="6242135"/>
                </a:lnTo>
                <a:close/>
              </a:path>
              <a:path w="6281419" h="7004050">
                <a:moveTo>
                  <a:pt x="4685137" y="6101391"/>
                </a:moveTo>
                <a:lnTo>
                  <a:pt x="4654609" y="6048514"/>
                </a:lnTo>
                <a:lnTo>
                  <a:pt x="4707492" y="6017986"/>
                </a:lnTo>
                <a:lnTo>
                  <a:pt x="4738021" y="6070863"/>
                </a:lnTo>
                <a:lnTo>
                  <a:pt x="4685137" y="6101391"/>
                </a:lnTo>
                <a:close/>
              </a:path>
              <a:path w="6281419" h="7004050">
                <a:moveTo>
                  <a:pt x="4605456" y="5960235"/>
                </a:moveTo>
                <a:lnTo>
                  <a:pt x="4576502" y="5910074"/>
                </a:lnTo>
                <a:lnTo>
                  <a:pt x="4626657" y="5881119"/>
                </a:lnTo>
                <a:lnTo>
                  <a:pt x="4655611" y="5931274"/>
                </a:lnTo>
                <a:lnTo>
                  <a:pt x="4605456" y="5960235"/>
                </a:lnTo>
                <a:close/>
              </a:path>
              <a:path w="6281419" h="7004050">
                <a:moveTo>
                  <a:pt x="4525769" y="5819067"/>
                </a:moveTo>
                <a:lnTo>
                  <a:pt x="4498388" y="5771634"/>
                </a:lnTo>
                <a:lnTo>
                  <a:pt x="4545821" y="5744253"/>
                </a:lnTo>
                <a:lnTo>
                  <a:pt x="4573202" y="5791679"/>
                </a:lnTo>
                <a:lnTo>
                  <a:pt x="4525769" y="5819067"/>
                </a:lnTo>
                <a:close/>
              </a:path>
              <a:path w="6281419" h="7004050">
                <a:moveTo>
                  <a:pt x="4445974" y="5678329"/>
                </a:moveTo>
                <a:lnTo>
                  <a:pt x="4419850" y="5633080"/>
                </a:lnTo>
                <a:lnTo>
                  <a:pt x="4465093" y="5606961"/>
                </a:lnTo>
                <a:lnTo>
                  <a:pt x="4491218" y="5652211"/>
                </a:lnTo>
                <a:lnTo>
                  <a:pt x="4445974" y="5678329"/>
                </a:lnTo>
                <a:close/>
              </a:path>
              <a:path w="6281419" h="7004050">
                <a:moveTo>
                  <a:pt x="4366294" y="5537167"/>
                </a:moveTo>
                <a:lnTo>
                  <a:pt x="4341742" y="5494639"/>
                </a:lnTo>
                <a:lnTo>
                  <a:pt x="4384257" y="5470095"/>
                </a:lnTo>
                <a:lnTo>
                  <a:pt x="4408808" y="5512616"/>
                </a:lnTo>
                <a:lnTo>
                  <a:pt x="4366294" y="5537167"/>
                </a:lnTo>
                <a:close/>
              </a:path>
              <a:path w="6281419" h="7004050">
                <a:moveTo>
                  <a:pt x="4286371" y="5396860"/>
                </a:moveTo>
                <a:lnTo>
                  <a:pt x="4262766" y="5355970"/>
                </a:lnTo>
                <a:lnTo>
                  <a:pt x="4303657" y="5332364"/>
                </a:lnTo>
                <a:lnTo>
                  <a:pt x="4327262" y="5373248"/>
                </a:lnTo>
                <a:lnTo>
                  <a:pt x="4286371" y="5396860"/>
                </a:lnTo>
                <a:close/>
              </a:path>
              <a:path w="6281419" h="7004050">
                <a:moveTo>
                  <a:pt x="4206576" y="5256123"/>
                </a:moveTo>
                <a:lnTo>
                  <a:pt x="4184228" y="5217416"/>
                </a:lnTo>
                <a:lnTo>
                  <a:pt x="4222929" y="5195073"/>
                </a:lnTo>
                <a:lnTo>
                  <a:pt x="4245278" y="5233775"/>
                </a:lnTo>
                <a:lnTo>
                  <a:pt x="4206576" y="5256123"/>
                </a:lnTo>
                <a:close/>
              </a:path>
              <a:path w="6281419" h="7004050">
                <a:moveTo>
                  <a:pt x="4126889" y="5114955"/>
                </a:moveTo>
                <a:lnTo>
                  <a:pt x="4106114" y="5078975"/>
                </a:lnTo>
                <a:lnTo>
                  <a:pt x="4142093" y="5058206"/>
                </a:lnTo>
                <a:lnTo>
                  <a:pt x="4162869" y="5094185"/>
                </a:lnTo>
                <a:lnTo>
                  <a:pt x="4126889" y="5114955"/>
                </a:lnTo>
                <a:close/>
              </a:path>
              <a:path w="6281419" h="7004050">
                <a:moveTo>
                  <a:pt x="4046974" y="4974655"/>
                </a:moveTo>
                <a:lnTo>
                  <a:pt x="4027144" y="4940307"/>
                </a:lnTo>
                <a:lnTo>
                  <a:pt x="4061486" y="4920484"/>
                </a:lnTo>
                <a:lnTo>
                  <a:pt x="4081316" y="4954826"/>
                </a:lnTo>
                <a:lnTo>
                  <a:pt x="4046974" y="4974655"/>
                </a:lnTo>
                <a:close/>
              </a:path>
              <a:path w="6281419" h="7004050">
                <a:moveTo>
                  <a:pt x="3967293" y="4833487"/>
                </a:moveTo>
                <a:lnTo>
                  <a:pt x="3949037" y="4801867"/>
                </a:lnTo>
                <a:lnTo>
                  <a:pt x="3980650" y="4783611"/>
                </a:lnTo>
                <a:lnTo>
                  <a:pt x="3998906" y="4815237"/>
                </a:lnTo>
                <a:lnTo>
                  <a:pt x="3967293" y="4833487"/>
                </a:lnTo>
                <a:close/>
              </a:path>
              <a:path w="6281419" h="7004050">
                <a:moveTo>
                  <a:pt x="3887371" y="4693188"/>
                </a:moveTo>
                <a:lnTo>
                  <a:pt x="3870060" y="4663199"/>
                </a:lnTo>
                <a:lnTo>
                  <a:pt x="3900049" y="4645888"/>
                </a:lnTo>
                <a:lnTo>
                  <a:pt x="3917359" y="4675877"/>
                </a:lnTo>
                <a:lnTo>
                  <a:pt x="3887371" y="4693188"/>
                </a:lnTo>
                <a:close/>
              </a:path>
              <a:path w="6281419" h="7004050">
                <a:moveTo>
                  <a:pt x="3807576" y="4552444"/>
                </a:moveTo>
                <a:lnTo>
                  <a:pt x="3791522" y="4524645"/>
                </a:lnTo>
                <a:lnTo>
                  <a:pt x="3819321" y="4508597"/>
                </a:lnTo>
                <a:lnTo>
                  <a:pt x="3835375" y="4536396"/>
                </a:lnTo>
                <a:lnTo>
                  <a:pt x="3807576" y="4552444"/>
                </a:lnTo>
                <a:close/>
              </a:path>
              <a:path w="6281419" h="7004050">
                <a:moveTo>
                  <a:pt x="3727775" y="4411712"/>
                </a:moveTo>
                <a:lnTo>
                  <a:pt x="3712983" y="4386096"/>
                </a:lnTo>
                <a:lnTo>
                  <a:pt x="3738607" y="4371298"/>
                </a:lnTo>
                <a:lnTo>
                  <a:pt x="3753398" y="4396921"/>
                </a:lnTo>
                <a:lnTo>
                  <a:pt x="3727775" y="4411712"/>
                </a:lnTo>
                <a:close/>
              </a:path>
              <a:path w="6281419" h="7004050">
                <a:moveTo>
                  <a:pt x="3647973" y="4270975"/>
                </a:moveTo>
                <a:lnTo>
                  <a:pt x="3634438" y="4247535"/>
                </a:lnTo>
                <a:lnTo>
                  <a:pt x="3657879" y="4234000"/>
                </a:lnTo>
                <a:lnTo>
                  <a:pt x="3671414" y="4257447"/>
                </a:lnTo>
                <a:lnTo>
                  <a:pt x="3647973" y="4270975"/>
                </a:lnTo>
                <a:close/>
              </a:path>
              <a:path w="6281419" h="7004050">
                <a:moveTo>
                  <a:pt x="3568058" y="4130669"/>
                </a:moveTo>
                <a:lnTo>
                  <a:pt x="3555468" y="4108866"/>
                </a:lnTo>
                <a:lnTo>
                  <a:pt x="3577278" y="4096270"/>
                </a:lnTo>
                <a:lnTo>
                  <a:pt x="3589867" y="4118080"/>
                </a:lnTo>
                <a:lnTo>
                  <a:pt x="3568058" y="4130669"/>
                </a:lnTo>
                <a:close/>
              </a:path>
              <a:path w="6281419" h="7004050">
                <a:moveTo>
                  <a:pt x="3488142" y="3990370"/>
                </a:moveTo>
                <a:lnTo>
                  <a:pt x="3476498" y="3970198"/>
                </a:lnTo>
                <a:lnTo>
                  <a:pt x="3496671" y="3958547"/>
                </a:lnTo>
                <a:lnTo>
                  <a:pt x="3508314" y="3978720"/>
                </a:lnTo>
                <a:lnTo>
                  <a:pt x="3488142" y="3990370"/>
                </a:lnTo>
                <a:close/>
              </a:path>
              <a:path w="6281419" h="7004050">
                <a:moveTo>
                  <a:pt x="3408226" y="3850058"/>
                </a:moveTo>
                <a:lnTo>
                  <a:pt x="3397527" y="3831523"/>
                </a:lnTo>
                <a:lnTo>
                  <a:pt x="3416063" y="3820824"/>
                </a:lnTo>
                <a:lnTo>
                  <a:pt x="3426761" y="3839359"/>
                </a:lnTo>
                <a:lnTo>
                  <a:pt x="3408226" y="3850058"/>
                </a:lnTo>
                <a:close/>
              </a:path>
              <a:path w="6281419" h="7004050">
                <a:moveTo>
                  <a:pt x="3328426" y="3709327"/>
                </a:moveTo>
                <a:lnTo>
                  <a:pt x="3318983" y="3692975"/>
                </a:lnTo>
                <a:lnTo>
                  <a:pt x="3335342" y="3683526"/>
                </a:lnTo>
                <a:lnTo>
                  <a:pt x="3344784" y="3699885"/>
                </a:lnTo>
                <a:lnTo>
                  <a:pt x="3328426" y="3709327"/>
                </a:lnTo>
                <a:close/>
              </a:path>
              <a:path w="6281419" h="7004050">
                <a:moveTo>
                  <a:pt x="3248516" y="3569027"/>
                </a:moveTo>
                <a:lnTo>
                  <a:pt x="3240013" y="3554306"/>
                </a:lnTo>
                <a:lnTo>
                  <a:pt x="3254735" y="3545802"/>
                </a:lnTo>
                <a:lnTo>
                  <a:pt x="3263238" y="3560524"/>
                </a:lnTo>
                <a:lnTo>
                  <a:pt x="3248516" y="3569027"/>
                </a:lnTo>
                <a:close/>
              </a:path>
              <a:path w="6281419" h="7004050">
                <a:moveTo>
                  <a:pt x="3168600" y="3428715"/>
                </a:moveTo>
                <a:lnTo>
                  <a:pt x="3161043" y="3415631"/>
                </a:lnTo>
                <a:lnTo>
                  <a:pt x="3174127" y="3408079"/>
                </a:lnTo>
                <a:lnTo>
                  <a:pt x="3181685" y="3421164"/>
                </a:lnTo>
                <a:lnTo>
                  <a:pt x="3168600" y="3428715"/>
                </a:lnTo>
                <a:close/>
              </a:path>
              <a:path w="6281419" h="7004050">
                <a:moveTo>
                  <a:pt x="3088805" y="3287978"/>
                </a:moveTo>
                <a:lnTo>
                  <a:pt x="3082511" y="3277076"/>
                </a:lnTo>
                <a:lnTo>
                  <a:pt x="3093412" y="3270782"/>
                </a:lnTo>
                <a:lnTo>
                  <a:pt x="3099707" y="3281683"/>
                </a:lnTo>
                <a:lnTo>
                  <a:pt x="3088805" y="3287978"/>
                </a:lnTo>
                <a:close/>
              </a:path>
              <a:path w="6281419" h="7004050">
                <a:moveTo>
                  <a:pt x="3008769" y="3148103"/>
                </a:moveTo>
                <a:lnTo>
                  <a:pt x="3003103" y="3138293"/>
                </a:lnTo>
                <a:lnTo>
                  <a:pt x="3012913" y="3132627"/>
                </a:lnTo>
                <a:lnTo>
                  <a:pt x="3018579" y="3142443"/>
                </a:lnTo>
                <a:lnTo>
                  <a:pt x="3008769" y="3148103"/>
                </a:lnTo>
                <a:close/>
              </a:path>
              <a:path w="6281419" h="7004050">
                <a:moveTo>
                  <a:pt x="2928740" y="3008229"/>
                </a:moveTo>
                <a:lnTo>
                  <a:pt x="2923708" y="2999510"/>
                </a:lnTo>
                <a:lnTo>
                  <a:pt x="2932427" y="2994472"/>
                </a:lnTo>
                <a:lnTo>
                  <a:pt x="2937458" y="3003197"/>
                </a:lnTo>
                <a:lnTo>
                  <a:pt x="2928740" y="3008229"/>
                </a:lnTo>
                <a:close/>
              </a:path>
              <a:path w="6281419" h="7004050">
                <a:moveTo>
                  <a:pt x="2848710" y="2868355"/>
                </a:moveTo>
                <a:lnTo>
                  <a:pt x="2844300" y="2860721"/>
                </a:lnTo>
                <a:lnTo>
                  <a:pt x="2851933" y="2856317"/>
                </a:lnTo>
                <a:lnTo>
                  <a:pt x="2856344" y="2863951"/>
                </a:lnTo>
                <a:lnTo>
                  <a:pt x="2848710" y="2868355"/>
                </a:lnTo>
                <a:close/>
              </a:path>
              <a:path w="6281419" h="7004050">
                <a:moveTo>
                  <a:pt x="2768794" y="2728049"/>
                </a:moveTo>
                <a:lnTo>
                  <a:pt x="2765330" y="2722052"/>
                </a:lnTo>
                <a:lnTo>
                  <a:pt x="2771326" y="2718587"/>
                </a:lnTo>
                <a:lnTo>
                  <a:pt x="2774791" y="2724584"/>
                </a:lnTo>
                <a:lnTo>
                  <a:pt x="2768794" y="2728049"/>
                </a:lnTo>
                <a:close/>
              </a:path>
              <a:path w="6281419" h="7004050">
                <a:moveTo>
                  <a:pt x="2688765" y="2588174"/>
                </a:moveTo>
                <a:lnTo>
                  <a:pt x="2685934" y="2583269"/>
                </a:lnTo>
                <a:lnTo>
                  <a:pt x="2690839" y="2580439"/>
                </a:lnTo>
                <a:lnTo>
                  <a:pt x="2693670" y="2585338"/>
                </a:lnTo>
                <a:lnTo>
                  <a:pt x="2688765" y="2588174"/>
                </a:lnTo>
                <a:close/>
              </a:path>
              <a:path w="6281419" h="7004050">
                <a:moveTo>
                  <a:pt x="2608728" y="2448300"/>
                </a:moveTo>
                <a:lnTo>
                  <a:pt x="2606526" y="2444486"/>
                </a:lnTo>
                <a:lnTo>
                  <a:pt x="2610346" y="2442278"/>
                </a:lnTo>
                <a:lnTo>
                  <a:pt x="2612548" y="2446092"/>
                </a:lnTo>
                <a:lnTo>
                  <a:pt x="2608728" y="2448300"/>
                </a:lnTo>
                <a:close/>
              </a:path>
              <a:path w="6281419" h="7004050">
                <a:moveTo>
                  <a:pt x="2528705" y="2308419"/>
                </a:moveTo>
                <a:lnTo>
                  <a:pt x="2527132" y="2305697"/>
                </a:lnTo>
                <a:lnTo>
                  <a:pt x="2529854" y="2304123"/>
                </a:lnTo>
                <a:lnTo>
                  <a:pt x="2531427" y="2306846"/>
                </a:lnTo>
                <a:lnTo>
                  <a:pt x="2528705" y="2308419"/>
                </a:lnTo>
                <a:close/>
              </a:path>
              <a:path w="6281419" h="7004050">
                <a:moveTo>
                  <a:pt x="2448675" y="2168551"/>
                </a:moveTo>
                <a:lnTo>
                  <a:pt x="2447730" y="2166914"/>
                </a:lnTo>
                <a:lnTo>
                  <a:pt x="2449360" y="2165968"/>
                </a:lnTo>
                <a:lnTo>
                  <a:pt x="2450306" y="2167606"/>
                </a:lnTo>
                <a:lnTo>
                  <a:pt x="2448675" y="2168551"/>
                </a:lnTo>
                <a:close/>
              </a:path>
              <a:path w="6281419" h="7004050">
                <a:moveTo>
                  <a:pt x="5390616" y="7003925"/>
                </a:moveTo>
                <a:lnTo>
                  <a:pt x="5379207" y="7003925"/>
                </a:lnTo>
                <a:lnTo>
                  <a:pt x="5340832" y="6937452"/>
                </a:lnTo>
                <a:lnTo>
                  <a:pt x="5412251" y="6896219"/>
                </a:lnTo>
                <a:lnTo>
                  <a:pt x="5453478" y="6967631"/>
                </a:lnTo>
                <a:lnTo>
                  <a:pt x="5390616" y="7003925"/>
                </a:lnTo>
                <a:close/>
              </a:path>
              <a:path w="6281419" h="7004050">
                <a:moveTo>
                  <a:pt x="5302264" y="6868128"/>
                </a:moveTo>
                <a:lnTo>
                  <a:pt x="5262293" y="6798891"/>
                </a:lnTo>
                <a:lnTo>
                  <a:pt x="5331530" y="6758915"/>
                </a:lnTo>
                <a:lnTo>
                  <a:pt x="5371500" y="6828151"/>
                </a:lnTo>
                <a:lnTo>
                  <a:pt x="5302264" y="6868128"/>
                </a:lnTo>
                <a:close/>
              </a:path>
              <a:path w="6281419" h="7004050">
                <a:moveTo>
                  <a:pt x="5222577" y="6726959"/>
                </a:moveTo>
                <a:lnTo>
                  <a:pt x="5184180" y="6660452"/>
                </a:lnTo>
                <a:lnTo>
                  <a:pt x="5250694" y="6622055"/>
                </a:lnTo>
                <a:lnTo>
                  <a:pt x="5289091" y="6688562"/>
                </a:lnTo>
                <a:lnTo>
                  <a:pt x="5222577" y="6726959"/>
                </a:lnTo>
                <a:close/>
              </a:path>
              <a:path w="6281419" h="7004050">
                <a:moveTo>
                  <a:pt x="5142896" y="6585796"/>
                </a:moveTo>
                <a:lnTo>
                  <a:pt x="5106073" y="6522012"/>
                </a:lnTo>
                <a:lnTo>
                  <a:pt x="5169858" y="6485188"/>
                </a:lnTo>
                <a:lnTo>
                  <a:pt x="5206681" y="6548973"/>
                </a:lnTo>
                <a:lnTo>
                  <a:pt x="5142896" y="6585796"/>
                </a:lnTo>
                <a:close/>
              </a:path>
              <a:path w="6281419" h="7004050">
                <a:moveTo>
                  <a:pt x="5063208" y="6444633"/>
                </a:moveTo>
                <a:lnTo>
                  <a:pt x="5027960" y="6383571"/>
                </a:lnTo>
                <a:lnTo>
                  <a:pt x="5089016" y="6348322"/>
                </a:lnTo>
                <a:lnTo>
                  <a:pt x="5124272" y="6409378"/>
                </a:lnTo>
                <a:lnTo>
                  <a:pt x="5063208" y="6444633"/>
                </a:lnTo>
                <a:close/>
              </a:path>
              <a:path w="6281419" h="7004050">
                <a:moveTo>
                  <a:pt x="4983408" y="6303897"/>
                </a:moveTo>
                <a:lnTo>
                  <a:pt x="4949415" y="6245023"/>
                </a:lnTo>
                <a:lnTo>
                  <a:pt x="5008295" y="6211030"/>
                </a:lnTo>
                <a:lnTo>
                  <a:pt x="5042288" y="6269903"/>
                </a:lnTo>
                <a:lnTo>
                  <a:pt x="4983408" y="6303897"/>
                </a:lnTo>
                <a:close/>
              </a:path>
              <a:path w="6281419" h="7004050">
                <a:moveTo>
                  <a:pt x="4903613" y="6163159"/>
                </a:moveTo>
                <a:lnTo>
                  <a:pt x="4870876" y="6106462"/>
                </a:lnTo>
                <a:lnTo>
                  <a:pt x="4927573" y="6073726"/>
                </a:lnTo>
                <a:lnTo>
                  <a:pt x="4960304" y="6130423"/>
                </a:lnTo>
                <a:lnTo>
                  <a:pt x="4903613" y="6163159"/>
                </a:lnTo>
                <a:close/>
              </a:path>
              <a:path w="6281419" h="7004050">
                <a:moveTo>
                  <a:pt x="4823926" y="6021997"/>
                </a:moveTo>
                <a:lnTo>
                  <a:pt x="4792769" y="5968028"/>
                </a:lnTo>
                <a:lnTo>
                  <a:pt x="4846738" y="5936865"/>
                </a:lnTo>
                <a:lnTo>
                  <a:pt x="4877901" y="5990834"/>
                </a:lnTo>
                <a:lnTo>
                  <a:pt x="4823926" y="6021997"/>
                </a:lnTo>
                <a:close/>
              </a:path>
              <a:path w="6281419" h="7004050">
                <a:moveTo>
                  <a:pt x="4744125" y="5881266"/>
                </a:moveTo>
                <a:lnTo>
                  <a:pt x="4714224" y="5829467"/>
                </a:lnTo>
                <a:lnTo>
                  <a:pt x="4766010" y="5799567"/>
                </a:lnTo>
                <a:lnTo>
                  <a:pt x="4795917" y="5851365"/>
                </a:lnTo>
                <a:lnTo>
                  <a:pt x="4744125" y="5881266"/>
                </a:lnTo>
                <a:close/>
              </a:path>
              <a:path w="6281419" h="7004050">
                <a:moveTo>
                  <a:pt x="4664558" y="5739665"/>
                </a:moveTo>
                <a:lnTo>
                  <a:pt x="4636549" y="5691147"/>
                </a:lnTo>
                <a:lnTo>
                  <a:pt x="4685067" y="5663132"/>
                </a:lnTo>
                <a:lnTo>
                  <a:pt x="4713076" y="5711649"/>
                </a:lnTo>
                <a:lnTo>
                  <a:pt x="4664558" y="5739665"/>
                </a:lnTo>
                <a:close/>
              </a:path>
              <a:path w="6281419" h="7004050">
                <a:moveTo>
                  <a:pt x="4584757" y="5598928"/>
                </a:moveTo>
                <a:lnTo>
                  <a:pt x="4558004" y="5552593"/>
                </a:lnTo>
                <a:lnTo>
                  <a:pt x="4604339" y="5525840"/>
                </a:lnTo>
                <a:lnTo>
                  <a:pt x="4631092" y="5572175"/>
                </a:lnTo>
                <a:lnTo>
                  <a:pt x="4584757" y="5598928"/>
                </a:lnTo>
                <a:close/>
              </a:path>
              <a:path w="6281419" h="7004050">
                <a:moveTo>
                  <a:pt x="4505070" y="5457765"/>
                </a:moveTo>
                <a:lnTo>
                  <a:pt x="4479891" y="5414152"/>
                </a:lnTo>
                <a:lnTo>
                  <a:pt x="4523504" y="5388973"/>
                </a:lnTo>
                <a:lnTo>
                  <a:pt x="4548683" y="5432586"/>
                </a:lnTo>
                <a:lnTo>
                  <a:pt x="4505070" y="5457765"/>
                </a:lnTo>
                <a:close/>
              </a:path>
              <a:path w="6281419" h="7004050">
                <a:moveTo>
                  <a:pt x="4425275" y="5317028"/>
                </a:moveTo>
                <a:lnTo>
                  <a:pt x="4401359" y="5275598"/>
                </a:lnTo>
                <a:lnTo>
                  <a:pt x="4442789" y="5251681"/>
                </a:lnTo>
                <a:lnTo>
                  <a:pt x="4466705" y="5293105"/>
                </a:lnTo>
                <a:lnTo>
                  <a:pt x="4425275" y="5317028"/>
                </a:lnTo>
                <a:close/>
              </a:path>
              <a:path w="6281419" h="7004050">
                <a:moveTo>
                  <a:pt x="4345353" y="5176722"/>
                </a:moveTo>
                <a:lnTo>
                  <a:pt x="4322382" y="5136929"/>
                </a:lnTo>
                <a:lnTo>
                  <a:pt x="4362181" y="5113952"/>
                </a:lnTo>
                <a:lnTo>
                  <a:pt x="4385152" y="5153745"/>
                </a:lnTo>
                <a:lnTo>
                  <a:pt x="4345353" y="5176722"/>
                </a:lnTo>
                <a:close/>
              </a:path>
              <a:path w="6281419" h="7004050">
                <a:moveTo>
                  <a:pt x="4265672" y="5035559"/>
                </a:moveTo>
                <a:lnTo>
                  <a:pt x="4244269" y="4998489"/>
                </a:lnTo>
                <a:lnTo>
                  <a:pt x="4281339" y="4977085"/>
                </a:lnTo>
                <a:lnTo>
                  <a:pt x="4302743" y="5014156"/>
                </a:lnTo>
                <a:lnTo>
                  <a:pt x="4265672" y="5035559"/>
                </a:lnTo>
                <a:close/>
              </a:path>
              <a:path w="6281419" h="7004050">
                <a:moveTo>
                  <a:pt x="4185877" y="4894828"/>
                </a:moveTo>
                <a:lnTo>
                  <a:pt x="4165730" y="4859934"/>
                </a:lnTo>
                <a:lnTo>
                  <a:pt x="4200624" y="4839793"/>
                </a:lnTo>
                <a:lnTo>
                  <a:pt x="4220765" y="4874681"/>
                </a:lnTo>
                <a:lnTo>
                  <a:pt x="4185877" y="4894828"/>
                </a:lnTo>
                <a:close/>
              </a:path>
              <a:path w="6281419" h="7004050">
                <a:moveTo>
                  <a:pt x="4106070" y="4754085"/>
                </a:moveTo>
                <a:lnTo>
                  <a:pt x="4087186" y="4721380"/>
                </a:lnTo>
                <a:lnTo>
                  <a:pt x="4119897" y="4702496"/>
                </a:lnTo>
                <a:lnTo>
                  <a:pt x="4138781" y="4735201"/>
                </a:lnTo>
                <a:lnTo>
                  <a:pt x="4106070" y="4754085"/>
                </a:lnTo>
                <a:close/>
              </a:path>
              <a:path w="6281419" h="7004050">
                <a:moveTo>
                  <a:pt x="4026275" y="4613354"/>
                </a:moveTo>
                <a:lnTo>
                  <a:pt x="4008654" y="4582825"/>
                </a:lnTo>
                <a:lnTo>
                  <a:pt x="4039176" y="4565197"/>
                </a:lnTo>
                <a:lnTo>
                  <a:pt x="4056804" y="4595726"/>
                </a:lnTo>
                <a:lnTo>
                  <a:pt x="4026275" y="4613354"/>
                </a:lnTo>
                <a:close/>
              </a:path>
              <a:path w="6281419" h="7004050">
                <a:moveTo>
                  <a:pt x="3946359" y="4473054"/>
                </a:moveTo>
                <a:lnTo>
                  <a:pt x="3929677" y="4444157"/>
                </a:lnTo>
                <a:lnTo>
                  <a:pt x="3958568" y="4427474"/>
                </a:lnTo>
                <a:lnTo>
                  <a:pt x="3975251" y="4456372"/>
                </a:lnTo>
                <a:lnTo>
                  <a:pt x="3946359" y="4473054"/>
                </a:lnTo>
                <a:close/>
              </a:path>
              <a:path w="6281419" h="7004050">
                <a:moveTo>
                  <a:pt x="3866558" y="4332311"/>
                </a:moveTo>
                <a:lnTo>
                  <a:pt x="3851139" y="4305596"/>
                </a:lnTo>
                <a:lnTo>
                  <a:pt x="3877847" y="4290177"/>
                </a:lnTo>
                <a:lnTo>
                  <a:pt x="3893273" y="4316885"/>
                </a:lnTo>
                <a:lnTo>
                  <a:pt x="3866558" y="4332311"/>
                </a:lnTo>
                <a:close/>
              </a:path>
              <a:path w="6281419" h="7004050">
                <a:moveTo>
                  <a:pt x="3786877" y="4191148"/>
                </a:moveTo>
                <a:lnTo>
                  <a:pt x="3773031" y="4167162"/>
                </a:lnTo>
                <a:lnTo>
                  <a:pt x="3797017" y="4153310"/>
                </a:lnTo>
                <a:lnTo>
                  <a:pt x="3810863" y="4177302"/>
                </a:lnTo>
                <a:lnTo>
                  <a:pt x="3786877" y="4191148"/>
                </a:lnTo>
                <a:close/>
              </a:path>
              <a:path w="6281419" h="7004050">
                <a:moveTo>
                  <a:pt x="3706961" y="4050842"/>
                </a:moveTo>
                <a:lnTo>
                  <a:pt x="3694061" y="4028493"/>
                </a:lnTo>
                <a:lnTo>
                  <a:pt x="3716410" y="4015587"/>
                </a:lnTo>
                <a:lnTo>
                  <a:pt x="3729310" y="4037936"/>
                </a:lnTo>
                <a:lnTo>
                  <a:pt x="3706961" y="4050842"/>
                </a:lnTo>
                <a:close/>
              </a:path>
              <a:path w="6281419" h="7004050">
                <a:moveTo>
                  <a:pt x="3627046" y="3910543"/>
                </a:moveTo>
                <a:lnTo>
                  <a:pt x="3615085" y="3889825"/>
                </a:lnTo>
                <a:lnTo>
                  <a:pt x="3635803" y="3877864"/>
                </a:lnTo>
                <a:lnTo>
                  <a:pt x="3647764" y="3898582"/>
                </a:lnTo>
                <a:lnTo>
                  <a:pt x="3627046" y="3910543"/>
                </a:lnTo>
                <a:close/>
              </a:path>
              <a:path w="6281419" h="7004050">
                <a:moveTo>
                  <a:pt x="3547130" y="3770231"/>
                </a:moveTo>
                <a:lnTo>
                  <a:pt x="3536114" y="3751150"/>
                </a:lnTo>
                <a:lnTo>
                  <a:pt x="3555195" y="3740133"/>
                </a:lnTo>
                <a:lnTo>
                  <a:pt x="3566211" y="3759215"/>
                </a:lnTo>
                <a:lnTo>
                  <a:pt x="3547130" y="3770231"/>
                </a:lnTo>
                <a:close/>
              </a:path>
              <a:path w="6281419" h="7004050">
                <a:moveTo>
                  <a:pt x="3467335" y="3629493"/>
                </a:moveTo>
                <a:lnTo>
                  <a:pt x="3457576" y="3612595"/>
                </a:lnTo>
                <a:lnTo>
                  <a:pt x="3474474" y="3602836"/>
                </a:lnTo>
                <a:lnTo>
                  <a:pt x="3484233" y="3619740"/>
                </a:lnTo>
                <a:lnTo>
                  <a:pt x="3467335" y="3629493"/>
                </a:lnTo>
                <a:close/>
              </a:path>
              <a:path w="6281419" h="7004050">
                <a:moveTo>
                  <a:pt x="3387413" y="3489194"/>
                </a:moveTo>
                <a:lnTo>
                  <a:pt x="3378599" y="3473933"/>
                </a:lnTo>
                <a:lnTo>
                  <a:pt x="3393866" y="3465120"/>
                </a:lnTo>
                <a:lnTo>
                  <a:pt x="3402680" y="3480380"/>
                </a:lnTo>
                <a:lnTo>
                  <a:pt x="3387413" y="3489194"/>
                </a:lnTo>
                <a:close/>
              </a:path>
              <a:path w="6281419" h="7004050">
                <a:moveTo>
                  <a:pt x="3307497" y="3348888"/>
                </a:moveTo>
                <a:lnTo>
                  <a:pt x="3299628" y="3335258"/>
                </a:lnTo>
                <a:lnTo>
                  <a:pt x="3313259" y="3327389"/>
                </a:lnTo>
                <a:lnTo>
                  <a:pt x="3321128" y="3341019"/>
                </a:lnTo>
                <a:lnTo>
                  <a:pt x="3307497" y="3348888"/>
                </a:lnTo>
                <a:close/>
              </a:path>
              <a:path w="6281419" h="7004050">
                <a:moveTo>
                  <a:pt x="3227581" y="3208581"/>
                </a:moveTo>
                <a:lnTo>
                  <a:pt x="3220658" y="3196589"/>
                </a:lnTo>
                <a:lnTo>
                  <a:pt x="3232658" y="3189666"/>
                </a:lnTo>
                <a:lnTo>
                  <a:pt x="3239581" y="3201652"/>
                </a:lnTo>
                <a:lnTo>
                  <a:pt x="3227581" y="3208581"/>
                </a:lnTo>
                <a:close/>
              </a:path>
              <a:path w="6281419" h="7004050">
                <a:moveTo>
                  <a:pt x="3147780" y="3067845"/>
                </a:moveTo>
                <a:lnTo>
                  <a:pt x="3142114" y="3058034"/>
                </a:lnTo>
                <a:lnTo>
                  <a:pt x="3151930" y="3052368"/>
                </a:lnTo>
                <a:lnTo>
                  <a:pt x="3157597" y="3062178"/>
                </a:lnTo>
                <a:lnTo>
                  <a:pt x="3147780" y="3067845"/>
                </a:lnTo>
                <a:close/>
              </a:path>
              <a:path w="6281419" h="7004050">
                <a:moveTo>
                  <a:pt x="3067756" y="2927970"/>
                </a:moveTo>
                <a:lnTo>
                  <a:pt x="3062718" y="2919245"/>
                </a:lnTo>
                <a:lnTo>
                  <a:pt x="3071443" y="2914213"/>
                </a:lnTo>
                <a:lnTo>
                  <a:pt x="3076475" y="2922932"/>
                </a:lnTo>
                <a:lnTo>
                  <a:pt x="3067756" y="2927970"/>
                </a:lnTo>
                <a:close/>
              </a:path>
              <a:path w="6281419" h="7004050">
                <a:moveTo>
                  <a:pt x="2987727" y="2788096"/>
                </a:moveTo>
                <a:lnTo>
                  <a:pt x="2983317" y="2780462"/>
                </a:lnTo>
                <a:lnTo>
                  <a:pt x="2990950" y="2776052"/>
                </a:lnTo>
                <a:lnTo>
                  <a:pt x="2995361" y="2783685"/>
                </a:lnTo>
                <a:lnTo>
                  <a:pt x="2987727" y="2788096"/>
                </a:lnTo>
                <a:close/>
              </a:path>
              <a:path w="6281419" h="7004050">
                <a:moveTo>
                  <a:pt x="2907691" y="2648221"/>
                </a:moveTo>
                <a:lnTo>
                  <a:pt x="2903915" y="2641679"/>
                </a:lnTo>
                <a:lnTo>
                  <a:pt x="2910464" y="2637903"/>
                </a:lnTo>
                <a:lnTo>
                  <a:pt x="2914240" y="2644439"/>
                </a:lnTo>
                <a:lnTo>
                  <a:pt x="2907691" y="2648221"/>
                </a:lnTo>
                <a:close/>
              </a:path>
              <a:path w="6281419" h="7004050">
                <a:moveTo>
                  <a:pt x="2827775" y="2507909"/>
                </a:moveTo>
                <a:lnTo>
                  <a:pt x="2824945" y="2503010"/>
                </a:lnTo>
                <a:lnTo>
                  <a:pt x="2829857" y="2500174"/>
                </a:lnTo>
                <a:lnTo>
                  <a:pt x="2832687" y="2505079"/>
                </a:lnTo>
                <a:lnTo>
                  <a:pt x="2827775" y="2507909"/>
                </a:lnTo>
                <a:close/>
              </a:path>
              <a:path w="6281419" h="7004050">
                <a:moveTo>
                  <a:pt x="2747746" y="2368035"/>
                </a:moveTo>
                <a:lnTo>
                  <a:pt x="2745544" y="2364221"/>
                </a:lnTo>
                <a:lnTo>
                  <a:pt x="2749364" y="2362019"/>
                </a:lnTo>
                <a:lnTo>
                  <a:pt x="2751566" y="2365833"/>
                </a:lnTo>
                <a:lnTo>
                  <a:pt x="2747746" y="2368035"/>
                </a:lnTo>
                <a:close/>
              </a:path>
              <a:path w="6281419" h="7004050">
                <a:moveTo>
                  <a:pt x="2667716" y="2228160"/>
                </a:moveTo>
                <a:lnTo>
                  <a:pt x="2666142" y="2225438"/>
                </a:lnTo>
                <a:lnTo>
                  <a:pt x="2668864" y="2223864"/>
                </a:lnTo>
                <a:lnTo>
                  <a:pt x="2670438" y="2226586"/>
                </a:lnTo>
                <a:lnTo>
                  <a:pt x="2667716" y="2228160"/>
                </a:lnTo>
                <a:close/>
              </a:path>
              <a:path w="6281419" h="7004050">
                <a:moveTo>
                  <a:pt x="2587686" y="2088292"/>
                </a:moveTo>
                <a:lnTo>
                  <a:pt x="2586740" y="2086655"/>
                </a:lnTo>
                <a:lnTo>
                  <a:pt x="2588378" y="2085709"/>
                </a:lnTo>
                <a:lnTo>
                  <a:pt x="2589323" y="2087347"/>
                </a:lnTo>
                <a:lnTo>
                  <a:pt x="2587686" y="2088292"/>
                </a:lnTo>
                <a:close/>
              </a:path>
              <a:path w="6281419" h="7004050">
                <a:moveTo>
                  <a:pt x="5662328" y="7003925"/>
                </a:moveTo>
                <a:lnTo>
                  <a:pt x="5562024" y="7003925"/>
                </a:lnTo>
                <a:lnTo>
                  <a:pt x="5557098" y="6995392"/>
                </a:lnTo>
                <a:lnTo>
                  <a:pt x="5632324" y="6951957"/>
                </a:lnTo>
                <a:lnTo>
                  <a:pt x="5662328" y="7003925"/>
                </a:lnTo>
                <a:close/>
              </a:path>
              <a:path w="6281419" h="7004050">
                <a:moveTo>
                  <a:pt x="5520732" y="6929894"/>
                </a:moveTo>
                <a:lnTo>
                  <a:pt x="5478554" y="6856838"/>
                </a:lnTo>
                <a:lnTo>
                  <a:pt x="5551610" y="6814659"/>
                </a:lnTo>
                <a:lnTo>
                  <a:pt x="5593782" y="6887715"/>
                </a:lnTo>
                <a:lnTo>
                  <a:pt x="5520732" y="6929894"/>
                </a:lnTo>
                <a:close/>
              </a:path>
              <a:path w="6281419" h="7004050">
                <a:moveTo>
                  <a:pt x="5440931" y="6789156"/>
                </a:moveTo>
                <a:lnTo>
                  <a:pt x="5400015" y="6718283"/>
                </a:lnTo>
                <a:lnTo>
                  <a:pt x="5470888" y="6677367"/>
                </a:lnTo>
                <a:lnTo>
                  <a:pt x="5511804" y="6748240"/>
                </a:lnTo>
                <a:lnTo>
                  <a:pt x="5440931" y="6789156"/>
                </a:lnTo>
                <a:close/>
              </a:path>
              <a:path w="6281419" h="7004050">
                <a:moveTo>
                  <a:pt x="5361250" y="6647988"/>
                </a:moveTo>
                <a:lnTo>
                  <a:pt x="5321908" y="6579843"/>
                </a:lnTo>
                <a:lnTo>
                  <a:pt x="5390046" y="6540501"/>
                </a:lnTo>
                <a:lnTo>
                  <a:pt x="5429388" y="6608645"/>
                </a:lnTo>
                <a:lnTo>
                  <a:pt x="5361250" y="6647988"/>
                </a:lnTo>
                <a:close/>
              </a:path>
              <a:path w="6281419" h="7004050">
                <a:moveTo>
                  <a:pt x="5281563" y="6506825"/>
                </a:moveTo>
                <a:lnTo>
                  <a:pt x="5243795" y="6441403"/>
                </a:lnTo>
                <a:lnTo>
                  <a:pt x="5309211" y="6403635"/>
                </a:lnTo>
                <a:lnTo>
                  <a:pt x="5346979" y="6469057"/>
                </a:lnTo>
                <a:lnTo>
                  <a:pt x="5281563" y="6506825"/>
                </a:lnTo>
                <a:close/>
              </a:path>
              <a:path w="6281419" h="7004050">
                <a:moveTo>
                  <a:pt x="5201882" y="6365663"/>
                </a:moveTo>
                <a:lnTo>
                  <a:pt x="5165681" y="6302963"/>
                </a:lnTo>
                <a:lnTo>
                  <a:pt x="5228375" y="6266768"/>
                </a:lnTo>
                <a:lnTo>
                  <a:pt x="5264570" y="6329468"/>
                </a:lnTo>
                <a:lnTo>
                  <a:pt x="5201882" y="6365663"/>
                </a:lnTo>
                <a:close/>
              </a:path>
              <a:path w="6281419" h="7004050">
                <a:moveTo>
                  <a:pt x="5122195" y="6224494"/>
                </a:moveTo>
                <a:lnTo>
                  <a:pt x="5087574" y="6164529"/>
                </a:lnTo>
                <a:lnTo>
                  <a:pt x="5147539" y="6129908"/>
                </a:lnTo>
                <a:lnTo>
                  <a:pt x="5182160" y="6189873"/>
                </a:lnTo>
                <a:lnTo>
                  <a:pt x="5122195" y="6224494"/>
                </a:lnTo>
                <a:close/>
              </a:path>
              <a:path w="6281419" h="7004050">
                <a:moveTo>
                  <a:pt x="5042394" y="6083763"/>
                </a:moveTo>
                <a:lnTo>
                  <a:pt x="5009029" y="6025974"/>
                </a:lnTo>
                <a:lnTo>
                  <a:pt x="5066818" y="5992609"/>
                </a:lnTo>
                <a:lnTo>
                  <a:pt x="5100183" y="6050398"/>
                </a:lnTo>
                <a:lnTo>
                  <a:pt x="5042394" y="6083763"/>
                </a:lnTo>
                <a:close/>
              </a:path>
              <a:path w="6281419" h="7004050">
                <a:moveTo>
                  <a:pt x="4962707" y="5942594"/>
                </a:moveTo>
                <a:lnTo>
                  <a:pt x="4930916" y="5887534"/>
                </a:lnTo>
                <a:lnTo>
                  <a:pt x="4985983" y="5855744"/>
                </a:lnTo>
                <a:lnTo>
                  <a:pt x="5017773" y="5910803"/>
                </a:lnTo>
                <a:lnTo>
                  <a:pt x="4962707" y="5942594"/>
                </a:lnTo>
                <a:close/>
              </a:path>
              <a:path w="6281419" h="7004050">
                <a:moveTo>
                  <a:pt x="4882912" y="5801857"/>
                </a:moveTo>
                <a:lnTo>
                  <a:pt x="4852383" y="5748980"/>
                </a:lnTo>
                <a:lnTo>
                  <a:pt x="4905254" y="5718451"/>
                </a:lnTo>
                <a:lnTo>
                  <a:pt x="4935789" y="5771328"/>
                </a:lnTo>
                <a:lnTo>
                  <a:pt x="4882912" y="5801857"/>
                </a:lnTo>
                <a:close/>
              </a:path>
              <a:path w="6281419" h="7004050">
                <a:moveTo>
                  <a:pt x="4803225" y="5660694"/>
                </a:moveTo>
                <a:lnTo>
                  <a:pt x="4774270" y="5610539"/>
                </a:lnTo>
                <a:lnTo>
                  <a:pt x="4824419" y="5581585"/>
                </a:lnTo>
                <a:lnTo>
                  <a:pt x="4853380" y="5631740"/>
                </a:lnTo>
                <a:lnTo>
                  <a:pt x="4803225" y="5660694"/>
                </a:lnTo>
                <a:close/>
              </a:path>
              <a:path w="6281419" h="7004050">
                <a:moveTo>
                  <a:pt x="4723544" y="5519526"/>
                </a:moveTo>
                <a:lnTo>
                  <a:pt x="4696163" y="5472099"/>
                </a:lnTo>
                <a:lnTo>
                  <a:pt x="4743583" y="5444718"/>
                </a:lnTo>
                <a:lnTo>
                  <a:pt x="4770964" y="5492145"/>
                </a:lnTo>
                <a:lnTo>
                  <a:pt x="4723544" y="5519526"/>
                </a:lnTo>
                <a:close/>
              </a:path>
              <a:path w="6281419" h="7004050">
                <a:moveTo>
                  <a:pt x="4643857" y="5378363"/>
                </a:moveTo>
                <a:lnTo>
                  <a:pt x="4618050" y="5333659"/>
                </a:lnTo>
                <a:lnTo>
                  <a:pt x="4662748" y="5307852"/>
                </a:lnTo>
                <a:lnTo>
                  <a:pt x="4688555" y="5352556"/>
                </a:lnTo>
                <a:lnTo>
                  <a:pt x="4643857" y="5378363"/>
                </a:lnTo>
                <a:close/>
              </a:path>
              <a:path w="6281419" h="7004050">
                <a:moveTo>
                  <a:pt x="4564056" y="5237626"/>
                </a:moveTo>
                <a:lnTo>
                  <a:pt x="4539504" y="5195105"/>
                </a:lnTo>
                <a:lnTo>
                  <a:pt x="4582026" y="5170554"/>
                </a:lnTo>
                <a:lnTo>
                  <a:pt x="4606577" y="5213075"/>
                </a:lnTo>
                <a:lnTo>
                  <a:pt x="4564056" y="5237626"/>
                </a:lnTo>
                <a:close/>
              </a:path>
              <a:path w="6281419" h="7004050">
                <a:moveTo>
                  <a:pt x="4484261" y="5096888"/>
                </a:moveTo>
                <a:lnTo>
                  <a:pt x="4460966" y="5056550"/>
                </a:lnTo>
                <a:lnTo>
                  <a:pt x="4501311" y="5033255"/>
                </a:lnTo>
                <a:lnTo>
                  <a:pt x="4524599" y="5073600"/>
                </a:lnTo>
                <a:lnTo>
                  <a:pt x="4484261" y="5096888"/>
                </a:lnTo>
                <a:close/>
              </a:path>
              <a:path w="6281419" h="7004050">
                <a:moveTo>
                  <a:pt x="4404459" y="4956157"/>
                </a:moveTo>
                <a:lnTo>
                  <a:pt x="4382428" y="4917996"/>
                </a:lnTo>
                <a:lnTo>
                  <a:pt x="4420584" y="4895964"/>
                </a:lnTo>
                <a:lnTo>
                  <a:pt x="4442615" y="4934126"/>
                </a:lnTo>
                <a:lnTo>
                  <a:pt x="4404459" y="4956157"/>
                </a:lnTo>
                <a:close/>
              </a:path>
              <a:path w="6281419" h="7004050">
                <a:moveTo>
                  <a:pt x="4324658" y="4815426"/>
                </a:moveTo>
                <a:lnTo>
                  <a:pt x="4303883" y="4779441"/>
                </a:lnTo>
                <a:lnTo>
                  <a:pt x="4339862" y="4758665"/>
                </a:lnTo>
                <a:lnTo>
                  <a:pt x="4360638" y="4794651"/>
                </a:lnTo>
                <a:lnTo>
                  <a:pt x="4324658" y="4815426"/>
                </a:lnTo>
                <a:close/>
              </a:path>
              <a:path w="6281419" h="7004050">
                <a:moveTo>
                  <a:pt x="4244857" y="4674689"/>
                </a:moveTo>
                <a:lnTo>
                  <a:pt x="4225345" y="4640887"/>
                </a:lnTo>
                <a:lnTo>
                  <a:pt x="4259141" y="4621374"/>
                </a:lnTo>
                <a:lnTo>
                  <a:pt x="4278660" y="4655176"/>
                </a:lnTo>
                <a:lnTo>
                  <a:pt x="4244857" y="4674689"/>
                </a:lnTo>
                <a:close/>
              </a:path>
              <a:path w="6281419" h="7004050">
                <a:moveTo>
                  <a:pt x="4165176" y="4533520"/>
                </a:moveTo>
                <a:lnTo>
                  <a:pt x="4147231" y="4502446"/>
                </a:lnTo>
                <a:lnTo>
                  <a:pt x="4178305" y="4484508"/>
                </a:lnTo>
                <a:lnTo>
                  <a:pt x="4196243" y="4515582"/>
                </a:lnTo>
                <a:lnTo>
                  <a:pt x="4165176" y="4533520"/>
                </a:lnTo>
                <a:close/>
              </a:path>
              <a:path w="6281419" h="7004050">
                <a:moveTo>
                  <a:pt x="4085261" y="4393214"/>
                </a:moveTo>
                <a:lnTo>
                  <a:pt x="4068261" y="4363777"/>
                </a:lnTo>
                <a:lnTo>
                  <a:pt x="4097704" y="4346778"/>
                </a:lnTo>
                <a:lnTo>
                  <a:pt x="4114698" y="4376214"/>
                </a:lnTo>
                <a:lnTo>
                  <a:pt x="4085261" y="4393214"/>
                </a:lnTo>
                <a:close/>
              </a:path>
              <a:path w="6281419" h="7004050">
                <a:moveTo>
                  <a:pt x="4005459" y="4252483"/>
                </a:moveTo>
                <a:lnTo>
                  <a:pt x="3989723" y="4225223"/>
                </a:lnTo>
                <a:lnTo>
                  <a:pt x="4016977" y="4209486"/>
                </a:lnTo>
                <a:lnTo>
                  <a:pt x="4032713" y="4236746"/>
                </a:lnTo>
                <a:lnTo>
                  <a:pt x="4005459" y="4252483"/>
                </a:lnTo>
                <a:close/>
              </a:path>
              <a:path w="6281419" h="7004050">
                <a:moveTo>
                  <a:pt x="3925658" y="4111746"/>
                </a:moveTo>
                <a:lnTo>
                  <a:pt x="3911178" y="4086675"/>
                </a:lnTo>
                <a:lnTo>
                  <a:pt x="3936262" y="4072194"/>
                </a:lnTo>
                <a:lnTo>
                  <a:pt x="3950735" y="4097265"/>
                </a:lnTo>
                <a:lnTo>
                  <a:pt x="3925658" y="4111746"/>
                </a:lnTo>
                <a:close/>
              </a:path>
              <a:path w="6281419" h="7004050">
                <a:moveTo>
                  <a:pt x="3845863" y="3971008"/>
                </a:moveTo>
                <a:lnTo>
                  <a:pt x="3832639" y="3948114"/>
                </a:lnTo>
                <a:lnTo>
                  <a:pt x="3855534" y="3934896"/>
                </a:lnTo>
                <a:lnTo>
                  <a:pt x="3868752" y="3957790"/>
                </a:lnTo>
                <a:lnTo>
                  <a:pt x="3845863" y="3971008"/>
                </a:lnTo>
                <a:close/>
              </a:path>
              <a:path w="6281419" h="7004050">
                <a:moveTo>
                  <a:pt x="3765947" y="3830702"/>
                </a:moveTo>
                <a:lnTo>
                  <a:pt x="3753669" y="3809439"/>
                </a:lnTo>
                <a:lnTo>
                  <a:pt x="3774933" y="3797166"/>
                </a:lnTo>
                <a:lnTo>
                  <a:pt x="3787205" y="3818430"/>
                </a:lnTo>
                <a:lnTo>
                  <a:pt x="3765947" y="3830702"/>
                </a:lnTo>
                <a:close/>
              </a:path>
              <a:path w="6281419" h="7004050">
                <a:moveTo>
                  <a:pt x="3686026" y="3690403"/>
                </a:moveTo>
                <a:lnTo>
                  <a:pt x="3674692" y="3670776"/>
                </a:lnTo>
                <a:lnTo>
                  <a:pt x="3694326" y="3659443"/>
                </a:lnTo>
                <a:lnTo>
                  <a:pt x="3705659" y="3679070"/>
                </a:lnTo>
                <a:lnTo>
                  <a:pt x="3686026" y="3690403"/>
                </a:lnTo>
                <a:close/>
              </a:path>
              <a:path w="6281419" h="7004050">
                <a:moveTo>
                  <a:pt x="3606231" y="3549659"/>
                </a:moveTo>
                <a:lnTo>
                  <a:pt x="3596160" y="3532222"/>
                </a:lnTo>
                <a:lnTo>
                  <a:pt x="3613598" y="3522151"/>
                </a:lnTo>
                <a:lnTo>
                  <a:pt x="3623668" y="3539589"/>
                </a:lnTo>
                <a:lnTo>
                  <a:pt x="3606231" y="3549659"/>
                </a:lnTo>
                <a:close/>
              </a:path>
              <a:path w="6281419" h="7004050">
                <a:moveTo>
                  <a:pt x="3526315" y="3409360"/>
                </a:moveTo>
                <a:lnTo>
                  <a:pt x="3517190" y="3393547"/>
                </a:lnTo>
                <a:lnTo>
                  <a:pt x="3532997" y="3384422"/>
                </a:lnTo>
                <a:lnTo>
                  <a:pt x="3542128" y="3400229"/>
                </a:lnTo>
                <a:lnTo>
                  <a:pt x="3526315" y="3409360"/>
                </a:lnTo>
                <a:close/>
              </a:path>
              <a:path w="6281419" h="7004050">
                <a:moveTo>
                  <a:pt x="3446393" y="3269054"/>
                </a:moveTo>
                <a:lnTo>
                  <a:pt x="3438214" y="3254884"/>
                </a:lnTo>
                <a:lnTo>
                  <a:pt x="3452389" y="3246699"/>
                </a:lnTo>
                <a:lnTo>
                  <a:pt x="3460575" y="3260868"/>
                </a:lnTo>
                <a:lnTo>
                  <a:pt x="3446393" y="3269054"/>
                </a:lnTo>
                <a:close/>
              </a:path>
              <a:path w="6281419" h="7004050">
                <a:moveTo>
                  <a:pt x="3366484" y="3128748"/>
                </a:moveTo>
                <a:lnTo>
                  <a:pt x="3359244" y="3116210"/>
                </a:lnTo>
                <a:lnTo>
                  <a:pt x="3371782" y="3108969"/>
                </a:lnTo>
                <a:lnTo>
                  <a:pt x="3379023" y="3121508"/>
                </a:lnTo>
                <a:lnTo>
                  <a:pt x="3366484" y="3128748"/>
                </a:lnTo>
                <a:close/>
              </a:path>
              <a:path w="6281419" h="7004050">
                <a:moveTo>
                  <a:pt x="3286683" y="2988011"/>
                </a:moveTo>
                <a:lnTo>
                  <a:pt x="3280705" y="2977655"/>
                </a:lnTo>
                <a:lnTo>
                  <a:pt x="3291061" y="2971678"/>
                </a:lnTo>
                <a:lnTo>
                  <a:pt x="3297039" y="2982034"/>
                </a:lnTo>
                <a:lnTo>
                  <a:pt x="3286683" y="2988011"/>
                </a:lnTo>
                <a:close/>
              </a:path>
              <a:path w="6281419" h="7004050">
                <a:moveTo>
                  <a:pt x="3206653" y="2848143"/>
                </a:moveTo>
                <a:lnTo>
                  <a:pt x="3201304" y="2838872"/>
                </a:lnTo>
                <a:lnTo>
                  <a:pt x="3210568" y="2833523"/>
                </a:lnTo>
                <a:lnTo>
                  <a:pt x="3215924" y="2842794"/>
                </a:lnTo>
                <a:lnTo>
                  <a:pt x="3206653" y="2848143"/>
                </a:lnTo>
                <a:close/>
              </a:path>
              <a:path w="6281419" h="7004050">
                <a:moveTo>
                  <a:pt x="3126623" y="2708269"/>
                </a:moveTo>
                <a:lnTo>
                  <a:pt x="3121902" y="2700089"/>
                </a:lnTo>
                <a:lnTo>
                  <a:pt x="3130081" y="2695368"/>
                </a:lnTo>
                <a:lnTo>
                  <a:pt x="3134802" y="2703548"/>
                </a:lnTo>
                <a:lnTo>
                  <a:pt x="3126623" y="2708269"/>
                </a:lnTo>
                <a:close/>
              </a:path>
              <a:path w="6281419" h="7004050">
                <a:moveTo>
                  <a:pt x="3046707" y="2567956"/>
                </a:moveTo>
                <a:lnTo>
                  <a:pt x="3042932" y="2561421"/>
                </a:lnTo>
                <a:lnTo>
                  <a:pt x="3049474" y="2557645"/>
                </a:lnTo>
                <a:lnTo>
                  <a:pt x="3053249" y="2564181"/>
                </a:lnTo>
                <a:lnTo>
                  <a:pt x="3046707" y="2567956"/>
                </a:lnTo>
                <a:close/>
              </a:path>
              <a:path w="6281419" h="7004050">
                <a:moveTo>
                  <a:pt x="2966678" y="2428082"/>
                </a:moveTo>
                <a:lnTo>
                  <a:pt x="2963530" y="2422631"/>
                </a:lnTo>
                <a:lnTo>
                  <a:pt x="2968981" y="2419484"/>
                </a:lnTo>
                <a:lnTo>
                  <a:pt x="2972128" y="2424935"/>
                </a:lnTo>
                <a:lnTo>
                  <a:pt x="2966678" y="2428082"/>
                </a:lnTo>
                <a:close/>
              </a:path>
              <a:path w="6281419" h="7004050">
                <a:moveTo>
                  <a:pt x="2886648" y="2288207"/>
                </a:moveTo>
                <a:lnTo>
                  <a:pt x="2884129" y="2283842"/>
                </a:lnTo>
                <a:lnTo>
                  <a:pt x="2888488" y="2281322"/>
                </a:lnTo>
                <a:lnTo>
                  <a:pt x="2891007" y="2285688"/>
                </a:lnTo>
                <a:lnTo>
                  <a:pt x="2886648" y="2288207"/>
                </a:lnTo>
                <a:close/>
              </a:path>
              <a:path w="6281419" h="7004050">
                <a:moveTo>
                  <a:pt x="2806612" y="2148333"/>
                </a:moveTo>
                <a:lnTo>
                  <a:pt x="2804727" y="2145065"/>
                </a:lnTo>
                <a:lnTo>
                  <a:pt x="2808001" y="2143174"/>
                </a:lnTo>
                <a:lnTo>
                  <a:pt x="2809892" y="2146442"/>
                </a:lnTo>
                <a:lnTo>
                  <a:pt x="2806612" y="2148333"/>
                </a:lnTo>
                <a:close/>
              </a:path>
              <a:path w="6281419" h="7004050">
                <a:moveTo>
                  <a:pt x="2726589" y="2008452"/>
                </a:moveTo>
                <a:lnTo>
                  <a:pt x="2725332" y="2006269"/>
                </a:lnTo>
                <a:lnTo>
                  <a:pt x="2727502" y="2005013"/>
                </a:lnTo>
                <a:lnTo>
                  <a:pt x="2728765" y="2007196"/>
                </a:lnTo>
                <a:lnTo>
                  <a:pt x="2726589" y="2008452"/>
                </a:lnTo>
                <a:close/>
              </a:path>
              <a:path w="6281419" h="7004050">
                <a:moveTo>
                  <a:pt x="2647644" y="1867950"/>
                </a:moveTo>
                <a:lnTo>
                  <a:pt x="2646195" y="1867950"/>
                </a:lnTo>
                <a:lnTo>
                  <a:pt x="2645930" y="1867493"/>
                </a:lnTo>
                <a:lnTo>
                  <a:pt x="2647379" y="1867493"/>
                </a:lnTo>
                <a:lnTo>
                  <a:pt x="2647644" y="1867950"/>
                </a:lnTo>
                <a:close/>
              </a:path>
              <a:path w="6281419" h="7004050">
                <a:moveTo>
                  <a:pt x="5739201" y="6991655"/>
                </a:moveTo>
                <a:lnTo>
                  <a:pt x="5694820" y="6914785"/>
                </a:lnTo>
                <a:lnTo>
                  <a:pt x="5771690" y="6870404"/>
                </a:lnTo>
                <a:lnTo>
                  <a:pt x="5816070" y="6947274"/>
                </a:lnTo>
                <a:lnTo>
                  <a:pt x="5739201" y="6991655"/>
                </a:lnTo>
                <a:close/>
              </a:path>
              <a:path w="6281419" h="7004050">
                <a:moveTo>
                  <a:pt x="5659400" y="6850923"/>
                </a:moveTo>
                <a:lnTo>
                  <a:pt x="5616276" y="6776230"/>
                </a:lnTo>
                <a:lnTo>
                  <a:pt x="5690963" y="6733112"/>
                </a:lnTo>
                <a:lnTo>
                  <a:pt x="5734087" y="6807799"/>
                </a:lnTo>
                <a:lnTo>
                  <a:pt x="5659400" y="6850923"/>
                </a:lnTo>
                <a:close/>
              </a:path>
              <a:path w="6281419" h="7004050">
                <a:moveTo>
                  <a:pt x="5579605" y="6710186"/>
                </a:moveTo>
                <a:lnTo>
                  <a:pt x="5537744" y="6637676"/>
                </a:lnTo>
                <a:lnTo>
                  <a:pt x="5610247" y="6595815"/>
                </a:lnTo>
                <a:lnTo>
                  <a:pt x="5652109" y="6668325"/>
                </a:lnTo>
                <a:lnTo>
                  <a:pt x="5579605" y="6710186"/>
                </a:lnTo>
                <a:close/>
              </a:path>
              <a:path w="6281419" h="7004050">
                <a:moveTo>
                  <a:pt x="5499918" y="6569017"/>
                </a:moveTo>
                <a:lnTo>
                  <a:pt x="5459630" y="6499236"/>
                </a:lnTo>
                <a:lnTo>
                  <a:pt x="5529411" y="6458948"/>
                </a:lnTo>
                <a:lnTo>
                  <a:pt x="5569699" y="6528730"/>
                </a:lnTo>
                <a:lnTo>
                  <a:pt x="5499918" y="6569017"/>
                </a:lnTo>
                <a:close/>
              </a:path>
              <a:path w="6281419" h="7004050">
                <a:moveTo>
                  <a:pt x="5420231" y="6427855"/>
                </a:moveTo>
                <a:lnTo>
                  <a:pt x="5381517" y="6360796"/>
                </a:lnTo>
                <a:lnTo>
                  <a:pt x="5448570" y="6322082"/>
                </a:lnTo>
                <a:lnTo>
                  <a:pt x="5487284" y="6389141"/>
                </a:lnTo>
                <a:lnTo>
                  <a:pt x="5420231" y="6427855"/>
                </a:lnTo>
                <a:close/>
              </a:path>
              <a:path w="6281419" h="7004050">
                <a:moveTo>
                  <a:pt x="5340550" y="6286686"/>
                </a:moveTo>
                <a:lnTo>
                  <a:pt x="5303409" y="6222355"/>
                </a:lnTo>
                <a:lnTo>
                  <a:pt x="5367734" y="6185215"/>
                </a:lnTo>
                <a:lnTo>
                  <a:pt x="5404874" y="6249546"/>
                </a:lnTo>
                <a:lnTo>
                  <a:pt x="5340550" y="6286686"/>
                </a:lnTo>
                <a:close/>
              </a:path>
              <a:path w="6281419" h="7004050">
                <a:moveTo>
                  <a:pt x="5260863" y="6145524"/>
                </a:moveTo>
                <a:lnTo>
                  <a:pt x="5225296" y="6083921"/>
                </a:lnTo>
                <a:lnTo>
                  <a:pt x="5286898" y="6048355"/>
                </a:lnTo>
                <a:lnTo>
                  <a:pt x="5322465" y="6109957"/>
                </a:lnTo>
                <a:lnTo>
                  <a:pt x="5260863" y="6145524"/>
                </a:lnTo>
                <a:close/>
              </a:path>
              <a:path w="6281419" h="7004050">
                <a:moveTo>
                  <a:pt x="5181182" y="6004361"/>
                </a:moveTo>
                <a:lnTo>
                  <a:pt x="5147189" y="5945481"/>
                </a:lnTo>
                <a:lnTo>
                  <a:pt x="5206063" y="5911488"/>
                </a:lnTo>
                <a:lnTo>
                  <a:pt x="5240056" y="5970368"/>
                </a:lnTo>
                <a:lnTo>
                  <a:pt x="5181182" y="6004361"/>
                </a:lnTo>
                <a:close/>
              </a:path>
              <a:path w="6281419" h="7004050">
                <a:moveTo>
                  <a:pt x="5101381" y="5863624"/>
                </a:moveTo>
                <a:lnTo>
                  <a:pt x="5068644" y="5806927"/>
                </a:lnTo>
                <a:lnTo>
                  <a:pt x="5125341" y="5774197"/>
                </a:lnTo>
                <a:lnTo>
                  <a:pt x="5158071" y="5830894"/>
                </a:lnTo>
                <a:lnTo>
                  <a:pt x="5101381" y="5863624"/>
                </a:lnTo>
                <a:close/>
              </a:path>
              <a:path w="6281419" h="7004050">
                <a:moveTo>
                  <a:pt x="5021694" y="5722462"/>
                </a:moveTo>
                <a:lnTo>
                  <a:pt x="4990530" y="5668487"/>
                </a:lnTo>
                <a:lnTo>
                  <a:pt x="5044505" y="5637331"/>
                </a:lnTo>
                <a:lnTo>
                  <a:pt x="5075661" y="5691299"/>
                </a:lnTo>
                <a:lnTo>
                  <a:pt x="5021694" y="5722462"/>
                </a:lnTo>
                <a:close/>
              </a:path>
              <a:path w="6281419" h="7004050">
                <a:moveTo>
                  <a:pt x="4942006" y="5581293"/>
                </a:moveTo>
                <a:lnTo>
                  <a:pt x="4912423" y="5530047"/>
                </a:lnTo>
                <a:lnTo>
                  <a:pt x="4963664" y="5500464"/>
                </a:lnTo>
                <a:lnTo>
                  <a:pt x="4993253" y="5551710"/>
                </a:lnTo>
                <a:lnTo>
                  <a:pt x="4942006" y="5581293"/>
                </a:lnTo>
                <a:close/>
              </a:path>
              <a:path w="6281419" h="7004050">
                <a:moveTo>
                  <a:pt x="4862319" y="5440124"/>
                </a:moveTo>
                <a:lnTo>
                  <a:pt x="4834310" y="5391606"/>
                </a:lnTo>
                <a:lnTo>
                  <a:pt x="4882828" y="5363597"/>
                </a:lnTo>
                <a:lnTo>
                  <a:pt x="4910837" y="5412115"/>
                </a:lnTo>
                <a:lnTo>
                  <a:pt x="4862319" y="5440124"/>
                </a:lnTo>
                <a:close/>
              </a:path>
              <a:path w="6281419" h="7004050">
                <a:moveTo>
                  <a:pt x="4782638" y="5298968"/>
                </a:moveTo>
                <a:lnTo>
                  <a:pt x="4756203" y="5253172"/>
                </a:lnTo>
                <a:lnTo>
                  <a:pt x="4801992" y="5226737"/>
                </a:lnTo>
                <a:lnTo>
                  <a:pt x="4828434" y="5272526"/>
                </a:lnTo>
                <a:lnTo>
                  <a:pt x="4782638" y="5298968"/>
                </a:lnTo>
                <a:close/>
              </a:path>
              <a:path w="6281419" h="7004050">
                <a:moveTo>
                  <a:pt x="4702951" y="5157799"/>
                </a:moveTo>
                <a:lnTo>
                  <a:pt x="4678090" y="5114732"/>
                </a:lnTo>
                <a:lnTo>
                  <a:pt x="4721157" y="5089864"/>
                </a:lnTo>
                <a:lnTo>
                  <a:pt x="4746018" y="5132937"/>
                </a:lnTo>
                <a:lnTo>
                  <a:pt x="4702951" y="5157799"/>
                </a:lnTo>
                <a:close/>
              </a:path>
              <a:path w="6281419" h="7004050">
                <a:moveTo>
                  <a:pt x="4623156" y="5017062"/>
                </a:moveTo>
                <a:lnTo>
                  <a:pt x="4599551" y="4976171"/>
                </a:lnTo>
                <a:lnTo>
                  <a:pt x="4640435" y="4952566"/>
                </a:lnTo>
                <a:lnTo>
                  <a:pt x="4664040" y="4993456"/>
                </a:lnTo>
                <a:lnTo>
                  <a:pt x="4623156" y="5017062"/>
                </a:lnTo>
                <a:close/>
              </a:path>
              <a:path w="6281419" h="7004050">
                <a:moveTo>
                  <a:pt x="4543240" y="4876756"/>
                </a:moveTo>
                <a:lnTo>
                  <a:pt x="4520581" y="4837502"/>
                </a:lnTo>
                <a:lnTo>
                  <a:pt x="4559827" y="4814842"/>
                </a:lnTo>
                <a:lnTo>
                  <a:pt x="4582487" y="4854096"/>
                </a:lnTo>
                <a:lnTo>
                  <a:pt x="4543240" y="4876756"/>
                </a:lnTo>
                <a:close/>
              </a:path>
              <a:path w="6281419" h="7004050">
                <a:moveTo>
                  <a:pt x="4463560" y="4735587"/>
                </a:moveTo>
                <a:lnTo>
                  <a:pt x="4442473" y="4699069"/>
                </a:lnTo>
                <a:lnTo>
                  <a:pt x="4478991" y="4677982"/>
                </a:lnTo>
                <a:lnTo>
                  <a:pt x="4500078" y="4714501"/>
                </a:lnTo>
                <a:lnTo>
                  <a:pt x="4463560" y="4735587"/>
                </a:lnTo>
                <a:close/>
              </a:path>
              <a:path w="6281419" h="7004050">
                <a:moveTo>
                  <a:pt x="4383758" y="4594856"/>
                </a:moveTo>
                <a:lnTo>
                  <a:pt x="4363929" y="4560508"/>
                </a:lnTo>
                <a:lnTo>
                  <a:pt x="4398271" y="4540678"/>
                </a:lnTo>
                <a:lnTo>
                  <a:pt x="4418100" y="4575026"/>
                </a:lnTo>
                <a:lnTo>
                  <a:pt x="4383758" y="4594856"/>
                </a:lnTo>
                <a:close/>
              </a:path>
              <a:path w="6281419" h="7004050">
                <a:moveTo>
                  <a:pt x="4304071" y="4453687"/>
                </a:moveTo>
                <a:lnTo>
                  <a:pt x="4285816" y="4422074"/>
                </a:lnTo>
                <a:lnTo>
                  <a:pt x="4317435" y="4403818"/>
                </a:lnTo>
                <a:lnTo>
                  <a:pt x="4335691" y="4435432"/>
                </a:lnTo>
                <a:lnTo>
                  <a:pt x="4304071" y="4453687"/>
                </a:lnTo>
                <a:close/>
              </a:path>
              <a:path w="6281419" h="7004050">
                <a:moveTo>
                  <a:pt x="4224156" y="4313388"/>
                </a:moveTo>
                <a:lnTo>
                  <a:pt x="4206845" y="4283406"/>
                </a:lnTo>
                <a:lnTo>
                  <a:pt x="4236827" y="4266095"/>
                </a:lnTo>
                <a:lnTo>
                  <a:pt x="4254138" y="4296077"/>
                </a:lnTo>
                <a:lnTo>
                  <a:pt x="4224156" y="4313388"/>
                </a:lnTo>
                <a:close/>
              </a:path>
              <a:path w="6281419" h="7004050">
                <a:moveTo>
                  <a:pt x="4144354" y="4172651"/>
                </a:moveTo>
                <a:lnTo>
                  <a:pt x="4128300" y="4144845"/>
                </a:lnTo>
                <a:lnTo>
                  <a:pt x="4156107" y="4128791"/>
                </a:lnTo>
                <a:lnTo>
                  <a:pt x="4172161" y="4156597"/>
                </a:lnTo>
                <a:lnTo>
                  <a:pt x="4144354" y="4172651"/>
                </a:lnTo>
                <a:close/>
              </a:path>
              <a:path w="6281419" h="7004050">
                <a:moveTo>
                  <a:pt x="4064559" y="4031913"/>
                </a:moveTo>
                <a:lnTo>
                  <a:pt x="4049768" y="4006290"/>
                </a:lnTo>
                <a:lnTo>
                  <a:pt x="4075385" y="3991499"/>
                </a:lnTo>
                <a:lnTo>
                  <a:pt x="4090176" y="4017122"/>
                </a:lnTo>
                <a:lnTo>
                  <a:pt x="4064559" y="4031913"/>
                </a:lnTo>
                <a:close/>
              </a:path>
              <a:path w="6281419" h="7004050">
                <a:moveTo>
                  <a:pt x="3984758" y="3891176"/>
                </a:moveTo>
                <a:lnTo>
                  <a:pt x="3971223" y="3867742"/>
                </a:lnTo>
                <a:lnTo>
                  <a:pt x="3994670" y="3854207"/>
                </a:lnTo>
                <a:lnTo>
                  <a:pt x="4008199" y="3877641"/>
                </a:lnTo>
                <a:lnTo>
                  <a:pt x="3984758" y="3891176"/>
                </a:lnTo>
                <a:close/>
              </a:path>
              <a:path w="6281419" h="7004050">
                <a:moveTo>
                  <a:pt x="3904843" y="3750877"/>
                </a:moveTo>
                <a:lnTo>
                  <a:pt x="3892253" y="3729073"/>
                </a:lnTo>
                <a:lnTo>
                  <a:pt x="3914063" y="3716484"/>
                </a:lnTo>
                <a:lnTo>
                  <a:pt x="3926652" y="3738287"/>
                </a:lnTo>
                <a:lnTo>
                  <a:pt x="3904843" y="3750877"/>
                </a:lnTo>
                <a:close/>
              </a:path>
              <a:path w="6281419" h="7004050">
                <a:moveTo>
                  <a:pt x="3825041" y="3610146"/>
                </a:moveTo>
                <a:lnTo>
                  <a:pt x="3813708" y="3590512"/>
                </a:lnTo>
                <a:lnTo>
                  <a:pt x="3833335" y="3579186"/>
                </a:lnTo>
                <a:lnTo>
                  <a:pt x="3844668" y="3598812"/>
                </a:lnTo>
                <a:lnTo>
                  <a:pt x="3825041" y="3610146"/>
                </a:lnTo>
                <a:close/>
              </a:path>
              <a:path w="6281419" h="7004050">
                <a:moveTo>
                  <a:pt x="3745126" y="3469833"/>
                </a:moveTo>
                <a:lnTo>
                  <a:pt x="3734738" y="3451844"/>
                </a:lnTo>
                <a:lnTo>
                  <a:pt x="3752734" y="3441456"/>
                </a:lnTo>
                <a:lnTo>
                  <a:pt x="3763122" y="3459446"/>
                </a:lnTo>
                <a:lnTo>
                  <a:pt x="3745126" y="3469833"/>
                </a:lnTo>
                <a:close/>
              </a:path>
              <a:path w="6281419" h="7004050">
                <a:moveTo>
                  <a:pt x="3665210" y="3329527"/>
                </a:moveTo>
                <a:lnTo>
                  <a:pt x="3655768" y="3313175"/>
                </a:lnTo>
                <a:lnTo>
                  <a:pt x="3672127" y="3303733"/>
                </a:lnTo>
                <a:lnTo>
                  <a:pt x="3681569" y="3320085"/>
                </a:lnTo>
                <a:lnTo>
                  <a:pt x="3665210" y="3329527"/>
                </a:lnTo>
                <a:close/>
              </a:path>
              <a:path w="6281419" h="7004050">
                <a:moveTo>
                  <a:pt x="3585301" y="3189221"/>
                </a:moveTo>
                <a:lnTo>
                  <a:pt x="3576798" y="3174500"/>
                </a:lnTo>
                <a:lnTo>
                  <a:pt x="3591513" y="3166003"/>
                </a:lnTo>
                <a:lnTo>
                  <a:pt x="3600016" y="3180725"/>
                </a:lnTo>
                <a:lnTo>
                  <a:pt x="3585301" y="3189221"/>
                </a:lnTo>
                <a:close/>
              </a:path>
              <a:path w="6281419" h="7004050">
                <a:moveTo>
                  <a:pt x="3505500" y="3048490"/>
                </a:moveTo>
                <a:lnTo>
                  <a:pt x="3498259" y="3035952"/>
                </a:lnTo>
                <a:lnTo>
                  <a:pt x="3510798" y="3028712"/>
                </a:lnTo>
                <a:lnTo>
                  <a:pt x="3518038" y="3041250"/>
                </a:lnTo>
                <a:lnTo>
                  <a:pt x="3505500" y="3048490"/>
                </a:lnTo>
                <a:close/>
              </a:path>
              <a:path w="6281419" h="7004050">
                <a:moveTo>
                  <a:pt x="3425584" y="2908185"/>
                </a:moveTo>
                <a:lnTo>
                  <a:pt x="3419289" y="2897277"/>
                </a:lnTo>
                <a:lnTo>
                  <a:pt x="3430191" y="2890982"/>
                </a:lnTo>
                <a:lnTo>
                  <a:pt x="3436485" y="2901890"/>
                </a:lnTo>
                <a:lnTo>
                  <a:pt x="3425584" y="2908185"/>
                </a:lnTo>
                <a:close/>
              </a:path>
              <a:path w="6281419" h="7004050">
                <a:moveTo>
                  <a:pt x="3345668" y="2767879"/>
                </a:moveTo>
                <a:lnTo>
                  <a:pt x="3340319" y="2758608"/>
                </a:lnTo>
                <a:lnTo>
                  <a:pt x="3349583" y="2753259"/>
                </a:lnTo>
                <a:lnTo>
                  <a:pt x="3354932" y="2762530"/>
                </a:lnTo>
                <a:lnTo>
                  <a:pt x="3345668" y="2767879"/>
                </a:lnTo>
                <a:close/>
              </a:path>
              <a:path w="6281419" h="7004050">
                <a:moveTo>
                  <a:pt x="3265638" y="2628005"/>
                </a:moveTo>
                <a:lnTo>
                  <a:pt x="3260917" y="2619825"/>
                </a:lnTo>
                <a:lnTo>
                  <a:pt x="3269096" y="2615104"/>
                </a:lnTo>
                <a:lnTo>
                  <a:pt x="3273818" y="2623284"/>
                </a:lnTo>
                <a:lnTo>
                  <a:pt x="3265638" y="2628005"/>
                </a:lnTo>
                <a:close/>
              </a:path>
              <a:path w="6281419" h="7004050">
                <a:moveTo>
                  <a:pt x="3185609" y="2488130"/>
                </a:moveTo>
                <a:lnTo>
                  <a:pt x="3181516" y="2481042"/>
                </a:lnTo>
                <a:lnTo>
                  <a:pt x="3188604" y="2476949"/>
                </a:lnTo>
                <a:lnTo>
                  <a:pt x="3192697" y="2484037"/>
                </a:lnTo>
                <a:lnTo>
                  <a:pt x="3185609" y="2488130"/>
                </a:lnTo>
                <a:close/>
              </a:path>
              <a:path w="6281419" h="7004050">
                <a:moveTo>
                  <a:pt x="3105693" y="2347824"/>
                </a:moveTo>
                <a:lnTo>
                  <a:pt x="3102546" y="2342367"/>
                </a:lnTo>
                <a:lnTo>
                  <a:pt x="3107996" y="2339220"/>
                </a:lnTo>
                <a:lnTo>
                  <a:pt x="3111144" y="2344677"/>
                </a:lnTo>
                <a:lnTo>
                  <a:pt x="3105693" y="2347824"/>
                </a:lnTo>
                <a:close/>
              </a:path>
              <a:path w="6281419" h="7004050">
                <a:moveTo>
                  <a:pt x="3025663" y="2207944"/>
                </a:moveTo>
                <a:lnTo>
                  <a:pt x="3023144" y="2203584"/>
                </a:lnTo>
                <a:lnTo>
                  <a:pt x="3027503" y="2201065"/>
                </a:lnTo>
                <a:lnTo>
                  <a:pt x="3030022" y="2205424"/>
                </a:lnTo>
                <a:lnTo>
                  <a:pt x="3025663" y="2207944"/>
                </a:lnTo>
                <a:close/>
              </a:path>
              <a:path w="6281419" h="7004050">
                <a:moveTo>
                  <a:pt x="2945628" y="2068069"/>
                </a:moveTo>
                <a:lnTo>
                  <a:pt x="2943743" y="2064801"/>
                </a:lnTo>
                <a:lnTo>
                  <a:pt x="2947011" y="2062917"/>
                </a:lnTo>
                <a:lnTo>
                  <a:pt x="2948902" y="2066184"/>
                </a:lnTo>
                <a:lnTo>
                  <a:pt x="2945628" y="2068069"/>
                </a:lnTo>
                <a:close/>
              </a:path>
              <a:path w="6281419" h="7004050">
                <a:moveTo>
                  <a:pt x="2865597" y="1928195"/>
                </a:moveTo>
                <a:lnTo>
                  <a:pt x="2864341" y="1926012"/>
                </a:lnTo>
                <a:lnTo>
                  <a:pt x="2866517" y="1924756"/>
                </a:lnTo>
                <a:lnTo>
                  <a:pt x="2867780" y="1926938"/>
                </a:lnTo>
                <a:lnTo>
                  <a:pt x="2865597" y="1928195"/>
                </a:lnTo>
                <a:close/>
              </a:path>
              <a:path w="6281419" h="7004050">
                <a:moveTo>
                  <a:pt x="2786659" y="1787692"/>
                </a:moveTo>
                <a:lnTo>
                  <a:pt x="2785212" y="1787692"/>
                </a:lnTo>
                <a:lnTo>
                  <a:pt x="2784946" y="1787229"/>
                </a:lnTo>
                <a:lnTo>
                  <a:pt x="2786392" y="1787229"/>
                </a:lnTo>
                <a:lnTo>
                  <a:pt x="2786659" y="1787692"/>
                </a:lnTo>
                <a:close/>
              </a:path>
              <a:path w="6281419" h="7004050">
                <a:moveTo>
                  <a:pt x="6037759" y="7003925"/>
                </a:moveTo>
                <a:lnTo>
                  <a:pt x="5928005" y="7003925"/>
                </a:lnTo>
                <a:lnTo>
                  <a:pt x="5909798" y="6972389"/>
                </a:lnTo>
                <a:lnTo>
                  <a:pt x="5992112" y="6924861"/>
                </a:lnTo>
                <a:lnTo>
                  <a:pt x="6037759" y="7003925"/>
                </a:lnTo>
                <a:close/>
              </a:path>
              <a:path w="6281419" h="7004050">
                <a:moveTo>
                  <a:pt x="5877747" y="6913110"/>
                </a:moveTo>
                <a:lnTo>
                  <a:pt x="5832110" y="6834063"/>
                </a:lnTo>
                <a:lnTo>
                  <a:pt x="5911162" y="6788426"/>
                </a:lnTo>
                <a:lnTo>
                  <a:pt x="5956799" y="6867473"/>
                </a:lnTo>
                <a:lnTo>
                  <a:pt x="5877747" y="6913110"/>
                </a:lnTo>
                <a:close/>
              </a:path>
              <a:path w="6281419" h="7004050">
                <a:moveTo>
                  <a:pt x="5798066" y="6771953"/>
                </a:moveTo>
                <a:lnTo>
                  <a:pt x="5754002" y="6695623"/>
                </a:lnTo>
                <a:lnTo>
                  <a:pt x="5830326" y="6651559"/>
                </a:lnTo>
                <a:lnTo>
                  <a:pt x="5874390" y="6727883"/>
                </a:lnTo>
                <a:lnTo>
                  <a:pt x="5798066" y="6771953"/>
                </a:lnTo>
                <a:close/>
              </a:path>
              <a:path w="6281419" h="7004050">
                <a:moveTo>
                  <a:pt x="5718379" y="6630785"/>
                </a:moveTo>
                <a:lnTo>
                  <a:pt x="5675889" y="6557189"/>
                </a:lnTo>
                <a:lnTo>
                  <a:pt x="5749491" y="6514699"/>
                </a:lnTo>
                <a:lnTo>
                  <a:pt x="5791980" y="6588295"/>
                </a:lnTo>
                <a:lnTo>
                  <a:pt x="5718379" y="6630785"/>
                </a:lnTo>
                <a:close/>
              </a:path>
              <a:path w="6281419" h="7004050">
                <a:moveTo>
                  <a:pt x="5638584" y="6490047"/>
                </a:moveTo>
                <a:lnTo>
                  <a:pt x="5597350" y="6418628"/>
                </a:lnTo>
                <a:lnTo>
                  <a:pt x="5668763" y="6377402"/>
                </a:lnTo>
                <a:lnTo>
                  <a:pt x="5709996" y="6448821"/>
                </a:lnTo>
                <a:lnTo>
                  <a:pt x="5638584" y="6490047"/>
                </a:lnTo>
                <a:close/>
              </a:path>
              <a:path w="6281419" h="7004050">
                <a:moveTo>
                  <a:pt x="5558903" y="6348885"/>
                </a:moveTo>
                <a:lnTo>
                  <a:pt x="5519243" y="6280188"/>
                </a:lnTo>
                <a:lnTo>
                  <a:pt x="5587927" y="6240535"/>
                </a:lnTo>
                <a:lnTo>
                  <a:pt x="5627587" y="6309225"/>
                </a:lnTo>
                <a:lnTo>
                  <a:pt x="5558903" y="6348885"/>
                </a:lnTo>
                <a:close/>
              </a:path>
              <a:path w="6281419" h="7004050">
                <a:moveTo>
                  <a:pt x="5479330" y="6207291"/>
                </a:moveTo>
                <a:lnTo>
                  <a:pt x="5441554" y="6141869"/>
                </a:lnTo>
                <a:lnTo>
                  <a:pt x="5506977" y="6104101"/>
                </a:lnTo>
                <a:lnTo>
                  <a:pt x="5544752" y="6169523"/>
                </a:lnTo>
                <a:lnTo>
                  <a:pt x="5479330" y="6207291"/>
                </a:lnTo>
                <a:close/>
              </a:path>
              <a:path w="6281419" h="7004050">
                <a:moveTo>
                  <a:pt x="5399642" y="6066122"/>
                </a:moveTo>
                <a:lnTo>
                  <a:pt x="5363448" y="6003429"/>
                </a:lnTo>
                <a:lnTo>
                  <a:pt x="5426141" y="5967228"/>
                </a:lnTo>
                <a:lnTo>
                  <a:pt x="5462342" y="6029928"/>
                </a:lnTo>
                <a:lnTo>
                  <a:pt x="5399642" y="6066122"/>
                </a:lnTo>
                <a:close/>
              </a:path>
              <a:path w="6281419" h="7004050">
                <a:moveTo>
                  <a:pt x="5319955" y="5924960"/>
                </a:moveTo>
                <a:lnTo>
                  <a:pt x="5285334" y="5864995"/>
                </a:lnTo>
                <a:lnTo>
                  <a:pt x="5345306" y="5830367"/>
                </a:lnTo>
                <a:lnTo>
                  <a:pt x="5379927" y="5890332"/>
                </a:lnTo>
                <a:lnTo>
                  <a:pt x="5319955" y="5924960"/>
                </a:lnTo>
                <a:close/>
              </a:path>
              <a:path w="6281419" h="7004050">
                <a:moveTo>
                  <a:pt x="5240274" y="5783791"/>
                </a:moveTo>
                <a:lnTo>
                  <a:pt x="5207227" y="5726555"/>
                </a:lnTo>
                <a:lnTo>
                  <a:pt x="5264470" y="5693501"/>
                </a:lnTo>
                <a:lnTo>
                  <a:pt x="5297517" y="5750744"/>
                </a:lnTo>
                <a:lnTo>
                  <a:pt x="5240274" y="5783791"/>
                </a:lnTo>
                <a:close/>
              </a:path>
              <a:path w="6281419" h="7004050">
                <a:moveTo>
                  <a:pt x="5160473" y="5643054"/>
                </a:moveTo>
                <a:lnTo>
                  <a:pt x="5128689" y="5588000"/>
                </a:lnTo>
                <a:lnTo>
                  <a:pt x="5183748" y="5556209"/>
                </a:lnTo>
                <a:lnTo>
                  <a:pt x="5215533" y="5611269"/>
                </a:lnTo>
                <a:lnTo>
                  <a:pt x="5160473" y="5643054"/>
                </a:lnTo>
                <a:close/>
              </a:path>
              <a:path w="6281419" h="7004050">
                <a:moveTo>
                  <a:pt x="5080792" y="5501891"/>
                </a:moveTo>
                <a:lnTo>
                  <a:pt x="5050575" y="5449560"/>
                </a:lnTo>
                <a:lnTo>
                  <a:pt x="5102906" y="5419343"/>
                </a:lnTo>
                <a:lnTo>
                  <a:pt x="5133124" y="5471674"/>
                </a:lnTo>
                <a:lnTo>
                  <a:pt x="5080792" y="5501891"/>
                </a:lnTo>
                <a:close/>
              </a:path>
              <a:path w="6281419" h="7004050">
                <a:moveTo>
                  <a:pt x="5001105" y="5360729"/>
                </a:moveTo>
                <a:lnTo>
                  <a:pt x="4972462" y="5311120"/>
                </a:lnTo>
                <a:lnTo>
                  <a:pt x="5022071" y="5282476"/>
                </a:lnTo>
                <a:lnTo>
                  <a:pt x="5050714" y="5332086"/>
                </a:lnTo>
                <a:lnTo>
                  <a:pt x="5001105" y="5360729"/>
                </a:lnTo>
                <a:close/>
              </a:path>
              <a:path w="6281419" h="7004050">
                <a:moveTo>
                  <a:pt x="4921424" y="5219560"/>
                </a:moveTo>
                <a:lnTo>
                  <a:pt x="4894354" y="5172674"/>
                </a:lnTo>
                <a:lnTo>
                  <a:pt x="4941235" y="5145610"/>
                </a:lnTo>
                <a:lnTo>
                  <a:pt x="4968305" y="5192496"/>
                </a:lnTo>
                <a:lnTo>
                  <a:pt x="4921424" y="5219560"/>
                </a:lnTo>
                <a:close/>
              </a:path>
              <a:path w="6281419" h="7004050">
                <a:moveTo>
                  <a:pt x="4841737" y="5078398"/>
                </a:moveTo>
                <a:lnTo>
                  <a:pt x="4816247" y="5034239"/>
                </a:lnTo>
                <a:lnTo>
                  <a:pt x="4860399" y="5008750"/>
                </a:lnTo>
                <a:lnTo>
                  <a:pt x="4885896" y="5052902"/>
                </a:lnTo>
                <a:lnTo>
                  <a:pt x="4841737" y="5078398"/>
                </a:lnTo>
                <a:close/>
              </a:path>
              <a:path w="6281419" h="7004050">
                <a:moveTo>
                  <a:pt x="4761936" y="4937661"/>
                </a:moveTo>
                <a:lnTo>
                  <a:pt x="4737696" y="4895685"/>
                </a:lnTo>
                <a:lnTo>
                  <a:pt x="4779678" y="4871445"/>
                </a:lnTo>
                <a:lnTo>
                  <a:pt x="4803918" y="4913427"/>
                </a:lnTo>
                <a:lnTo>
                  <a:pt x="4761936" y="4937661"/>
                </a:lnTo>
                <a:close/>
              </a:path>
              <a:path w="6281419" h="7004050">
                <a:moveTo>
                  <a:pt x="4682141" y="4796929"/>
                </a:moveTo>
                <a:lnTo>
                  <a:pt x="4659164" y="4757130"/>
                </a:lnTo>
                <a:lnTo>
                  <a:pt x="4698963" y="4734153"/>
                </a:lnTo>
                <a:lnTo>
                  <a:pt x="4721940" y="4773952"/>
                </a:lnTo>
                <a:lnTo>
                  <a:pt x="4682141" y="4796929"/>
                </a:lnTo>
                <a:close/>
              </a:path>
              <a:path w="6281419" h="7004050">
                <a:moveTo>
                  <a:pt x="4602454" y="4655761"/>
                </a:moveTo>
                <a:lnTo>
                  <a:pt x="4581050" y="4618690"/>
                </a:lnTo>
                <a:lnTo>
                  <a:pt x="4618115" y="4597286"/>
                </a:lnTo>
                <a:lnTo>
                  <a:pt x="4639518" y="4634357"/>
                </a:lnTo>
                <a:lnTo>
                  <a:pt x="4602454" y="4655761"/>
                </a:lnTo>
                <a:close/>
              </a:path>
              <a:path w="6281419" h="7004050">
                <a:moveTo>
                  <a:pt x="4522653" y="4515030"/>
                </a:moveTo>
                <a:lnTo>
                  <a:pt x="4502512" y="4480135"/>
                </a:lnTo>
                <a:lnTo>
                  <a:pt x="4537400" y="4459995"/>
                </a:lnTo>
                <a:lnTo>
                  <a:pt x="4557541" y="4494882"/>
                </a:lnTo>
                <a:lnTo>
                  <a:pt x="4522653" y="4515030"/>
                </a:lnTo>
                <a:close/>
              </a:path>
              <a:path w="6281419" h="7004050">
                <a:moveTo>
                  <a:pt x="4442858" y="4374292"/>
                </a:moveTo>
                <a:lnTo>
                  <a:pt x="4423968" y="4341575"/>
                </a:lnTo>
                <a:lnTo>
                  <a:pt x="4456679" y="4322691"/>
                </a:lnTo>
                <a:lnTo>
                  <a:pt x="4475563" y="4355408"/>
                </a:lnTo>
                <a:lnTo>
                  <a:pt x="4442858" y="4374292"/>
                </a:lnTo>
                <a:close/>
              </a:path>
              <a:path w="6281419" h="7004050">
                <a:moveTo>
                  <a:pt x="4363051" y="4233555"/>
                </a:moveTo>
                <a:lnTo>
                  <a:pt x="4345429" y="4203026"/>
                </a:lnTo>
                <a:lnTo>
                  <a:pt x="4375958" y="4185398"/>
                </a:lnTo>
                <a:lnTo>
                  <a:pt x="4393579" y="4215927"/>
                </a:lnTo>
                <a:lnTo>
                  <a:pt x="4363051" y="4233555"/>
                </a:lnTo>
                <a:close/>
              </a:path>
              <a:path w="6281419" h="7004050">
                <a:moveTo>
                  <a:pt x="4283142" y="4093249"/>
                </a:moveTo>
                <a:lnTo>
                  <a:pt x="4266459" y="4064357"/>
                </a:lnTo>
                <a:lnTo>
                  <a:pt x="4295351" y="4047675"/>
                </a:lnTo>
                <a:lnTo>
                  <a:pt x="4312033" y="4076573"/>
                </a:lnTo>
                <a:lnTo>
                  <a:pt x="4283142" y="4093249"/>
                </a:lnTo>
                <a:close/>
              </a:path>
              <a:path w="6281419" h="7004050">
                <a:moveTo>
                  <a:pt x="4203455" y="3952086"/>
                </a:moveTo>
                <a:lnTo>
                  <a:pt x="4188346" y="3925917"/>
                </a:lnTo>
                <a:lnTo>
                  <a:pt x="4214509" y="3910809"/>
                </a:lnTo>
                <a:lnTo>
                  <a:pt x="4229617" y="3936978"/>
                </a:lnTo>
                <a:lnTo>
                  <a:pt x="4203455" y="3952086"/>
                </a:lnTo>
                <a:close/>
              </a:path>
              <a:path w="6281419" h="7004050">
                <a:moveTo>
                  <a:pt x="4123653" y="3811349"/>
                </a:moveTo>
                <a:lnTo>
                  <a:pt x="4109807" y="3787363"/>
                </a:lnTo>
                <a:lnTo>
                  <a:pt x="4133793" y="3773517"/>
                </a:lnTo>
                <a:lnTo>
                  <a:pt x="4147639" y="3797503"/>
                </a:lnTo>
                <a:lnTo>
                  <a:pt x="4123653" y="3811349"/>
                </a:lnTo>
                <a:close/>
              </a:path>
              <a:path w="6281419" h="7004050">
                <a:moveTo>
                  <a:pt x="4043738" y="3671043"/>
                </a:moveTo>
                <a:lnTo>
                  <a:pt x="4030837" y="3648694"/>
                </a:lnTo>
                <a:lnTo>
                  <a:pt x="4053186" y="3635787"/>
                </a:lnTo>
                <a:lnTo>
                  <a:pt x="4066086" y="3658136"/>
                </a:lnTo>
                <a:lnTo>
                  <a:pt x="4043738" y="3671043"/>
                </a:lnTo>
                <a:close/>
              </a:path>
              <a:path w="6281419" h="7004050">
                <a:moveTo>
                  <a:pt x="3963938" y="3530312"/>
                </a:moveTo>
                <a:lnTo>
                  <a:pt x="3952293" y="3510139"/>
                </a:lnTo>
                <a:lnTo>
                  <a:pt x="3972465" y="3498495"/>
                </a:lnTo>
                <a:lnTo>
                  <a:pt x="3984109" y="3518662"/>
                </a:lnTo>
                <a:lnTo>
                  <a:pt x="3963938" y="3530312"/>
                </a:lnTo>
                <a:close/>
              </a:path>
              <a:path w="6281419" h="7004050">
                <a:moveTo>
                  <a:pt x="3884028" y="3390006"/>
                </a:moveTo>
                <a:lnTo>
                  <a:pt x="3873323" y="3371470"/>
                </a:lnTo>
                <a:lnTo>
                  <a:pt x="3891858" y="3360765"/>
                </a:lnTo>
                <a:lnTo>
                  <a:pt x="3902563" y="3379307"/>
                </a:lnTo>
                <a:lnTo>
                  <a:pt x="3884028" y="3390006"/>
                </a:lnTo>
                <a:close/>
              </a:path>
              <a:path w="6281419" h="7004050">
                <a:moveTo>
                  <a:pt x="3804226" y="3249262"/>
                </a:moveTo>
                <a:lnTo>
                  <a:pt x="3794784" y="3232910"/>
                </a:lnTo>
                <a:lnTo>
                  <a:pt x="3811136" y="3223468"/>
                </a:lnTo>
                <a:lnTo>
                  <a:pt x="3820579" y="3239820"/>
                </a:lnTo>
                <a:lnTo>
                  <a:pt x="3804226" y="3249262"/>
                </a:lnTo>
                <a:close/>
              </a:path>
              <a:path w="6281419" h="7004050">
                <a:moveTo>
                  <a:pt x="3724311" y="3108963"/>
                </a:moveTo>
                <a:lnTo>
                  <a:pt x="3715807" y="3094241"/>
                </a:lnTo>
                <a:lnTo>
                  <a:pt x="3730529" y="3085744"/>
                </a:lnTo>
                <a:lnTo>
                  <a:pt x="3739032" y="3100466"/>
                </a:lnTo>
                <a:lnTo>
                  <a:pt x="3724311" y="3108963"/>
                </a:lnTo>
                <a:close/>
              </a:path>
              <a:path w="6281419" h="7004050">
                <a:moveTo>
                  <a:pt x="3644395" y="2968657"/>
                </a:moveTo>
                <a:lnTo>
                  <a:pt x="3636837" y="2955572"/>
                </a:lnTo>
                <a:lnTo>
                  <a:pt x="3649922" y="2948015"/>
                </a:lnTo>
                <a:lnTo>
                  <a:pt x="3657479" y="2961099"/>
                </a:lnTo>
                <a:lnTo>
                  <a:pt x="3644395" y="2968657"/>
                </a:lnTo>
                <a:close/>
              </a:path>
              <a:path w="6281419" h="7004050">
                <a:moveTo>
                  <a:pt x="3564600" y="2827919"/>
                </a:moveTo>
                <a:lnTo>
                  <a:pt x="3558305" y="2817018"/>
                </a:lnTo>
                <a:lnTo>
                  <a:pt x="3569207" y="2810723"/>
                </a:lnTo>
                <a:lnTo>
                  <a:pt x="3575501" y="2821625"/>
                </a:lnTo>
                <a:lnTo>
                  <a:pt x="3564600" y="2827919"/>
                </a:lnTo>
                <a:close/>
              </a:path>
              <a:path w="6281419" h="7004050">
                <a:moveTo>
                  <a:pt x="3484564" y="2688045"/>
                </a:moveTo>
                <a:lnTo>
                  <a:pt x="3478898" y="2678228"/>
                </a:lnTo>
                <a:lnTo>
                  <a:pt x="3488708" y="2672568"/>
                </a:lnTo>
                <a:lnTo>
                  <a:pt x="3494374" y="2682385"/>
                </a:lnTo>
                <a:lnTo>
                  <a:pt x="3484564" y="2688045"/>
                </a:lnTo>
                <a:close/>
              </a:path>
              <a:path w="6281419" h="7004050">
                <a:moveTo>
                  <a:pt x="3404534" y="2548171"/>
                </a:moveTo>
                <a:lnTo>
                  <a:pt x="3399502" y="2539452"/>
                </a:lnTo>
                <a:lnTo>
                  <a:pt x="3408221" y="2534413"/>
                </a:lnTo>
                <a:lnTo>
                  <a:pt x="3413253" y="2543132"/>
                </a:lnTo>
                <a:lnTo>
                  <a:pt x="3404534" y="2548171"/>
                </a:lnTo>
                <a:close/>
              </a:path>
              <a:path w="6281419" h="7004050">
                <a:moveTo>
                  <a:pt x="3324504" y="2408296"/>
                </a:moveTo>
                <a:lnTo>
                  <a:pt x="3320094" y="2400663"/>
                </a:lnTo>
                <a:lnTo>
                  <a:pt x="3327728" y="2396252"/>
                </a:lnTo>
                <a:lnTo>
                  <a:pt x="3332138" y="2403886"/>
                </a:lnTo>
                <a:lnTo>
                  <a:pt x="3324504" y="2408296"/>
                </a:lnTo>
                <a:close/>
              </a:path>
              <a:path w="6281419" h="7004050">
                <a:moveTo>
                  <a:pt x="3244588" y="2267990"/>
                </a:moveTo>
                <a:lnTo>
                  <a:pt x="3241124" y="2261994"/>
                </a:lnTo>
                <a:lnTo>
                  <a:pt x="3247121" y="2258529"/>
                </a:lnTo>
                <a:lnTo>
                  <a:pt x="3250585" y="2264532"/>
                </a:lnTo>
                <a:lnTo>
                  <a:pt x="3244588" y="2267990"/>
                </a:lnTo>
                <a:close/>
              </a:path>
              <a:path w="6281419" h="7004050">
                <a:moveTo>
                  <a:pt x="3164559" y="2128116"/>
                </a:moveTo>
                <a:lnTo>
                  <a:pt x="3161729" y="2123211"/>
                </a:lnTo>
                <a:lnTo>
                  <a:pt x="3166634" y="2120374"/>
                </a:lnTo>
                <a:lnTo>
                  <a:pt x="3169464" y="2125286"/>
                </a:lnTo>
                <a:lnTo>
                  <a:pt x="3164559" y="2128116"/>
                </a:lnTo>
                <a:close/>
              </a:path>
              <a:path w="6281419" h="7004050">
                <a:moveTo>
                  <a:pt x="3084529" y="1988241"/>
                </a:moveTo>
                <a:lnTo>
                  <a:pt x="3082320" y="1984421"/>
                </a:lnTo>
                <a:lnTo>
                  <a:pt x="3086140" y="1982219"/>
                </a:lnTo>
                <a:lnTo>
                  <a:pt x="3088349" y="1986039"/>
                </a:lnTo>
                <a:lnTo>
                  <a:pt x="3084529" y="1988241"/>
                </a:lnTo>
                <a:close/>
              </a:path>
              <a:path w="6281419" h="7004050">
                <a:moveTo>
                  <a:pt x="3004499" y="1848367"/>
                </a:moveTo>
                <a:lnTo>
                  <a:pt x="3002925" y="1845639"/>
                </a:lnTo>
                <a:lnTo>
                  <a:pt x="3005654" y="1844065"/>
                </a:lnTo>
                <a:lnTo>
                  <a:pt x="3007228" y="1846793"/>
                </a:lnTo>
                <a:lnTo>
                  <a:pt x="3004499" y="1848367"/>
                </a:lnTo>
                <a:close/>
              </a:path>
              <a:path w="6281419" h="7004050">
                <a:moveTo>
                  <a:pt x="2924470" y="1708493"/>
                </a:moveTo>
                <a:lnTo>
                  <a:pt x="2923524" y="1706849"/>
                </a:lnTo>
                <a:lnTo>
                  <a:pt x="2925155" y="1705910"/>
                </a:lnTo>
                <a:lnTo>
                  <a:pt x="2926100" y="1707547"/>
                </a:lnTo>
                <a:lnTo>
                  <a:pt x="2924470" y="1708493"/>
                </a:lnTo>
                <a:close/>
              </a:path>
              <a:path w="6281419" h="7004050">
                <a:moveTo>
                  <a:pt x="6226023" y="7003925"/>
                </a:moveTo>
                <a:lnTo>
                  <a:pt x="6171179" y="7003925"/>
                </a:lnTo>
                <a:lnTo>
                  <a:pt x="6212312" y="6980175"/>
                </a:lnTo>
                <a:lnTo>
                  <a:pt x="6226023" y="7003925"/>
                </a:lnTo>
                <a:close/>
              </a:path>
              <a:path w="6281419" h="7004050">
                <a:moveTo>
                  <a:pt x="6095993" y="6975739"/>
                </a:moveTo>
                <a:lnTo>
                  <a:pt x="6047520" y="6891782"/>
                </a:lnTo>
                <a:lnTo>
                  <a:pt x="6131471" y="6843309"/>
                </a:lnTo>
                <a:lnTo>
                  <a:pt x="6179944" y="6927266"/>
                </a:lnTo>
                <a:lnTo>
                  <a:pt x="6095993" y="6975739"/>
                </a:lnTo>
                <a:close/>
              </a:path>
              <a:path w="6281419" h="7004050">
                <a:moveTo>
                  <a:pt x="6016306" y="6834571"/>
                </a:moveTo>
                <a:lnTo>
                  <a:pt x="5969412" y="6753348"/>
                </a:lnTo>
                <a:lnTo>
                  <a:pt x="6050635" y="6706448"/>
                </a:lnTo>
                <a:lnTo>
                  <a:pt x="6097535" y="6787677"/>
                </a:lnTo>
                <a:lnTo>
                  <a:pt x="6016306" y="6834571"/>
                </a:lnTo>
                <a:close/>
              </a:path>
              <a:path w="6281419" h="7004050">
                <a:moveTo>
                  <a:pt x="5936733" y="6692983"/>
                </a:moveTo>
                <a:lnTo>
                  <a:pt x="5891724" y="6615016"/>
                </a:lnTo>
                <a:lnTo>
                  <a:pt x="5969678" y="6570007"/>
                </a:lnTo>
                <a:lnTo>
                  <a:pt x="6014694" y="6647975"/>
                </a:lnTo>
                <a:lnTo>
                  <a:pt x="5936733" y="6692983"/>
                </a:lnTo>
                <a:close/>
              </a:path>
              <a:path w="6281419" h="7004050">
                <a:moveTo>
                  <a:pt x="5857166" y="6551383"/>
                </a:moveTo>
                <a:lnTo>
                  <a:pt x="5814048" y="6476696"/>
                </a:lnTo>
                <a:lnTo>
                  <a:pt x="5888735" y="6433571"/>
                </a:lnTo>
                <a:lnTo>
                  <a:pt x="5931853" y="6508258"/>
                </a:lnTo>
                <a:lnTo>
                  <a:pt x="5857166" y="6551383"/>
                </a:lnTo>
                <a:close/>
              </a:path>
              <a:path w="6281419" h="7004050">
                <a:moveTo>
                  <a:pt x="5777365" y="6410645"/>
                </a:moveTo>
                <a:lnTo>
                  <a:pt x="5735504" y="6338141"/>
                </a:lnTo>
                <a:lnTo>
                  <a:pt x="5808008" y="6296280"/>
                </a:lnTo>
                <a:lnTo>
                  <a:pt x="5849869" y="6368784"/>
                </a:lnTo>
                <a:lnTo>
                  <a:pt x="5777365" y="6410645"/>
                </a:lnTo>
                <a:close/>
              </a:path>
              <a:path w="6281419" h="7004050">
                <a:moveTo>
                  <a:pt x="5697678" y="6269483"/>
                </a:moveTo>
                <a:lnTo>
                  <a:pt x="5657390" y="6199701"/>
                </a:lnTo>
                <a:lnTo>
                  <a:pt x="5727172" y="6159413"/>
                </a:lnTo>
                <a:lnTo>
                  <a:pt x="5767460" y="6229195"/>
                </a:lnTo>
                <a:lnTo>
                  <a:pt x="5697678" y="6269483"/>
                </a:lnTo>
                <a:close/>
              </a:path>
              <a:path w="6281419" h="7004050">
                <a:moveTo>
                  <a:pt x="5618111" y="6127888"/>
                </a:moveTo>
                <a:lnTo>
                  <a:pt x="5579715" y="6061375"/>
                </a:lnTo>
                <a:lnTo>
                  <a:pt x="5646222" y="6022978"/>
                </a:lnTo>
                <a:lnTo>
                  <a:pt x="5684625" y="6089486"/>
                </a:lnTo>
                <a:lnTo>
                  <a:pt x="5618111" y="6127888"/>
                </a:lnTo>
                <a:close/>
              </a:path>
              <a:path w="6281419" h="7004050">
                <a:moveTo>
                  <a:pt x="5538431" y="5986720"/>
                </a:moveTo>
                <a:lnTo>
                  <a:pt x="5501601" y="5922935"/>
                </a:lnTo>
                <a:lnTo>
                  <a:pt x="5565386" y="5886112"/>
                </a:lnTo>
                <a:lnTo>
                  <a:pt x="5602216" y="5949897"/>
                </a:lnTo>
                <a:lnTo>
                  <a:pt x="5538431" y="5986720"/>
                </a:lnTo>
                <a:close/>
              </a:path>
              <a:path w="6281419" h="7004050">
                <a:moveTo>
                  <a:pt x="5458744" y="5845558"/>
                </a:moveTo>
                <a:lnTo>
                  <a:pt x="5423495" y="5784501"/>
                </a:lnTo>
                <a:lnTo>
                  <a:pt x="5484551" y="5749246"/>
                </a:lnTo>
                <a:lnTo>
                  <a:pt x="5519800" y="5810302"/>
                </a:lnTo>
                <a:lnTo>
                  <a:pt x="5458744" y="5845558"/>
                </a:lnTo>
                <a:close/>
              </a:path>
              <a:path w="6281419" h="7004050">
                <a:moveTo>
                  <a:pt x="5379057" y="5704389"/>
                </a:moveTo>
                <a:lnTo>
                  <a:pt x="5345381" y="5646061"/>
                </a:lnTo>
                <a:lnTo>
                  <a:pt x="5403715" y="5612379"/>
                </a:lnTo>
                <a:lnTo>
                  <a:pt x="5437391" y="5670707"/>
                </a:lnTo>
                <a:lnTo>
                  <a:pt x="5379057" y="5704389"/>
                </a:lnTo>
                <a:close/>
              </a:path>
              <a:path w="6281419" h="7004050">
                <a:moveTo>
                  <a:pt x="5299376" y="5563227"/>
                </a:moveTo>
                <a:lnTo>
                  <a:pt x="5267268" y="5507621"/>
                </a:lnTo>
                <a:lnTo>
                  <a:pt x="5322880" y="5475513"/>
                </a:lnTo>
                <a:lnTo>
                  <a:pt x="5354981" y="5531125"/>
                </a:lnTo>
                <a:lnTo>
                  <a:pt x="5299376" y="5563227"/>
                </a:lnTo>
                <a:close/>
              </a:path>
              <a:path w="6281419" h="7004050">
                <a:moveTo>
                  <a:pt x="5219575" y="5422496"/>
                </a:moveTo>
                <a:lnTo>
                  <a:pt x="5188729" y="5369066"/>
                </a:lnTo>
                <a:lnTo>
                  <a:pt x="5242152" y="5338220"/>
                </a:lnTo>
                <a:lnTo>
                  <a:pt x="5272998" y="5391650"/>
                </a:lnTo>
                <a:lnTo>
                  <a:pt x="5219575" y="5422496"/>
                </a:lnTo>
                <a:close/>
              </a:path>
              <a:path w="6281419" h="7004050">
                <a:moveTo>
                  <a:pt x="5139887" y="5281327"/>
                </a:moveTo>
                <a:lnTo>
                  <a:pt x="5110616" y="5230626"/>
                </a:lnTo>
                <a:lnTo>
                  <a:pt x="5161317" y="5201354"/>
                </a:lnTo>
                <a:lnTo>
                  <a:pt x="5190588" y="5252055"/>
                </a:lnTo>
                <a:lnTo>
                  <a:pt x="5139887" y="5281327"/>
                </a:lnTo>
                <a:close/>
              </a:path>
              <a:path w="6281419" h="7004050">
                <a:moveTo>
                  <a:pt x="5060321" y="5139726"/>
                </a:moveTo>
                <a:lnTo>
                  <a:pt x="5032940" y="5092306"/>
                </a:lnTo>
                <a:lnTo>
                  <a:pt x="5080367" y="5064919"/>
                </a:lnTo>
                <a:lnTo>
                  <a:pt x="5107748" y="5112345"/>
                </a:lnTo>
                <a:lnTo>
                  <a:pt x="5060321" y="5139726"/>
                </a:lnTo>
                <a:close/>
              </a:path>
              <a:path w="6281419" h="7004050">
                <a:moveTo>
                  <a:pt x="4980640" y="4998570"/>
                </a:moveTo>
                <a:lnTo>
                  <a:pt x="4954827" y="4953860"/>
                </a:lnTo>
                <a:lnTo>
                  <a:pt x="4999531" y="4928052"/>
                </a:lnTo>
                <a:lnTo>
                  <a:pt x="5025345" y="4972757"/>
                </a:lnTo>
                <a:lnTo>
                  <a:pt x="4980640" y="4998570"/>
                </a:lnTo>
                <a:close/>
              </a:path>
              <a:path w="6281419" h="7004050">
                <a:moveTo>
                  <a:pt x="4900833" y="4857827"/>
                </a:moveTo>
                <a:lnTo>
                  <a:pt x="4876289" y="4815312"/>
                </a:lnTo>
                <a:lnTo>
                  <a:pt x="4918810" y="4790760"/>
                </a:lnTo>
                <a:lnTo>
                  <a:pt x="4943354" y="4833275"/>
                </a:lnTo>
                <a:lnTo>
                  <a:pt x="4900833" y="4857827"/>
                </a:lnTo>
                <a:close/>
              </a:path>
              <a:path w="6281419" h="7004050">
                <a:moveTo>
                  <a:pt x="4821038" y="4717095"/>
                </a:moveTo>
                <a:lnTo>
                  <a:pt x="4797744" y="4676750"/>
                </a:lnTo>
                <a:lnTo>
                  <a:pt x="4838089" y="4653462"/>
                </a:lnTo>
                <a:lnTo>
                  <a:pt x="4861377" y="4693801"/>
                </a:lnTo>
                <a:lnTo>
                  <a:pt x="4821038" y="4717095"/>
                </a:lnTo>
                <a:close/>
              </a:path>
              <a:path w="6281419" h="7004050">
                <a:moveTo>
                  <a:pt x="4741237" y="4576358"/>
                </a:moveTo>
                <a:lnTo>
                  <a:pt x="4719205" y="4538202"/>
                </a:lnTo>
                <a:lnTo>
                  <a:pt x="4757367" y="4516171"/>
                </a:lnTo>
                <a:lnTo>
                  <a:pt x="4779399" y="4554327"/>
                </a:lnTo>
                <a:lnTo>
                  <a:pt x="4741237" y="4576358"/>
                </a:lnTo>
                <a:close/>
              </a:path>
              <a:path w="6281419" h="7004050">
                <a:moveTo>
                  <a:pt x="4661550" y="4435196"/>
                </a:moveTo>
                <a:lnTo>
                  <a:pt x="4641092" y="4399756"/>
                </a:lnTo>
                <a:lnTo>
                  <a:pt x="4676525" y="4379298"/>
                </a:lnTo>
                <a:lnTo>
                  <a:pt x="4696983" y="4414737"/>
                </a:lnTo>
                <a:lnTo>
                  <a:pt x="4661550" y="4435196"/>
                </a:lnTo>
                <a:close/>
              </a:path>
              <a:path w="6281419" h="7004050">
                <a:moveTo>
                  <a:pt x="4581755" y="4294458"/>
                </a:moveTo>
                <a:lnTo>
                  <a:pt x="4562553" y="4261201"/>
                </a:lnTo>
                <a:lnTo>
                  <a:pt x="4595810" y="4242006"/>
                </a:lnTo>
                <a:lnTo>
                  <a:pt x="4615006" y="4275257"/>
                </a:lnTo>
                <a:lnTo>
                  <a:pt x="4581755" y="4294458"/>
                </a:lnTo>
                <a:close/>
              </a:path>
              <a:path w="6281419" h="7004050">
                <a:moveTo>
                  <a:pt x="4502068" y="4153290"/>
                </a:moveTo>
                <a:lnTo>
                  <a:pt x="4484447" y="4122761"/>
                </a:lnTo>
                <a:lnTo>
                  <a:pt x="4514968" y="4105140"/>
                </a:lnTo>
                <a:lnTo>
                  <a:pt x="4532596" y="4135668"/>
                </a:lnTo>
                <a:lnTo>
                  <a:pt x="4502068" y="4153290"/>
                </a:lnTo>
                <a:close/>
              </a:path>
              <a:path w="6281419" h="7004050">
                <a:moveTo>
                  <a:pt x="4422152" y="4012990"/>
                </a:moveTo>
                <a:lnTo>
                  <a:pt x="4405470" y="3984099"/>
                </a:lnTo>
                <a:lnTo>
                  <a:pt x="4434361" y="3967417"/>
                </a:lnTo>
                <a:lnTo>
                  <a:pt x="4451043" y="3996308"/>
                </a:lnTo>
                <a:lnTo>
                  <a:pt x="4422152" y="4012990"/>
                </a:lnTo>
                <a:close/>
              </a:path>
              <a:path w="6281419" h="7004050">
                <a:moveTo>
                  <a:pt x="4342236" y="3872684"/>
                </a:moveTo>
                <a:lnTo>
                  <a:pt x="4326499" y="3845424"/>
                </a:lnTo>
                <a:lnTo>
                  <a:pt x="4353754" y="3829687"/>
                </a:lnTo>
                <a:lnTo>
                  <a:pt x="4369490" y="3856947"/>
                </a:lnTo>
                <a:lnTo>
                  <a:pt x="4342236" y="3872684"/>
                </a:lnTo>
                <a:close/>
              </a:path>
              <a:path w="6281419" h="7004050">
                <a:moveTo>
                  <a:pt x="4262549" y="3731516"/>
                </a:moveTo>
                <a:lnTo>
                  <a:pt x="4248386" y="3706984"/>
                </a:lnTo>
                <a:lnTo>
                  <a:pt x="4272918" y="3692820"/>
                </a:lnTo>
                <a:lnTo>
                  <a:pt x="4287081" y="3717352"/>
                </a:lnTo>
                <a:lnTo>
                  <a:pt x="4262549" y="3731516"/>
                </a:lnTo>
                <a:close/>
              </a:path>
              <a:path w="6281419" h="7004050">
                <a:moveTo>
                  <a:pt x="4182640" y="3591216"/>
                </a:moveTo>
                <a:lnTo>
                  <a:pt x="4169416" y="3568315"/>
                </a:lnTo>
                <a:lnTo>
                  <a:pt x="4192317" y="3555092"/>
                </a:lnTo>
                <a:lnTo>
                  <a:pt x="4205535" y="3577992"/>
                </a:lnTo>
                <a:lnTo>
                  <a:pt x="4182640" y="3591216"/>
                </a:lnTo>
                <a:close/>
              </a:path>
              <a:path w="6281419" h="7004050">
                <a:moveTo>
                  <a:pt x="4102845" y="3450479"/>
                </a:moveTo>
                <a:lnTo>
                  <a:pt x="4090884" y="3429761"/>
                </a:lnTo>
                <a:lnTo>
                  <a:pt x="4111596" y="3417800"/>
                </a:lnTo>
                <a:lnTo>
                  <a:pt x="4123557" y="3438518"/>
                </a:lnTo>
                <a:lnTo>
                  <a:pt x="4102845" y="3450479"/>
                </a:lnTo>
                <a:close/>
              </a:path>
              <a:path w="6281419" h="7004050">
                <a:moveTo>
                  <a:pt x="4022923" y="3310173"/>
                </a:moveTo>
                <a:lnTo>
                  <a:pt x="4011907" y="3291092"/>
                </a:lnTo>
                <a:lnTo>
                  <a:pt x="4030988" y="3280076"/>
                </a:lnTo>
                <a:lnTo>
                  <a:pt x="4042004" y="3299157"/>
                </a:lnTo>
                <a:lnTo>
                  <a:pt x="4022923" y="3310173"/>
                </a:lnTo>
                <a:close/>
              </a:path>
              <a:path w="6281419" h="7004050">
                <a:moveTo>
                  <a:pt x="3943128" y="3169436"/>
                </a:moveTo>
                <a:lnTo>
                  <a:pt x="3933369" y="3152538"/>
                </a:lnTo>
                <a:lnTo>
                  <a:pt x="3950267" y="3142784"/>
                </a:lnTo>
                <a:lnTo>
                  <a:pt x="3960026" y="3159682"/>
                </a:lnTo>
                <a:lnTo>
                  <a:pt x="3943128" y="3169436"/>
                </a:lnTo>
                <a:close/>
              </a:path>
              <a:path w="6281419" h="7004050">
                <a:moveTo>
                  <a:pt x="3863212" y="3029130"/>
                </a:moveTo>
                <a:lnTo>
                  <a:pt x="3854399" y="3013869"/>
                </a:lnTo>
                <a:lnTo>
                  <a:pt x="3869660" y="3005055"/>
                </a:lnTo>
                <a:lnTo>
                  <a:pt x="3878473" y="3020316"/>
                </a:lnTo>
                <a:lnTo>
                  <a:pt x="3863212" y="3029130"/>
                </a:lnTo>
                <a:close/>
              </a:path>
              <a:path w="6281419" h="7004050">
                <a:moveTo>
                  <a:pt x="3783291" y="2888830"/>
                </a:moveTo>
                <a:lnTo>
                  <a:pt x="3775422" y="2875200"/>
                </a:lnTo>
                <a:lnTo>
                  <a:pt x="3789052" y="2867332"/>
                </a:lnTo>
                <a:lnTo>
                  <a:pt x="3796921" y="2880962"/>
                </a:lnTo>
                <a:lnTo>
                  <a:pt x="3783291" y="2888830"/>
                </a:lnTo>
                <a:close/>
              </a:path>
              <a:path w="6281419" h="7004050">
                <a:moveTo>
                  <a:pt x="3703496" y="2748093"/>
                </a:moveTo>
                <a:lnTo>
                  <a:pt x="3696884" y="2736639"/>
                </a:lnTo>
                <a:lnTo>
                  <a:pt x="3708331" y="2730034"/>
                </a:lnTo>
                <a:lnTo>
                  <a:pt x="3714943" y="2741481"/>
                </a:lnTo>
                <a:lnTo>
                  <a:pt x="3703496" y="2748093"/>
                </a:lnTo>
                <a:close/>
              </a:path>
              <a:path w="6281419" h="7004050">
                <a:moveTo>
                  <a:pt x="3623580" y="2607787"/>
                </a:moveTo>
                <a:lnTo>
                  <a:pt x="3617913" y="2597970"/>
                </a:lnTo>
                <a:lnTo>
                  <a:pt x="3627724" y="2592304"/>
                </a:lnTo>
                <a:lnTo>
                  <a:pt x="3633390" y="2602121"/>
                </a:lnTo>
                <a:lnTo>
                  <a:pt x="3623580" y="2607787"/>
                </a:lnTo>
                <a:close/>
              </a:path>
              <a:path w="6281419" h="7004050">
                <a:moveTo>
                  <a:pt x="3543549" y="2467907"/>
                </a:moveTo>
                <a:lnTo>
                  <a:pt x="3538511" y="2459188"/>
                </a:lnTo>
                <a:lnTo>
                  <a:pt x="3547236" y="2454156"/>
                </a:lnTo>
                <a:lnTo>
                  <a:pt x="3552268" y="2462874"/>
                </a:lnTo>
                <a:lnTo>
                  <a:pt x="3543549" y="2467907"/>
                </a:lnTo>
                <a:close/>
              </a:path>
              <a:path w="6281419" h="7004050">
                <a:moveTo>
                  <a:pt x="3463520" y="2328032"/>
                </a:moveTo>
                <a:lnTo>
                  <a:pt x="3459110" y="2320399"/>
                </a:lnTo>
                <a:lnTo>
                  <a:pt x="3466744" y="2315995"/>
                </a:lnTo>
                <a:lnTo>
                  <a:pt x="3471154" y="2323628"/>
                </a:lnTo>
                <a:lnTo>
                  <a:pt x="3463520" y="2328032"/>
                </a:lnTo>
                <a:close/>
              </a:path>
              <a:path w="6281419" h="7004050">
                <a:moveTo>
                  <a:pt x="3383604" y="2187732"/>
                </a:moveTo>
                <a:lnTo>
                  <a:pt x="3380140" y="2181730"/>
                </a:lnTo>
                <a:lnTo>
                  <a:pt x="3386136" y="2178271"/>
                </a:lnTo>
                <a:lnTo>
                  <a:pt x="3389601" y="2184268"/>
                </a:lnTo>
                <a:lnTo>
                  <a:pt x="3383604" y="2187732"/>
                </a:lnTo>
                <a:close/>
              </a:path>
              <a:path w="6281419" h="7004050">
                <a:moveTo>
                  <a:pt x="3303575" y="2047858"/>
                </a:moveTo>
                <a:lnTo>
                  <a:pt x="3300738" y="2042946"/>
                </a:lnTo>
                <a:lnTo>
                  <a:pt x="3305650" y="2040116"/>
                </a:lnTo>
                <a:lnTo>
                  <a:pt x="3308480" y="2045022"/>
                </a:lnTo>
                <a:lnTo>
                  <a:pt x="3303575" y="2047858"/>
                </a:lnTo>
                <a:close/>
              </a:path>
              <a:path w="6281419" h="7004050">
                <a:moveTo>
                  <a:pt x="3223545" y="1907984"/>
                </a:moveTo>
                <a:lnTo>
                  <a:pt x="3221336" y="1904164"/>
                </a:lnTo>
                <a:lnTo>
                  <a:pt x="3225156" y="1901955"/>
                </a:lnTo>
                <a:lnTo>
                  <a:pt x="3227365" y="1905775"/>
                </a:lnTo>
                <a:lnTo>
                  <a:pt x="3223545" y="1907984"/>
                </a:lnTo>
                <a:close/>
              </a:path>
              <a:path w="6281419" h="7004050">
                <a:moveTo>
                  <a:pt x="3143509" y="1768109"/>
                </a:moveTo>
                <a:lnTo>
                  <a:pt x="3141935" y="1765381"/>
                </a:lnTo>
                <a:lnTo>
                  <a:pt x="3144663" y="1763807"/>
                </a:lnTo>
                <a:lnTo>
                  <a:pt x="3146237" y="1766535"/>
                </a:lnTo>
                <a:lnTo>
                  <a:pt x="3143509" y="1768109"/>
                </a:lnTo>
                <a:close/>
              </a:path>
              <a:path w="6281419" h="7004050">
                <a:moveTo>
                  <a:pt x="3063485" y="1628228"/>
                </a:moveTo>
                <a:lnTo>
                  <a:pt x="3062540" y="1626591"/>
                </a:lnTo>
                <a:lnTo>
                  <a:pt x="3064171" y="1625646"/>
                </a:lnTo>
                <a:lnTo>
                  <a:pt x="3065116" y="1627289"/>
                </a:lnTo>
                <a:lnTo>
                  <a:pt x="3063485" y="1628228"/>
                </a:lnTo>
                <a:close/>
              </a:path>
              <a:path w="6281419" h="7004050">
                <a:moveTo>
                  <a:pt x="6281130" y="6980403"/>
                </a:moveTo>
                <a:lnTo>
                  <a:pt x="6263354" y="6949615"/>
                </a:lnTo>
                <a:lnTo>
                  <a:pt x="6281130" y="6939352"/>
                </a:lnTo>
                <a:lnTo>
                  <a:pt x="6281130" y="6980403"/>
                </a:lnTo>
                <a:close/>
              </a:path>
              <a:path w="6281419" h="7004050">
                <a:moveTo>
                  <a:pt x="6234659" y="6896764"/>
                </a:moveTo>
                <a:lnTo>
                  <a:pt x="6185247" y="6811181"/>
                </a:lnTo>
                <a:lnTo>
                  <a:pt x="6270835" y="6761763"/>
                </a:lnTo>
                <a:lnTo>
                  <a:pt x="6281130" y="6779595"/>
                </a:lnTo>
                <a:lnTo>
                  <a:pt x="6281130" y="6869935"/>
                </a:lnTo>
                <a:lnTo>
                  <a:pt x="6234659" y="6896764"/>
                </a:lnTo>
                <a:close/>
              </a:path>
              <a:path w="6281419" h="7004050">
                <a:moveTo>
                  <a:pt x="6155086" y="6755170"/>
                </a:moveTo>
                <a:lnTo>
                  <a:pt x="6107558" y="6672849"/>
                </a:lnTo>
                <a:lnTo>
                  <a:pt x="6189879" y="6625321"/>
                </a:lnTo>
                <a:lnTo>
                  <a:pt x="6237407" y="6707642"/>
                </a:lnTo>
                <a:lnTo>
                  <a:pt x="6155086" y="6755170"/>
                </a:lnTo>
                <a:close/>
              </a:path>
              <a:path w="6281419" h="7004050">
                <a:moveTo>
                  <a:pt x="6075398" y="6614007"/>
                </a:moveTo>
                <a:lnTo>
                  <a:pt x="6029451" y="6534416"/>
                </a:lnTo>
                <a:lnTo>
                  <a:pt x="6109043" y="6488461"/>
                </a:lnTo>
                <a:lnTo>
                  <a:pt x="6154997" y="6568053"/>
                </a:lnTo>
                <a:lnTo>
                  <a:pt x="6075398" y="6614007"/>
                </a:lnTo>
                <a:close/>
              </a:path>
              <a:path w="6281419" h="7004050">
                <a:moveTo>
                  <a:pt x="5995833" y="6472414"/>
                </a:moveTo>
                <a:lnTo>
                  <a:pt x="5951769" y="6396090"/>
                </a:lnTo>
                <a:lnTo>
                  <a:pt x="6028093" y="6352026"/>
                </a:lnTo>
                <a:lnTo>
                  <a:pt x="6072157" y="6428350"/>
                </a:lnTo>
                <a:lnTo>
                  <a:pt x="5995833" y="6472414"/>
                </a:lnTo>
                <a:close/>
              </a:path>
              <a:path w="6281419" h="7004050">
                <a:moveTo>
                  <a:pt x="5916152" y="6331245"/>
                </a:moveTo>
                <a:lnTo>
                  <a:pt x="5873662" y="6257649"/>
                </a:lnTo>
                <a:lnTo>
                  <a:pt x="5947251" y="6215160"/>
                </a:lnTo>
                <a:lnTo>
                  <a:pt x="5989741" y="6288755"/>
                </a:lnTo>
                <a:lnTo>
                  <a:pt x="5916152" y="6331245"/>
                </a:lnTo>
                <a:close/>
              </a:path>
              <a:path w="6281419" h="7004050">
                <a:moveTo>
                  <a:pt x="5836465" y="6190083"/>
                </a:moveTo>
                <a:lnTo>
                  <a:pt x="5795548" y="6119209"/>
                </a:lnTo>
                <a:lnTo>
                  <a:pt x="5866415" y="6078293"/>
                </a:lnTo>
                <a:lnTo>
                  <a:pt x="5907331" y="6149166"/>
                </a:lnTo>
                <a:lnTo>
                  <a:pt x="5836465" y="6190083"/>
                </a:lnTo>
                <a:close/>
              </a:path>
              <a:path w="6281419" h="7004050">
                <a:moveTo>
                  <a:pt x="5756784" y="6048920"/>
                </a:moveTo>
                <a:lnTo>
                  <a:pt x="5717435" y="5980769"/>
                </a:lnTo>
                <a:lnTo>
                  <a:pt x="5785580" y="5941427"/>
                </a:lnTo>
                <a:lnTo>
                  <a:pt x="5824922" y="6009578"/>
                </a:lnTo>
                <a:lnTo>
                  <a:pt x="5756784" y="6048920"/>
                </a:lnTo>
                <a:close/>
              </a:path>
              <a:path w="6281419" h="7004050">
                <a:moveTo>
                  <a:pt x="5677212" y="5907319"/>
                </a:moveTo>
                <a:lnTo>
                  <a:pt x="5639760" y="5842443"/>
                </a:lnTo>
                <a:lnTo>
                  <a:pt x="5704630" y="5804992"/>
                </a:lnTo>
                <a:lnTo>
                  <a:pt x="5742088" y="5869862"/>
                </a:lnTo>
                <a:lnTo>
                  <a:pt x="5677212" y="5907319"/>
                </a:lnTo>
                <a:close/>
              </a:path>
              <a:path w="6281419" h="7004050">
                <a:moveTo>
                  <a:pt x="5597530" y="5766151"/>
                </a:moveTo>
                <a:lnTo>
                  <a:pt x="5561646" y="5704003"/>
                </a:lnTo>
                <a:lnTo>
                  <a:pt x="5623794" y="5668125"/>
                </a:lnTo>
                <a:lnTo>
                  <a:pt x="5659672" y="5730273"/>
                </a:lnTo>
                <a:lnTo>
                  <a:pt x="5597530" y="5766151"/>
                </a:lnTo>
                <a:close/>
              </a:path>
              <a:path w="6281419" h="7004050">
                <a:moveTo>
                  <a:pt x="5517843" y="5624995"/>
                </a:moveTo>
                <a:lnTo>
                  <a:pt x="5483539" y="5565568"/>
                </a:lnTo>
                <a:lnTo>
                  <a:pt x="5542958" y="5531265"/>
                </a:lnTo>
                <a:lnTo>
                  <a:pt x="5577269" y="5590684"/>
                </a:lnTo>
                <a:lnTo>
                  <a:pt x="5517843" y="5624995"/>
                </a:lnTo>
                <a:close/>
              </a:path>
              <a:path w="6281419" h="7004050">
                <a:moveTo>
                  <a:pt x="5438162" y="5483826"/>
                </a:moveTo>
                <a:lnTo>
                  <a:pt x="5405425" y="5427129"/>
                </a:lnTo>
                <a:lnTo>
                  <a:pt x="5462122" y="5394399"/>
                </a:lnTo>
                <a:lnTo>
                  <a:pt x="5494853" y="5451089"/>
                </a:lnTo>
                <a:lnTo>
                  <a:pt x="5438162" y="5483826"/>
                </a:lnTo>
                <a:close/>
              </a:path>
              <a:path w="6281419" h="7004050">
                <a:moveTo>
                  <a:pt x="5358474" y="5342657"/>
                </a:moveTo>
                <a:lnTo>
                  <a:pt x="5327312" y="5288689"/>
                </a:lnTo>
                <a:lnTo>
                  <a:pt x="5381286" y="5257532"/>
                </a:lnTo>
                <a:lnTo>
                  <a:pt x="5412443" y="5311501"/>
                </a:lnTo>
                <a:lnTo>
                  <a:pt x="5358474" y="5342657"/>
                </a:lnTo>
                <a:close/>
              </a:path>
              <a:path w="6281419" h="7004050">
                <a:moveTo>
                  <a:pt x="5278788" y="5201495"/>
                </a:moveTo>
                <a:lnTo>
                  <a:pt x="5249205" y="5150248"/>
                </a:lnTo>
                <a:lnTo>
                  <a:pt x="5300445" y="5120659"/>
                </a:lnTo>
                <a:lnTo>
                  <a:pt x="5330034" y="5171906"/>
                </a:lnTo>
                <a:lnTo>
                  <a:pt x="5278788" y="5201495"/>
                </a:lnTo>
                <a:close/>
              </a:path>
              <a:path w="6281419" h="7004050">
                <a:moveTo>
                  <a:pt x="5199106" y="5060332"/>
                </a:moveTo>
                <a:lnTo>
                  <a:pt x="5171091" y="5011815"/>
                </a:lnTo>
                <a:lnTo>
                  <a:pt x="5219615" y="4983799"/>
                </a:lnTo>
                <a:lnTo>
                  <a:pt x="5247624" y="5032317"/>
                </a:lnTo>
                <a:lnTo>
                  <a:pt x="5199106" y="5060332"/>
                </a:lnTo>
                <a:close/>
              </a:path>
              <a:path w="6281419" h="7004050">
                <a:moveTo>
                  <a:pt x="5119419" y="4919164"/>
                </a:moveTo>
                <a:lnTo>
                  <a:pt x="5092984" y="4873374"/>
                </a:lnTo>
                <a:lnTo>
                  <a:pt x="5138773" y="4846933"/>
                </a:lnTo>
                <a:lnTo>
                  <a:pt x="5165215" y="4892728"/>
                </a:lnTo>
                <a:lnTo>
                  <a:pt x="5119419" y="4919164"/>
                </a:lnTo>
                <a:close/>
              </a:path>
              <a:path w="6281419" h="7004050">
                <a:moveTo>
                  <a:pt x="5039732" y="4778001"/>
                </a:moveTo>
                <a:lnTo>
                  <a:pt x="5014871" y="4734934"/>
                </a:lnTo>
                <a:lnTo>
                  <a:pt x="5057938" y="4710066"/>
                </a:lnTo>
                <a:lnTo>
                  <a:pt x="5082799" y="4753133"/>
                </a:lnTo>
                <a:lnTo>
                  <a:pt x="5039732" y="4778001"/>
                </a:lnTo>
                <a:close/>
              </a:path>
              <a:path w="6281419" h="7004050">
                <a:moveTo>
                  <a:pt x="4959931" y="4637264"/>
                </a:moveTo>
                <a:lnTo>
                  <a:pt x="4936326" y="4596380"/>
                </a:lnTo>
                <a:lnTo>
                  <a:pt x="4977217" y="4572774"/>
                </a:lnTo>
                <a:lnTo>
                  <a:pt x="5000822" y="4613658"/>
                </a:lnTo>
                <a:lnTo>
                  <a:pt x="4959931" y="4637264"/>
                </a:lnTo>
                <a:close/>
              </a:path>
              <a:path w="6281419" h="7004050">
                <a:moveTo>
                  <a:pt x="4880130" y="4496533"/>
                </a:moveTo>
                <a:lnTo>
                  <a:pt x="4857781" y="4457825"/>
                </a:lnTo>
                <a:lnTo>
                  <a:pt x="4896495" y="4435476"/>
                </a:lnTo>
                <a:lnTo>
                  <a:pt x="4918844" y="4474184"/>
                </a:lnTo>
                <a:lnTo>
                  <a:pt x="4880130" y="4496533"/>
                </a:lnTo>
                <a:close/>
              </a:path>
              <a:path w="6281419" h="7004050">
                <a:moveTo>
                  <a:pt x="4800449" y="4355364"/>
                </a:moveTo>
                <a:lnTo>
                  <a:pt x="4779674" y="4319391"/>
                </a:lnTo>
                <a:lnTo>
                  <a:pt x="4815659" y="4298616"/>
                </a:lnTo>
                <a:lnTo>
                  <a:pt x="4836428" y="4334589"/>
                </a:lnTo>
                <a:lnTo>
                  <a:pt x="4800449" y="4355364"/>
                </a:lnTo>
                <a:close/>
              </a:path>
              <a:path w="6281419" h="7004050">
                <a:moveTo>
                  <a:pt x="4720648" y="4214633"/>
                </a:moveTo>
                <a:lnTo>
                  <a:pt x="4701136" y="4180831"/>
                </a:lnTo>
                <a:lnTo>
                  <a:pt x="4734932" y="4161318"/>
                </a:lnTo>
                <a:lnTo>
                  <a:pt x="4754450" y="4195120"/>
                </a:lnTo>
                <a:lnTo>
                  <a:pt x="4720648" y="4214633"/>
                </a:lnTo>
                <a:close/>
              </a:path>
              <a:path w="6281419" h="7004050">
                <a:moveTo>
                  <a:pt x="4640966" y="4073464"/>
                </a:moveTo>
                <a:lnTo>
                  <a:pt x="4623022" y="4042390"/>
                </a:lnTo>
                <a:lnTo>
                  <a:pt x="4654096" y="4024452"/>
                </a:lnTo>
                <a:lnTo>
                  <a:pt x="4672034" y="4055526"/>
                </a:lnTo>
                <a:lnTo>
                  <a:pt x="4640966" y="4073464"/>
                </a:lnTo>
                <a:close/>
              </a:path>
              <a:path w="6281419" h="7004050">
                <a:moveTo>
                  <a:pt x="4561052" y="3933158"/>
                </a:moveTo>
                <a:lnTo>
                  <a:pt x="4544052" y="3903715"/>
                </a:lnTo>
                <a:lnTo>
                  <a:pt x="4573495" y="3886721"/>
                </a:lnTo>
                <a:lnTo>
                  <a:pt x="4590489" y="3916158"/>
                </a:lnTo>
                <a:lnTo>
                  <a:pt x="4561052" y="3933158"/>
                </a:lnTo>
                <a:close/>
              </a:path>
              <a:path w="6281419" h="7004050">
                <a:moveTo>
                  <a:pt x="4481250" y="3792421"/>
                </a:moveTo>
                <a:lnTo>
                  <a:pt x="4465513" y="3765167"/>
                </a:lnTo>
                <a:lnTo>
                  <a:pt x="4492768" y="3749430"/>
                </a:lnTo>
                <a:lnTo>
                  <a:pt x="4508504" y="3776684"/>
                </a:lnTo>
                <a:lnTo>
                  <a:pt x="4481250" y="3792421"/>
                </a:lnTo>
                <a:close/>
              </a:path>
              <a:path w="6281419" h="7004050">
                <a:moveTo>
                  <a:pt x="4401563" y="3651258"/>
                </a:moveTo>
                <a:lnTo>
                  <a:pt x="4387400" y="3626726"/>
                </a:lnTo>
                <a:lnTo>
                  <a:pt x="4411932" y="3612563"/>
                </a:lnTo>
                <a:lnTo>
                  <a:pt x="4426095" y="3637095"/>
                </a:lnTo>
                <a:lnTo>
                  <a:pt x="4401563" y="3651258"/>
                </a:lnTo>
                <a:close/>
              </a:path>
              <a:path w="6281419" h="7004050">
                <a:moveTo>
                  <a:pt x="4321654" y="3510952"/>
                </a:moveTo>
                <a:lnTo>
                  <a:pt x="4308430" y="3488051"/>
                </a:lnTo>
                <a:lnTo>
                  <a:pt x="4331325" y="3474834"/>
                </a:lnTo>
                <a:lnTo>
                  <a:pt x="4344543" y="3497735"/>
                </a:lnTo>
                <a:lnTo>
                  <a:pt x="4321654" y="3510952"/>
                </a:lnTo>
                <a:close/>
              </a:path>
              <a:path w="6281419" h="7004050">
                <a:moveTo>
                  <a:pt x="4241738" y="3370646"/>
                </a:moveTo>
                <a:lnTo>
                  <a:pt x="4229460" y="3349383"/>
                </a:lnTo>
                <a:lnTo>
                  <a:pt x="4250724" y="3337110"/>
                </a:lnTo>
                <a:lnTo>
                  <a:pt x="4262996" y="3358368"/>
                </a:lnTo>
                <a:lnTo>
                  <a:pt x="4241738" y="3370646"/>
                </a:lnTo>
                <a:close/>
              </a:path>
              <a:path w="6281419" h="7004050">
                <a:moveTo>
                  <a:pt x="4161937" y="3229909"/>
                </a:moveTo>
                <a:lnTo>
                  <a:pt x="4150921" y="3210835"/>
                </a:lnTo>
                <a:lnTo>
                  <a:pt x="4169996" y="3199818"/>
                </a:lnTo>
                <a:lnTo>
                  <a:pt x="4181012" y="3218893"/>
                </a:lnTo>
                <a:lnTo>
                  <a:pt x="4161937" y="3229909"/>
                </a:lnTo>
                <a:close/>
              </a:path>
              <a:path w="6281419" h="7004050">
                <a:moveTo>
                  <a:pt x="4082021" y="3089609"/>
                </a:moveTo>
                <a:lnTo>
                  <a:pt x="4071951" y="3072159"/>
                </a:lnTo>
                <a:lnTo>
                  <a:pt x="4089389" y="3062089"/>
                </a:lnTo>
                <a:lnTo>
                  <a:pt x="4099465" y="3079539"/>
                </a:lnTo>
                <a:lnTo>
                  <a:pt x="4082021" y="3089609"/>
                </a:lnTo>
                <a:close/>
              </a:path>
              <a:path w="6281419" h="7004050">
                <a:moveTo>
                  <a:pt x="4002220" y="2948872"/>
                </a:moveTo>
                <a:lnTo>
                  <a:pt x="3993407" y="2933611"/>
                </a:lnTo>
                <a:lnTo>
                  <a:pt x="4008674" y="2924797"/>
                </a:lnTo>
                <a:lnTo>
                  <a:pt x="4017481" y="2940058"/>
                </a:lnTo>
                <a:lnTo>
                  <a:pt x="4002220" y="2948872"/>
                </a:lnTo>
                <a:close/>
              </a:path>
              <a:path w="6281419" h="7004050">
                <a:moveTo>
                  <a:pt x="3922305" y="2808566"/>
                </a:moveTo>
                <a:lnTo>
                  <a:pt x="3914436" y="2794936"/>
                </a:lnTo>
                <a:lnTo>
                  <a:pt x="3928066" y="2787068"/>
                </a:lnTo>
                <a:lnTo>
                  <a:pt x="3935935" y="2800698"/>
                </a:lnTo>
                <a:lnTo>
                  <a:pt x="3922305" y="2808566"/>
                </a:lnTo>
                <a:close/>
              </a:path>
              <a:path w="6281419" h="7004050">
                <a:moveTo>
                  <a:pt x="3842389" y="2668260"/>
                </a:moveTo>
                <a:lnTo>
                  <a:pt x="3835466" y="2656267"/>
                </a:lnTo>
                <a:lnTo>
                  <a:pt x="3847459" y="2649344"/>
                </a:lnTo>
                <a:lnTo>
                  <a:pt x="3854382" y="2661337"/>
                </a:lnTo>
                <a:lnTo>
                  <a:pt x="3842389" y="2668260"/>
                </a:lnTo>
                <a:close/>
              </a:path>
              <a:path w="6281419" h="7004050">
                <a:moveTo>
                  <a:pt x="3762588" y="2527530"/>
                </a:moveTo>
                <a:lnTo>
                  <a:pt x="3756921" y="2517713"/>
                </a:lnTo>
                <a:lnTo>
                  <a:pt x="3766738" y="2512046"/>
                </a:lnTo>
                <a:lnTo>
                  <a:pt x="3772404" y="2521863"/>
                </a:lnTo>
                <a:lnTo>
                  <a:pt x="3762588" y="2527530"/>
                </a:lnTo>
                <a:close/>
              </a:path>
              <a:path w="6281419" h="7004050">
                <a:moveTo>
                  <a:pt x="3682557" y="2387649"/>
                </a:moveTo>
                <a:lnTo>
                  <a:pt x="3677519" y="2378930"/>
                </a:lnTo>
                <a:lnTo>
                  <a:pt x="3686250" y="2373892"/>
                </a:lnTo>
                <a:lnTo>
                  <a:pt x="3691282" y="2382611"/>
                </a:lnTo>
                <a:lnTo>
                  <a:pt x="3682557" y="2387649"/>
                </a:lnTo>
                <a:close/>
              </a:path>
              <a:path w="6281419" h="7004050">
                <a:moveTo>
                  <a:pt x="3602535" y="2247775"/>
                </a:moveTo>
                <a:lnTo>
                  <a:pt x="3598124" y="2240141"/>
                </a:lnTo>
                <a:lnTo>
                  <a:pt x="3605758" y="2235731"/>
                </a:lnTo>
                <a:lnTo>
                  <a:pt x="3610162" y="2243364"/>
                </a:lnTo>
                <a:lnTo>
                  <a:pt x="3602535" y="2247775"/>
                </a:lnTo>
                <a:close/>
              </a:path>
              <a:path w="6281419" h="7004050">
                <a:moveTo>
                  <a:pt x="3522498" y="2107900"/>
                </a:moveTo>
                <a:lnTo>
                  <a:pt x="3518723" y="2101358"/>
                </a:lnTo>
                <a:lnTo>
                  <a:pt x="3525264" y="2097582"/>
                </a:lnTo>
                <a:lnTo>
                  <a:pt x="3529040" y="2104124"/>
                </a:lnTo>
                <a:lnTo>
                  <a:pt x="3522498" y="2107900"/>
                </a:lnTo>
                <a:close/>
              </a:path>
              <a:path w="6281419" h="7004050">
                <a:moveTo>
                  <a:pt x="3442589" y="1967594"/>
                </a:moveTo>
                <a:lnTo>
                  <a:pt x="3439753" y="1962689"/>
                </a:lnTo>
                <a:lnTo>
                  <a:pt x="3444665" y="1959853"/>
                </a:lnTo>
                <a:lnTo>
                  <a:pt x="3447495" y="1964764"/>
                </a:lnTo>
                <a:lnTo>
                  <a:pt x="3442589" y="1967594"/>
                </a:lnTo>
                <a:close/>
              </a:path>
              <a:path w="6281419" h="7004050">
                <a:moveTo>
                  <a:pt x="3362559" y="1827720"/>
                </a:moveTo>
                <a:lnTo>
                  <a:pt x="3360351" y="1823900"/>
                </a:lnTo>
                <a:lnTo>
                  <a:pt x="3364164" y="1821698"/>
                </a:lnTo>
                <a:lnTo>
                  <a:pt x="3366373" y="1825518"/>
                </a:lnTo>
                <a:lnTo>
                  <a:pt x="3362559" y="1827720"/>
                </a:lnTo>
                <a:close/>
              </a:path>
              <a:path w="6281419" h="7004050">
                <a:moveTo>
                  <a:pt x="3282523" y="1687845"/>
                </a:moveTo>
                <a:lnTo>
                  <a:pt x="3280949" y="1685123"/>
                </a:lnTo>
                <a:lnTo>
                  <a:pt x="3283678" y="1683549"/>
                </a:lnTo>
                <a:lnTo>
                  <a:pt x="3285252" y="1686272"/>
                </a:lnTo>
                <a:lnTo>
                  <a:pt x="3282523" y="1687845"/>
                </a:lnTo>
                <a:close/>
              </a:path>
              <a:path w="6281419" h="7004050">
                <a:moveTo>
                  <a:pt x="3202494" y="1547971"/>
                </a:moveTo>
                <a:lnTo>
                  <a:pt x="3201548" y="1546334"/>
                </a:lnTo>
                <a:lnTo>
                  <a:pt x="3203185" y="1545388"/>
                </a:lnTo>
                <a:lnTo>
                  <a:pt x="3204131" y="1547025"/>
                </a:lnTo>
                <a:lnTo>
                  <a:pt x="3202494" y="1547971"/>
                </a:lnTo>
                <a:close/>
              </a:path>
              <a:path w="6281419" h="7004050">
                <a:moveTo>
                  <a:pt x="6281130" y="6654342"/>
                </a:moveTo>
                <a:lnTo>
                  <a:pt x="6245285" y="6592250"/>
                </a:lnTo>
                <a:lnTo>
                  <a:pt x="6281130" y="6571555"/>
                </a:lnTo>
                <a:lnTo>
                  <a:pt x="6281130" y="6654342"/>
                </a:lnTo>
                <a:close/>
              </a:path>
              <a:path w="6281419" h="7004050">
                <a:moveTo>
                  <a:pt x="6214186" y="6534607"/>
                </a:moveTo>
                <a:lnTo>
                  <a:pt x="6167604" y="6453923"/>
                </a:lnTo>
                <a:lnTo>
                  <a:pt x="6248287" y="6407340"/>
                </a:lnTo>
                <a:lnTo>
                  <a:pt x="6281130" y="6464226"/>
                </a:lnTo>
                <a:lnTo>
                  <a:pt x="6281130" y="6495957"/>
                </a:lnTo>
                <a:lnTo>
                  <a:pt x="6214186" y="6534607"/>
                </a:lnTo>
                <a:close/>
              </a:path>
              <a:path w="6281419" h="7004050">
                <a:moveTo>
                  <a:pt x="6134614" y="6393013"/>
                </a:moveTo>
                <a:lnTo>
                  <a:pt x="6089922" y="6315597"/>
                </a:lnTo>
                <a:lnTo>
                  <a:pt x="6167331" y="6270906"/>
                </a:lnTo>
                <a:lnTo>
                  <a:pt x="6212029" y="6348322"/>
                </a:lnTo>
                <a:lnTo>
                  <a:pt x="6134614" y="6393013"/>
                </a:lnTo>
                <a:close/>
              </a:path>
              <a:path w="6281419" h="7004050">
                <a:moveTo>
                  <a:pt x="6055047" y="6251419"/>
                </a:moveTo>
                <a:lnTo>
                  <a:pt x="6012240" y="6177278"/>
                </a:lnTo>
                <a:lnTo>
                  <a:pt x="6086387" y="6134471"/>
                </a:lnTo>
                <a:lnTo>
                  <a:pt x="6129194" y="6208612"/>
                </a:lnTo>
                <a:lnTo>
                  <a:pt x="6055047" y="6251419"/>
                </a:lnTo>
                <a:close/>
              </a:path>
              <a:path w="6281419" h="7004050">
                <a:moveTo>
                  <a:pt x="5975247" y="6110688"/>
                </a:moveTo>
                <a:lnTo>
                  <a:pt x="5933702" y="6038723"/>
                </a:lnTo>
                <a:lnTo>
                  <a:pt x="6005660" y="5997179"/>
                </a:lnTo>
                <a:lnTo>
                  <a:pt x="6047211" y="6069138"/>
                </a:lnTo>
                <a:lnTo>
                  <a:pt x="5975247" y="6110688"/>
                </a:lnTo>
                <a:close/>
              </a:path>
              <a:path w="6281419" h="7004050">
                <a:moveTo>
                  <a:pt x="5895559" y="5969519"/>
                </a:moveTo>
                <a:lnTo>
                  <a:pt x="5855588" y="5900283"/>
                </a:lnTo>
                <a:lnTo>
                  <a:pt x="5924824" y="5860306"/>
                </a:lnTo>
                <a:lnTo>
                  <a:pt x="5964795" y="5929549"/>
                </a:lnTo>
                <a:lnTo>
                  <a:pt x="5895559" y="5969519"/>
                </a:lnTo>
                <a:close/>
              </a:path>
              <a:path w="6281419" h="7004050">
                <a:moveTo>
                  <a:pt x="5815992" y="5827919"/>
                </a:moveTo>
                <a:lnTo>
                  <a:pt x="5777907" y="5761957"/>
                </a:lnTo>
                <a:lnTo>
                  <a:pt x="5843875" y="5723871"/>
                </a:lnTo>
                <a:lnTo>
                  <a:pt x="5881960" y="5789833"/>
                </a:lnTo>
                <a:lnTo>
                  <a:pt x="5815992" y="5827919"/>
                </a:lnTo>
                <a:close/>
              </a:path>
              <a:path w="6281419" h="7004050">
                <a:moveTo>
                  <a:pt x="5736426" y="5686325"/>
                </a:moveTo>
                <a:lnTo>
                  <a:pt x="5700231" y="5623631"/>
                </a:lnTo>
                <a:lnTo>
                  <a:pt x="5762925" y="5587436"/>
                </a:lnTo>
                <a:lnTo>
                  <a:pt x="5799120" y="5650130"/>
                </a:lnTo>
                <a:lnTo>
                  <a:pt x="5736426" y="5686325"/>
                </a:lnTo>
                <a:close/>
              </a:path>
              <a:path w="6281419" h="7004050">
                <a:moveTo>
                  <a:pt x="5656739" y="5545156"/>
                </a:moveTo>
                <a:lnTo>
                  <a:pt x="5622118" y="5485191"/>
                </a:lnTo>
                <a:lnTo>
                  <a:pt x="5682083" y="5450570"/>
                </a:lnTo>
                <a:lnTo>
                  <a:pt x="5716704" y="5510535"/>
                </a:lnTo>
                <a:lnTo>
                  <a:pt x="5656739" y="5545156"/>
                </a:lnTo>
                <a:close/>
              </a:path>
              <a:path w="6281419" h="7004050">
                <a:moveTo>
                  <a:pt x="5577058" y="5404000"/>
                </a:moveTo>
                <a:lnTo>
                  <a:pt x="5544010" y="5346751"/>
                </a:lnTo>
                <a:lnTo>
                  <a:pt x="5601247" y="5313703"/>
                </a:lnTo>
                <a:lnTo>
                  <a:pt x="5634301" y="5370952"/>
                </a:lnTo>
                <a:lnTo>
                  <a:pt x="5577058" y="5404000"/>
                </a:lnTo>
                <a:close/>
              </a:path>
              <a:path w="6281419" h="7004050">
                <a:moveTo>
                  <a:pt x="5497371" y="5262831"/>
                </a:moveTo>
                <a:lnTo>
                  <a:pt x="5465897" y="5208311"/>
                </a:lnTo>
                <a:lnTo>
                  <a:pt x="5520412" y="5176837"/>
                </a:lnTo>
                <a:lnTo>
                  <a:pt x="5551885" y="5231358"/>
                </a:lnTo>
                <a:lnTo>
                  <a:pt x="5497371" y="5262831"/>
                </a:lnTo>
                <a:close/>
              </a:path>
              <a:path w="6281419" h="7004050">
                <a:moveTo>
                  <a:pt x="5417690" y="5121663"/>
                </a:moveTo>
                <a:lnTo>
                  <a:pt x="5387790" y="5069877"/>
                </a:lnTo>
                <a:lnTo>
                  <a:pt x="5439576" y="5039976"/>
                </a:lnTo>
                <a:lnTo>
                  <a:pt x="5469476" y="5091763"/>
                </a:lnTo>
                <a:lnTo>
                  <a:pt x="5417690" y="5121663"/>
                </a:lnTo>
                <a:close/>
              </a:path>
              <a:path w="6281419" h="7004050">
                <a:moveTo>
                  <a:pt x="5338003" y="4980500"/>
                </a:moveTo>
                <a:lnTo>
                  <a:pt x="5309677" y="4931436"/>
                </a:lnTo>
                <a:lnTo>
                  <a:pt x="5358740" y="4903110"/>
                </a:lnTo>
                <a:lnTo>
                  <a:pt x="5387067" y="4952174"/>
                </a:lnTo>
                <a:lnTo>
                  <a:pt x="5338003" y="4980500"/>
                </a:lnTo>
                <a:close/>
              </a:path>
              <a:path w="6281419" h="7004050">
                <a:moveTo>
                  <a:pt x="5258316" y="4839332"/>
                </a:moveTo>
                <a:lnTo>
                  <a:pt x="5231563" y="4792997"/>
                </a:lnTo>
                <a:lnTo>
                  <a:pt x="5277904" y="4766244"/>
                </a:lnTo>
                <a:lnTo>
                  <a:pt x="5304657" y="4812579"/>
                </a:lnTo>
                <a:lnTo>
                  <a:pt x="5258316" y="4839332"/>
                </a:lnTo>
                <a:close/>
              </a:path>
              <a:path w="6281419" h="7004050">
                <a:moveTo>
                  <a:pt x="5178635" y="4698169"/>
                </a:moveTo>
                <a:lnTo>
                  <a:pt x="5153449" y="4654556"/>
                </a:lnTo>
                <a:lnTo>
                  <a:pt x="5197062" y="4629377"/>
                </a:lnTo>
                <a:lnTo>
                  <a:pt x="5222248" y="4672990"/>
                </a:lnTo>
                <a:lnTo>
                  <a:pt x="5178635" y="4698169"/>
                </a:lnTo>
                <a:close/>
              </a:path>
              <a:path w="6281419" h="7004050">
                <a:moveTo>
                  <a:pt x="5098827" y="4557432"/>
                </a:moveTo>
                <a:lnTo>
                  <a:pt x="5074911" y="4516002"/>
                </a:lnTo>
                <a:lnTo>
                  <a:pt x="5116347" y="4492079"/>
                </a:lnTo>
                <a:lnTo>
                  <a:pt x="5140264" y="4533509"/>
                </a:lnTo>
                <a:lnTo>
                  <a:pt x="5098827" y="4557432"/>
                </a:lnTo>
                <a:close/>
              </a:path>
              <a:path w="6281419" h="7004050">
                <a:moveTo>
                  <a:pt x="5019033" y="4416694"/>
                </a:moveTo>
                <a:lnTo>
                  <a:pt x="4996373" y="4377448"/>
                </a:lnTo>
                <a:lnTo>
                  <a:pt x="5035620" y="4354788"/>
                </a:lnTo>
                <a:lnTo>
                  <a:pt x="5058279" y="4394035"/>
                </a:lnTo>
                <a:lnTo>
                  <a:pt x="5019033" y="4416694"/>
                </a:lnTo>
                <a:close/>
              </a:path>
              <a:path w="6281419" h="7004050">
                <a:moveTo>
                  <a:pt x="4939352" y="4275538"/>
                </a:moveTo>
                <a:lnTo>
                  <a:pt x="4918265" y="4239007"/>
                </a:lnTo>
                <a:lnTo>
                  <a:pt x="4954784" y="4217920"/>
                </a:lnTo>
                <a:lnTo>
                  <a:pt x="4975876" y="4254452"/>
                </a:lnTo>
                <a:lnTo>
                  <a:pt x="4939352" y="4275538"/>
                </a:lnTo>
                <a:close/>
              </a:path>
              <a:path w="6281419" h="7004050">
                <a:moveTo>
                  <a:pt x="4859550" y="4134801"/>
                </a:moveTo>
                <a:lnTo>
                  <a:pt x="4839721" y="4100459"/>
                </a:lnTo>
                <a:lnTo>
                  <a:pt x="4874069" y="4080629"/>
                </a:lnTo>
                <a:lnTo>
                  <a:pt x="4893893" y="4114971"/>
                </a:lnTo>
                <a:lnTo>
                  <a:pt x="4859550" y="4134801"/>
                </a:lnTo>
                <a:close/>
              </a:path>
              <a:path w="6281419" h="7004050">
                <a:moveTo>
                  <a:pt x="4779863" y="3993638"/>
                </a:moveTo>
                <a:lnTo>
                  <a:pt x="4761608" y="3962019"/>
                </a:lnTo>
                <a:lnTo>
                  <a:pt x="4793227" y="3943763"/>
                </a:lnTo>
                <a:lnTo>
                  <a:pt x="4811483" y="3975383"/>
                </a:lnTo>
                <a:lnTo>
                  <a:pt x="4779863" y="3993638"/>
                </a:lnTo>
                <a:close/>
              </a:path>
              <a:path w="6281419" h="7004050">
                <a:moveTo>
                  <a:pt x="4699948" y="3853326"/>
                </a:moveTo>
                <a:lnTo>
                  <a:pt x="4682637" y="3823344"/>
                </a:lnTo>
                <a:lnTo>
                  <a:pt x="4712619" y="3806033"/>
                </a:lnTo>
                <a:lnTo>
                  <a:pt x="4729930" y="3836015"/>
                </a:lnTo>
                <a:lnTo>
                  <a:pt x="4699948" y="3853326"/>
                </a:lnTo>
                <a:close/>
              </a:path>
              <a:path w="6281419" h="7004050">
                <a:moveTo>
                  <a:pt x="4620147" y="3712595"/>
                </a:moveTo>
                <a:lnTo>
                  <a:pt x="4604099" y="3684795"/>
                </a:lnTo>
                <a:lnTo>
                  <a:pt x="4631905" y="3668741"/>
                </a:lnTo>
                <a:lnTo>
                  <a:pt x="4647953" y="3696541"/>
                </a:lnTo>
                <a:lnTo>
                  <a:pt x="4620147" y="3712595"/>
                </a:lnTo>
                <a:close/>
              </a:path>
              <a:path w="6281419" h="7004050">
                <a:moveTo>
                  <a:pt x="4540466" y="3571426"/>
                </a:moveTo>
                <a:lnTo>
                  <a:pt x="4525985" y="3546355"/>
                </a:lnTo>
                <a:lnTo>
                  <a:pt x="4551069" y="3531875"/>
                </a:lnTo>
                <a:lnTo>
                  <a:pt x="4565543" y="3556946"/>
                </a:lnTo>
                <a:lnTo>
                  <a:pt x="4540466" y="3571426"/>
                </a:lnTo>
                <a:close/>
              </a:path>
              <a:path w="6281419" h="7004050">
                <a:moveTo>
                  <a:pt x="4460550" y="3431127"/>
                </a:moveTo>
                <a:lnTo>
                  <a:pt x="4447015" y="3407680"/>
                </a:lnTo>
                <a:lnTo>
                  <a:pt x="4470462" y="3394145"/>
                </a:lnTo>
                <a:lnTo>
                  <a:pt x="4483997" y="3417592"/>
                </a:lnTo>
                <a:lnTo>
                  <a:pt x="4460550" y="3431127"/>
                </a:lnTo>
                <a:close/>
              </a:path>
              <a:path w="6281419" h="7004050">
                <a:moveTo>
                  <a:pt x="4380749" y="3290390"/>
                </a:moveTo>
                <a:lnTo>
                  <a:pt x="4368470" y="3269126"/>
                </a:lnTo>
                <a:lnTo>
                  <a:pt x="4389734" y="3256854"/>
                </a:lnTo>
                <a:lnTo>
                  <a:pt x="4402006" y="3278111"/>
                </a:lnTo>
                <a:lnTo>
                  <a:pt x="4380749" y="3290390"/>
                </a:lnTo>
                <a:close/>
              </a:path>
              <a:path w="6281419" h="7004050">
                <a:moveTo>
                  <a:pt x="4300833" y="3150084"/>
                </a:moveTo>
                <a:lnTo>
                  <a:pt x="4289500" y="3130457"/>
                </a:lnTo>
                <a:lnTo>
                  <a:pt x="4309133" y="3119124"/>
                </a:lnTo>
                <a:lnTo>
                  <a:pt x="4320466" y="3138751"/>
                </a:lnTo>
                <a:lnTo>
                  <a:pt x="4300833" y="3150084"/>
                </a:lnTo>
                <a:close/>
              </a:path>
              <a:path w="6281419" h="7004050">
                <a:moveTo>
                  <a:pt x="4221038" y="3009347"/>
                </a:moveTo>
                <a:lnTo>
                  <a:pt x="4210961" y="2991903"/>
                </a:lnTo>
                <a:lnTo>
                  <a:pt x="4228405" y="2981832"/>
                </a:lnTo>
                <a:lnTo>
                  <a:pt x="4238482" y="2999276"/>
                </a:lnTo>
                <a:lnTo>
                  <a:pt x="4221038" y="3009347"/>
                </a:lnTo>
                <a:close/>
              </a:path>
              <a:path w="6281419" h="7004050">
                <a:moveTo>
                  <a:pt x="4141116" y="2869047"/>
                </a:moveTo>
                <a:lnTo>
                  <a:pt x="4131991" y="2853234"/>
                </a:lnTo>
                <a:lnTo>
                  <a:pt x="4147798" y="2844103"/>
                </a:lnTo>
                <a:lnTo>
                  <a:pt x="4156929" y="2859916"/>
                </a:lnTo>
                <a:lnTo>
                  <a:pt x="4141116" y="2869047"/>
                </a:lnTo>
                <a:close/>
              </a:path>
              <a:path w="6281419" h="7004050">
                <a:moveTo>
                  <a:pt x="4061201" y="2728735"/>
                </a:moveTo>
                <a:lnTo>
                  <a:pt x="4053021" y="2714565"/>
                </a:lnTo>
                <a:lnTo>
                  <a:pt x="4067197" y="2706379"/>
                </a:lnTo>
                <a:lnTo>
                  <a:pt x="4075383" y="2720549"/>
                </a:lnTo>
                <a:lnTo>
                  <a:pt x="4061201" y="2728735"/>
                </a:lnTo>
                <a:close/>
              </a:path>
              <a:path w="6281419" h="7004050">
                <a:moveTo>
                  <a:pt x="3981405" y="2587997"/>
                </a:moveTo>
                <a:lnTo>
                  <a:pt x="3974482" y="2576011"/>
                </a:lnTo>
                <a:lnTo>
                  <a:pt x="3986475" y="2569088"/>
                </a:lnTo>
                <a:lnTo>
                  <a:pt x="3993399" y="2581074"/>
                </a:lnTo>
                <a:lnTo>
                  <a:pt x="3981405" y="2587997"/>
                </a:lnTo>
                <a:close/>
              </a:path>
              <a:path w="6281419" h="7004050">
                <a:moveTo>
                  <a:pt x="3901489" y="2447698"/>
                </a:moveTo>
                <a:lnTo>
                  <a:pt x="3895506" y="2437342"/>
                </a:lnTo>
                <a:lnTo>
                  <a:pt x="3905868" y="2431358"/>
                </a:lnTo>
                <a:lnTo>
                  <a:pt x="3911846" y="2441720"/>
                </a:lnTo>
                <a:lnTo>
                  <a:pt x="3901489" y="2447698"/>
                </a:lnTo>
                <a:close/>
              </a:path>
              <a:path w="6281419" h="7004050">
                <a:moveTo>
                  <a:pt x="3821460" y="2307823"/>
                </a:moveTo>
                <a:lnTo>
                  <a:pt x="3816111" y="2298553"/>
                </a:lnTo>
                <a:lnTo>
                  <a:pt x="3825375" y="2293203"/>
                </a:lnTo>
                <a:lnTo>
                  <a:pt x="3830724" y="2302474"/>
                </a:lnTo>
                <a:lnTo>
                  <a:pt x="3821460" y="2307823"/>
                </a:lnTo>
                <a:close/>
              </a:path>
              <a:path w="6281419" h="7004050">
                <a:moveTo>
                  <a:pt x="3741430" y="2167949"/>
                </a:moveTo>
                <a:lnTo>
                  <a:pt x="3736709" y="2159769"/>
                </a:lnTo>
                <a:lnTo>
                  <a:pt x="3744888" y="2155048"/>
                </a:lnTo>
                <a:lnTo>
                  <a:pt x="3749609" y="2163228"/>
                </a:lnTo>
                <a:lnTo>
                  <a:pt x="3741430" y="2167949"/>
                </a:lnTo>
                <a:close/>
              </a:path>
              <a:path w="6281419" h="7004050">
                <a:moveTo>
                  <a:pt x="3661514" y="2027637"/>
                </a:moveTo>
                <a:lnTo>
                  <a:pt x="3657738" y="2021101"/>
                </a:lnTo>
                <a:lnTo>
                  <a:pt x="3664280" y="2017325"/>
                </a:lnTo>
                <a:lnTo>
                  <a:pt x="3668056" y="2023861"/>
                </a:lnTo>
                <a:lnTo>
                  <a:pt x="3661514" y="2027637"/>
                </a:lnTo>
                <a:close/>
              </a:path>
              <a:path w="6281419" h="7004050">
                <a:moveTo>
                  <a:pt x="3581484" y="1887762"/>
                </a:moveTo>
                <a:lnTo>
                  <a:pt x="3578337" y="1882312"/>
                </a:lnTo>
                <a:lnTo>
                  <a:pt x="3583788" y="1879164"/>
                </a:lnTo>
                <a:lnTo>
                  <a:pt x="3586935" y="1884615"/>
                </a:lnTo>
                <a:lnTo>
                  <a:pt x="3581484" y="1887762"/>
                </a:lnTo>
                <a:close/>
              </a:path>
              <a:path w="6281419" h="7004050">
                <a:moveTo>
                  <a:pt x="3501455" y="1747888"/>
                </a:moveTo>
                <a:lnTo>
                  <a:pt x="3498935" y="1743528"/>
                </a:lnTo>
                <a:lnTo>
                  <a:pt x="3503301" y="1741009"/>
                </a:lnTo>
                <a:lnTo>
                  <a:pt x="3505814" y="1745368"/>
                </a:lnTo>
                <a:lnTo>
                  <a:pt x="3501455" y="1747888"/>
                </a:lnTo>
                <a:close/>
              </a:path>
              <a:path w="6281419" h="7004050">
                <a:moveTo>
                  <a:pt x="3421420" y="1608013"/>
                </a:moveTo>
                <a:lnTo>
                  <a:pt x="3419534" y="1604745"/>
                </a:lnTo>
                <a:lnTo>
                  <a:pt x="3422802" y="1602854"/>
                </a:lnTo>
                <a:lnTo>
                  <a:pt x="3424694" y="1606129"/>
                </a:lnTo>
                <a:lnTo>
                  <a:pt x="3421420" y="1608013"/>
                </a:lnTo>
                <a:close/>
              </a:path>
              <a:path w="6281419" h="7004050">
                <a:moveTo>
                  <a:pt x="3341389" y="1468139"/>
                </a:moveTo>
                <a:lnTo>
                  <a:pt x="3340132" y="1465962"/>
                </a:lnTo>
                <a:lnTo>
                  <a:pt x="3342315" y="1464706"/>
                </a:lnTo>
                <a:lnTo>
                  <a:pt x="3343572" y="1466876"/>
                </a:lnTo>
                <a:lnTo>
                  <a:pt x="3341389" y="1468139"/>
                </a:lnTo>
                <a:close/>
              </a:path>
              <a:path w="6281419" h="7004050">
                <a:moveTo>
                  <a:pt x="6273401" y="6313611"/>
                </a:moveTo>
                <a:lnTo>
                  <a:pt x="6228075" y="6235111"/>
                </a:lnTo>
                <a:lnTo>
                  <a:pt x="6281130" y="6204477"/>
                </a:lnTo>
                <a:lnTo>
                  <a:pt x="6281130" y="6309149"/>
                </a:lnTo>
                <a:lnTo>
                  <a:pt x="6273401" y="6313611"/>
                </a:lnTo>
                <a:close/>
              </a:path>
              <a:path w="6281419" h="7004050">
                <a:moveTo>
                  <a:pt x="6193835" y="6172018"/>
                </a:moveTo>
                <a:lnTo>
                  <a:pt x="6150399" y="6096785"/>
                </a:lnTo>
                <a:lnTo>
                  <a:pt x="6225632" y="6053350"/>
                </a:lnTo>
                <a:lnTo>
                  <a:pt x="6269067" y="6128582"/>
                </a:lnTo>
                <a:lnTo>
                  <a:pt x="6193835" y="6172018"/>
                </a:lnTo>
                <a:close/>
              </a:path>
              <a:path w="6281419" h="7004050">
                <a:moveTo>
                  <a:pt x="6114034" y="6031280"/>
                </a:moveTo>
                <a:lnTo>
                  <a:pt x="6071855" y="5958231"/>
                </a:lnTo>
                <a:lnTo>
                  <a:pt x="6144905" y="5916058"/>
                </a:lnTo>
                <a:lnTo>
                  <a:pt x="6187083" y="5989108"/>
                </a:lnTo>
                <a:lnTo>
                  <a:pt x="6114034" y="6031280"/>
                </a:lnTo>
                <a:close/>
              </a:path>
              <a:path w="6281419" h="7004050">
                <a:moveTo>
                  <a:pt x="6034461" y="5889680"/>
                </a:moveTo>
                <a:lnTo>
                  <a:pt x="5994173" y="5819904"/>
                </a:lnTo>
                <a:lnTo>
                  <a:pt x="6063954" y="5779616"/>
                </a:lnTo>
                <a:lnTo>
                  <a:pt x="6104242" y="5849392"/>
                </a:lnTo>
                <a:lnTo>
                  <a:pt x="6034461" y="5889680"/>
                </a:lnTo>
                <a:close/>
              </a:path>
              <a:path w="6281419" h="7004050">
                <a:moveTo>
                  <a:pt x="5954895" y="5748091"/>
                </a:moveTo>
                <a:lnTo>
                  <a:pt x="5916491" y="5681578"/>
                </a:lnTo>
                <a:lnTo>
                  <a:pt x="5983005" y="5643182"/>
                </a:lnTo>
                <a:lnTo>
                  <a:pt x="6021402" y="5709689"/>
                </a:lnTo>
                <a:lnTo>
                  <a:pt x="5954895" y="5748091"/>
                </a:lnTo>
                <a:close/>
              </a:path>
              <a:path w="6281419" h="7004050">
                <a:moveTo>
                  <a:pt x="5875328" y="5606498"/>
                </a:moveTo>
                <a:lnTo>
                  <a:pt x="5838816" y="5543259"/>
                </a:lnTo>
                <a:lnTo>
                  <a:pt x="5902049" y="5506747"/>
                </a:lnTo>
                <a:lnTo>
                  <a:pt x="5938561" y="5569986"/>
                </a:lnTo>
                <a:lnTo>
                  <a:pt x="5875328" y="5606498"/>
                </a:lnTo>
                <a:close/>
              </a:path>
              <a:path w="6281419" h="7004050">
                <a:moveTo>
                  <a:pt x="5795641" y="5465330"/>
                </a:moveTo>
                <a:lnTo>
                  <a:pt x="5760703" y="5404819"/>
                </a:lnTo>
                <a:lnTo>
                  <a:pt x="5821214" y="5369880"/>
                </a:lnTo>
                <a:lnTo>
                  <a:pt x="5856152" y="5430398"/>
                </a:lnTo>
                <a:lnTo>
                  <a:pt x="5795641" y="5465330"/>
                </a:lnTo>
                <a:close/>
              </a:path>
              <a:path w="6281419" h="7004050">
                <a:moveTo>
                  <a:pt x="5715954" y="5324167"/>
                </a:moveTo>
                <a:lnTo>
                  <a:pt x="5682595" y="5266378"/>
                </a:lnTo>
                <a:lnTo>
                  <a:pt x="5740377" y="5233020"/>
                </a:lnTo>
                <a:lnTo>
                  <a:pt x="5773736" y="5290802"/>
                </a:lnTo>
                <a:lnTo>
                  <a:pt x="5715954" y="5324167"/>
                </a:lnTo>
                <a:close/>
              </a:path>
              <a:path w="6281419" h="7004050">
                <a:moveTo>
                  <a:pt x="5636267" y="5182999"/>
                </a:moveTo>
                <a:lnTo>
                  <a:pt x="5604482" y="5127939"/>
                </a:lnTo>
                <a:lnTo>
                  <a:pt x="5659542" y="5096154"/>
                </a:lnTo>
                <a:lnTo>
                  <a:pt x="5691326" y="5151214"/>
                </a:lnTo>
                <a:lnTo>
                  <a:pt x="5636267" y="5182999"/>
                </a:lnTo>
                <a:close/>
              </a:path>
              <a:path w="6281419" h="7004050">
                <a:moveTo>
                  <a:pt x="5556586" y="5041836"/>
                </a:moveTo>
                <a:lnTo>
                  <a:pt x="5526368" y="4989498"/>
                </a:lnTo>
                <a:lnTo>
                  <a:pt x="5578700" y="4959287"/>
                </a:lnTo>
                <a:lnTo>
                  <a:pt x="5608917" y="5011625"/>
                </a:lnTo>
                <a:lnTo>
                  <a:pt x="5556586" y="5041836"/>
                </a:lnTo>
                <a:close/>
              </a:path>
              <a:path w="6281419" h="7004050">
                <a:moveTo>
                  <a:pt x="5476899" y="4900673"/>
                </a:moveTo>
                <a:lnTo>
                  <a:pt x="5448255" y="4851058"/>
                </a:lnTo>
                <a:lnTo>
                  <a:pt x="5497864" y="4822420"/>
                </a:lnTo>
                <a:lnTo>
                  <a:pt x="5526508" y="4872030"/>
                </a:lnTo>
                <a:lnTo>
                  <a:pt x="5476899" y="4900673"/>
                </a:lnTo>
                <a:close/>
              </a:path>
              <a:path w="6281419" h="7004050">
                <a:moveTo>
                  <a:pt x="5397218" y="4759505"/>
                </a:moveTo>
                <a:lnTo>
                  <a:pt x="5370148" y="4712624"/>
                </a:lnTo>
                <a:lnTo>
                  <a:pt x="5417028" y="4685554"/>
                </a:lnTo>
                <a:lnTo>
                  <a:pt x="5444098" y="4732441"/>
                </a:lnTo>
                <a:lnTo>
                  <a:pt x="5397218" y="4759505"/>
                </a:lnTo>
                <a:close/>
              </a:path>
              <a:path w="6281419" h="7004050">
                <a:moveTo>
                  <a:pt x="5317530" y="4618336"/>
                </a:moveTo>
                <a:lnTo>
                  <a:pt x="5292041" y="4574184"/>
                </a:lnTo>
                <a:lnTo>
                  <a:pt x="5336193" y="4548688"/>
                </a:lnTo>
                <a:lnTo>
                  <a:pt x="5361689" y="4592846"/>
                </a:lnTo>
                <a:lnTo>
                  <a:pt x="5317530" y="4618336"/>
                </a:lnTo>
                <a:close/>
              </a:path>
              <a:path w="6281419" h="7004050">
                <a:moveTo>
                  <a:pt x="5237843" y="4477174"/>
                </a:moveTo>
                <a:lnTo>
                  <a:pt x="5213927" y="4435744"/>
                </a:lnTo>
                <a:lnTo>
                  <a:pt x="5255357" y="4411821"/>
                </a:lnTo>
                <a:lnTo>
                  <a:pt x="5279273" y="4453251"/>
                </a:lnTo>
                <a:lnTo>
                  <a:pt x="5237843" y="4477174"/>
                </a:lnTo>
                <a:close/>
              </a:path>
              <a:path w="6281419" h="7004050">
                <a:moveTo>
                  <a:pt x="5157934" y="4336868"/>
                </a:moveTo>
                <a:lnTo>
                  <a:pt x="5134957" y="4297075"/>
                </a:lnTo>
                <a:lnTo>
                  <a:pt x="5174756" y="4274098"/>
                </a:lnTo>
                <a:lnTo>
                  <a:pt x="5197733" y="4313891"/>
                </a:lnTo>
                <a:lnTo>
                  <a:pt x="5157934" y="4336868"/>
                </a:lnTo>
                <a:close/>
              </a:path>
              <a:path w="6281419" h="7004050">
                <a:moveTo>
                  <a:pt x="5078247" y="4195705"/>
                </a:moveTo>
                <a:lnTo>
                  <a:pt x="5056844" y="4158629"/>
                </a:lnTo>
                <a:lnTo>
                  <a:pt x="5093914" y="4137225"/>
                </a:lnTo>
                <a:lnTo>
                  <a:pt x="5115318" y="4174302"/>
                </a:lnTo>
                <a:lnTo>
                  <a:pt x="5078247" y="4195705"/>
                </a:lnTo>
                <a:close/>
              </a:path>
              <a:path w="6281419" h="7004050">
                <a:moveTo>
                  <a:pt x="4998446" y="4054968"/>
                </a:moveTo>
                <a:lnTo>
                  <a:pt x="4978305" y="4020080"/>
                </a:lnTo>
                <a:lnTo>
                  <a:pt x="5013193" y="3999933"/>
                </a:lnTo>
                <a:lnTo>
                  <a:pt x="5033334" y="4034827"/>
                </a:lnTo>
                <a:lnTo>
                  <a:pt x="4998446" y="4054968"/>
                </a:lnTo>
                <a:close/>
              </a:path>
              <a:path w="6281419" h="7004050">
                <a:moveTo>
                  <a:pt x="4918759" y="3913806"/>
                </a:moveTo>
                <a:lnTo>
                  <a:pt x="4900192" y="3881640"/>
                </a:lnTo>
                <a:lnTo>
                  <a:pt x="4932358" y="3863067"/>
                </a:lnTo>
                <a:lnTo>
                  <a:pt x="4950925" y="3895233"/>
                </a:lnTo>
                <a:lnTo>
                  <a:pt x="4918759" y="3913806"/>
                </a:lnTo>
                <a:close/>
              </a:path>
              <a:path w="6281419" h="7004050">
                <a:moveTo>
                  <a:pt x="4838964" y="3773068"/>
                </a:moveTo>
                <a:lnTo>
                  <a:pt x="4821653" y="3743086"/>
                </a:lnTo>
                <a:lnTo>
                  <a:pt x="4851636" y="3725775"/>
                </a:lnTo>
                <a:lnTo>
                  <a:pt x="4868947" y="3755757"/>
                </a:lnTo>
                <a:lnTo>
                  <a:pt x="4838964" y="3773068"/>
                </a:lnTo>
                <a:close/>
              </a:path>
              <a:path w="6281419" h="7004050">
                <a:moveTo>
                  <a:pt x="4759042" y="3632762"/>
                </a:moveTo>
                <a:lnTo>
                  <a:pt x="4742677" y="3604417"/>
                </a:lnTo>
                <a:lnTo>
                  <a:pt x="4771029" y="3588052"/>
                </a:lnTo>
                <a:lnTo>
                  <a:pt x="4787394" y="3616397"/>
                </a:lnTo>
                <a:lnTo>
                  <a:pt x="4759042" y="3632762"/>
                </a:lnTo>
                <a:close/>
              </a:path>
              <a:path w="6281419" h="7004050">
                <a:moveTo>
                  <a:pt x="4679361" y="3491599"/>
                </a:moveTo>
                <a:lnTo>
                  <a:pt x="4664570" y="3465977"/>
                </a:lnTo>
                <a:lnTo>
                  <a:pt x="4690193" y="3451179"/>
                </a:lnTo>
                <a:lnTo>
                  <a:pt x="4704984" y="3476808"/>
                </a:lnTo>
                <a:lnTo>
                  <a:pt x="4679361" y="3491599"/>
                </a:lnTo>
                <a:close/>
              </a:path>
              <a:path w="6281419" h="7004050">
                <a:moveTo>
                  <a:pt x="4599566" y="3350862"/>
                </a:moveTo>
                <a:lnTo>
                  <a:pt x="4586031" y="3327422"/>
                </a:lnTo>
                <a:lnTo>
                  <a:pt x="4609472" y="3313887"/>
                </a:lnTo>
                <a:lnTo>
                  <a:pt x="4623007" y="3337327"/>
                </a:lnTo>
                <a:lnTo>
                  <a:pt x="4599566" y="3350862"/>
                </a:lnTo>
                <a:close/>
              </a:path>
              <a:path w="6281419" h="7004050">
                <a:moveTo>
                  <a:pt x="4519651" y="3210556"/>
                </a:moveTo>
                <a:lnTo>
                  <a:pt x="4507061" y="3188753"/>
                </a:lnTo>
                <a:lnTo>
                  <a:pt x="4528865" y="3176163"/>
                </a:lnTo>
                <a:lnTo>
                  <a:pt x="4541454" y="3197967"/>
                </a:lnTo>
                <a:lnTo>
                  <a:pt x="4519651" y="3210556"/>
                </a:lnTo>
                <a:close/>
              </a:path>
              <a:path w="6281419" h="7004050">
                <a:moveTo>
                  <a:pt x="4439849" y="3069825"/>
                </a:moveTo>
                <a:lnTo>
                  <a:pt x="4428516" y="3050192"/>
                </a:lnTo>
                <a:lnTo>
                  <a:pt x="4448143" y="3038866"/>
                </a:lnTo>
                <a:lnTo>
                  <a:pt x="4459476" y="3058492"/>
                </a:lnTo>
                <a:lnTo>
                  <a:pt x="4439849" y="3069825"/>
                </a:lnTo>
                <a:close/>
              </a:path>
              <a:path w="6281419" h="7004050">
                <a:moveTo>
                  <a:pt x="4359934" y="2929513"/>
                </a:moveTo>
                <a:lnTo>
                  <a:pt x="4349552" y="2911530"/>
                </a:lnTo>
                <a:lnTo>
                  <a:pt x="4367541" y="2901142"/>
                </a:lnTo>
                <a:lnTo>
                  <a:pt x="4377923" y="2919125"/>
                </a:lnTo>
                <a:lnTo>
                  <a:pt x="4359934" y="2929513"/>
                </a:lnTo>
                <a:close/>
              </a:path>
              <a:path w="6281419" h="7004050">
                <a:moveTo>
                  <a:pt x="4280133" y="2788782"/>
                </a:moveTo>
                <a:lnTo>
                  <a:pt x="4271008" y="2772969"/>
                </a:lnTo>
                <a:lnTo>
                  <a:pt x="4286814" y="2763845"/>
                </a:lnTo>
                <a:lnTo>
                  <a:pt x="4295945" y="2779658"/>
                </a:lnTo>
                <a:lnTo>
                  <a:pt x="4280133" y="2788782"/>
                </a:lnTo>
                <a:close/>
              </a:path>
              <a:path w="6281419" h="7004050">
                <a:moveTo>
                  <a:pt x="4200217" y="2648477"/>
                </a:moveTo>
                <a:lnTo>
                  <a:pt x="4192038" y="2634301"/>
                </a:lnTo>
                <a:lnTo>
                  <a:pt x="4206207" y="2626121"/>
                </a:lnTo>
                <a:lnTo>
                  <a:pt x="4214393" y="2640291"/>
                </a:lnTo>
                <a:lnTo>
                  <a:pt x="4200217" y="2648477"/>
                </a:lnTo>
                <a:close/>
              </a:path>
              <a:path w="6281419" h="7004050">
                <a:moveTo>
                  <a:pt x="4120308" y="2508171"/>
                </a:moveTo>
                <a:lnTo>
                  <a:pt x="4113067" y="2495632"/>
                </a:lnTo>
                <a:lnTo>
                  <a:pt x="4125600" y="2488392"/>
                </a:lnTo>
                <a:lnTo>
                  <a:pt x="4132840" y="2500937"/>
                </a:lnTo>
                <a:lnTo>
                  <a:pt x="4120308" y="2508171"/>
                </a:lnTo>
                <a:close/>
              </a:path>
              <a:path w="6281419" h="7004050">
                <a:moveTo>
                  <a:pt x="4040507" y="2367440"/>
                </a:moveTo>
                <a:lnTo>
                  <a:pt x="4034523" y="2357078"/>
                </a:lnTo>
                <a:lnTo>
                  <a:pt x="4044885" y="2351100"/>
                </a:lnTo>
                <a:lnTo>
                  <a:pt x="4050863" y="2361456"/>
                </a:lnTo>
                <a:lnTo>
                  <a:pt x="4040507" y="2367440"/>
                </a:lnTo>
                <a:close/>
              </a:path>
              <a:path w="6281419" h="7004050">
                <a:moveTo>
                  <a:pt x="3960471" y="2227566"/>
                </a:moveTo>
                <a:lnTo>
                  <a:pt x="3955122" y="2218295"/>
                </a:lnTo>
                <a:lnTo>
                  <a:pt x="3964393" y="2212939"/>
                </a:lnTo>
                <a:lnTo>
                  <a:pt x="3969742" y="2222210"/>
                </a:lnTo>
                <a:lnTo>
                  <a:pt x="3960471" y="2227566"/>
                </a:lnTo>
                <a:close/>
              </a:path>
              <a:path w="6281419" h="7004050">
                <a:moveTo>
                  <a:pt x="3880447" y="2087685"/>
                </a:moveTo>
                <a:lnTo>
                  <a:pt x="3875726" y="2079512"/>
                </a:lnTo>
                <a:lnTo>
                  <a:pt x="3883905" y="2074791"/>
                </a:lnTo>
                <a:lnTo>
                  <a:pt x="3888626" y="2082964"/>
                </a:lnTo>
                <a:lnTo>
                  <a:pt x="3880447" y="2087685"/>
                </a:lnTo>
                <a:close/>
              </a:path>
              <a:path w="6281419" h="7004050">
                <a:moveTo>
                  <a:pt x="3800526" y="1947379"/>
                </a:moveTo>
                <a:lnTo>
                  <a:pt x="3796749" y="1940843"/>
                </a:lnTo>
                <a:lnTo>
                  <a:pt x="3803291" y="1937061"/>
                </a:lnTo>
                <a:lnTo>
                  <a:pt x="3807067" y="1943604"/>
                </a:lnTo>
                <a:lnTo>
                  <a:pt x="3800526" y="1947379"/>
                </a:lnTo>
                <a:close/>
              </a:path>
              <a:path w="6281419" h="7004050">
                <a:moveTo>
                  <a:pt x="3720501" y="1807505"/>
                </a:moveTo>
                <a:lnTo>
                  <a:pt x="3717354" y="1802054"/>
                </a:lnTo>
                <a:lnTo>
                  <a:pt x="3722805" y="1798907"/>
                </a:lnTo>
                <a:lnTo>
                  <a:pt x="3725952" y="1804357"/>
                </a:lnTo>
                <a:lnTo>
                  <a:pt x="3720501" y="1807505"/>
                </a:lnTo>
                <a:close/>
              </a:path>
              <a:path w="6281419" h="7004050">
                <a:moveTo>
                  <a:pt x="3640465" y="1667630"/>
                </a:moveTo>
                <a:lnTo>
                  <a:pt x="3637953" y="1663271"/>
                </a:lnTo>
                <a:lnTo>
                  <a:pt x="3642312" y="1660751"/>
                </a:lnTo>
                <a:lnTo>
                  <a:pt x="3644825" y="1665111"/>
                </a:lnTo>
                <a:lnTo>
                  <a:pt x="3640465" y="1667630"/>
                </a:lnTo>
                <a:close/>
              </a:path>
              <a:path w="6281419" h="7004050">
                <a:moveTo>
                  <a:pt x="3560436" y="1527755"/>
                </a:moveTo>
                <a:lnTo>
                  <a:pt x="3558551" y="1524481"/>
                </a:lnTo>
                <a:lnTo>
                  <a:pt x="3561819" y="1522597"/>
                </a:lnTo>
                <a:lnTo>
                  <a:pt x="3563704" y="1525865"/>
                </a:lnTo>
                <a:lnTo>
                  <a:pt x="3560436" y="1527755"/>
                </a:lnTo>
                <a:close/>
              </a:path>
              <a:path w="6281419" h="7004050">
                <a:moveTo>
                  <a:pt x="3480406" y="1387875"/>
                </a:moveTo>
                <a:lnTo>
                  <a:pt x="3479149" y="1385705"/>
                </a:lnTo>
                <a:lnTo>
                  <a:pt x="3481332" y="1384442"/>
                </a:lnTo>
                <a:lnTo>
                  <a:pt x="3482589" y="1386619"/>
                </a:lnTo>
                <a:lnTo>
                  <a:pt x="3480406" y="1387875"/>
                </a:lnTo>
                <a:close/>
              </a:path>
              <a:path w="6281419" h="7004050">
                <a:moveTo>
                  <a:pt x="6253050" y="5951024"/>
                </a:moveTo>
                <a:lnTo>
                  <a:pt x="6210872" y="5877974"/>
                </a:lnTo>
                <a:lnTo>
                  <a:pt x="6281130" y="5837407"/>
                </a:lnTo>
                <a:lnTo>
                  <a:pt x="6281130" y="5934810"/>
                </a:lnTo>
                <a:lnTo>
                  <a:pt x="6253050" y="5951024"/>
                </a:lnTo>
                <a:close/>
              </a:path>
              <a:path w="6281419" h="7004050">
                <a:moveTo>
                  <a:pt x="6173249" y="5810292"/>
                </a:moveTo>
                <a:lnTo>
                  <a:pt x="6132327" y="5739413"/>
                </a:lnTo>
                <a:lnTo>
                  <a:pt x="6203200" y="5698497"/>
                </a:lnTo>
                <a:lnTo>
                  <a:pt x="6244122" y="5769370"/>
                </a:lnTo>
                <a:lnTo>
                  <a:pt x="6173249" y="5810292"/>
                </a:lnTo>
                <a:close/>
              </a:path>
              <a:path w="6281419" h="7004050">
                <a:moveTo>
                  <a:pt x="6093676" y="5668692"/>
                </a:moveTo>
                <a:lnTo>
                  <a:pt x="6054651" y="5601093"/>
                </a:lnTo>
                <a:lnTo>
                  <a:pt x="6122250" y="5562062"/>
                </a:lnTo>
                <a:lnTo>
                  <a:pt x="6161275" y="5629661"/>
                </a:lnTo>
                <a:lnTo>
                  <a:pt x="6093676" y="5668692"/>
                </a:lnTo>
                <a:close/>
              </a:path>
              <a:path w="6281419" h="7004050">
                <a:moveTo>
                  <a:pt x="6014103" y="5527098"/>
                </a:moveTo>
                <a:lnTo>
                  <a:pt x="5976962" y="5462767"/>
                </a:lnTo>
                <a:lnTo>
                  <a:pt x="6041293" y="5425627"/>
                </a:lnTo>
                <a:lnTo>
                  <a:pt x="6078434" y="5489958"/>
                </a:lnTo>
                <a:lnTo>
                  <a:pt x="6014103" y="5527098"/>
                </a:lnTo>
                <a:close/>
              </a:path>
              <a:path w="6281419" h="7004050">
                <a:moveTo>
                  <a:pt x="5934537" y="5385504"/>
                </a:moveTo>
                <a:lnTo>
                  <a:pt x="5899287" y="5324448"/>
                </a:lnTo>
                <a:lnTo>
                  <a:pt x="5960344" y="5289193"/>
                </a:lnTo>
                <a:lnTo>
                  <a:pt x="5995599" y="5350256"/>
                </a:lnTo>
                <a:lnTo>
                  <a:pt x="5934537" y="5385504"/>
                </a:lnTo>
                <a:close/>
              </a:path>
              <a:path w="6281419" h="7004050">
                <a:moveTo>
                  <a:pt x="5854856" y="5244336"/>
                </a:moveTo>
                <a:lnTo>
                  <a:pt x="5821173" y="5186008"/>
                </a:lnTo>
                <a:lnTo>
                  <a:pt x="5879508" y="5152326"/>
                </a:lnTo>
                <a:lnTo>
                  <a:pt x="5913190" y="5210660"/>
                </a:lnTo>
                <a:lnTo>
                  <a:pt x="5854856" y="5244336"/>
                </a:lnTo>
                <a:close/>
              </a:path>
              <a:path w="6281419" h="7004050">
                <a:moveTo>
                  <a:pt x="5775168" y="5103173"/>
                </a:moveTo>
                <a:lnTo>
                  <a:pt x="5743060" y="5047568"/>
                </a:lnTo>
                <a:lnTo>
                  <a:pt x="5798672" y="5015459"/>
                </a:lnTo>
                <a:lnTo>
                  <a:pt x="5830774" y="5071065"/>
                </a:lnTo>
                <a:lnTo>
                  <a:pt x="5775168" y="5103173"/>
                </a:lnTo>
                <a:close/>
              </a:path>
              <a:path w="6281419" h="7004050">
                <a:moveTo>
                  <a:pt x="5695481" y="4962005"/>
                </a:moveTo>
                <a:lnTo>
                  <a:pt x="5664953" y="4909121"/>
                </a:lnTo>
                <a:lnTo>
                  <a:pt x="5717836" y="4878593"/>
                </a:lnTo>
                <a:lnTo>
                  <a:pt x="5748365" y="4931476"/>
                </a:lnTo>
                <a:lnTo>
                  <a:pt x="5695481" y="4962005"/>
                </a:lnTo>
                <a:close/>
              </a:path>
              <a:path w="6281419" h="7004050">
                <a:moveTo>
                  <a:pt x="5615800" y="4820842"/>
                </a:moveTo>
                <a:lnTo>
                  <a:pt x="5586846" y="4770687"/>
                </a:lnTo>
                <a:lnTo>
                  <a:pt x="5637001" y="4741733"/>
                </a:lnTo>
                <a:lnTo>
                  <a:pt x="5665955" y="4791881"/>
                </a:lnTo>
                <a:lnTo>
                  <a:pt x="5615800" y="4820842"/>
                </a:lnTo>
                <a:close/>
              </a:path>
              <a:path w="6281419" h="7004050">
                <a:moveTo>
                  <a:pt x="5536234" y="4679248"/>
                </a:moveTo>
                <a:lnTo>
                  <a:pt x="5509164" y="4632362"/>
                </a:lnTo>
                <a:lnTo>
                  <a:pt x="5556045" y="4605298"/>
                </a:lnTo>
                <a:lnTo>
                  <a:pt x="5583115" y="4652178"/>
                </a:lnTo>
                <a:lnTo>
                  <a:pt x="5536234" y="4679248"/>
                </a:lnTo>
                <a:close/>
              </a:path>
              <a:path w="6281419" h="7004050">
                <a:moveTo>
                  <a:pt x="5456433" y="4538511"/>
                </a:moveTo>
                <a:lnTo>
                  <a:pt x="5430620" y="4493807"/>
                </a:lnTo>
                <a:lnTo>
                  <a:pt x="5475324" y="4468000"/>
                </a:lnTo>
                <a:lnTo>
                  <a:pt x="5501137" y="4512704"/>
                </a:lnTo>
                <a:lnTo>
                  <a:pt x="5456433" y="4538511"/>
                </a:lnTo>
                <a:close/>
              </a:path>
              <a:path w="6281419" h="7004050">
                <a:moveTo>
                  <a:pt x="5376746" y="4397349"/>
                </a:moveTo>
                <a:lnTo>
                  <a:pt x="5352506" y="4355367"/>
                </a:lnTo>
                <a:lnTo>
                  <a:pt x="5394488" y="4331133"/>
                </a:lnTo>
                <a:lnTo>
                  <a:pt x="5418722" y="4373109"/>
                </a:lnTo>
                <a:lnTo>
                  <a:pt x="5376746" y="4397349"/>
                </a:lnTo>
                <a:close/>
              </a:path>
              <a:path w="6281419" h="7004050">
                <a:moveTo>
                  <a:pt x="5296951" y="4256611"/>
                </a:moveTo>
                <a:lnTo>
                  <a:pt x="5273974" y="4216812"/>
                </a:lnTo>
                <a:lnTo>
                  <a:pt x="5313767" y="4193841"/>
                </a:lnTo>
                <a:lnTo>
                  <a:pt x="5336744" y="4233634"/>
                </a:lnTo>
                <a:lnTo>
                  <a:pt x="5296951" y="4256611"/>
                </a:lnTo>
                <a:close/>
              </a:path>
              <a:path w="6281419" h="7004050">
                <a:moveTo>
                  <a:pt x="5217150" y="4115874"/>
                </a:moveTo>
                <a:lnTo>
                  <a:pt x="5195429" y="4078264"/>
                </a:lnTo>
                <a:lnTo>
                  <a:pt x="5233045" y="4056543"/>
                </a:lnTo>
                <a:lnTo>
                  <a:pt x="5254766" y="4094160"/>
                </a:lnTo>
                <a:lnTo>
                  <a:pt x="5217150" y="4115874"/>
                </a:lnTo>
                <a:close/>
              </a:path>
              <a:path w="6281419" h="7004050">
                <a:moveTo>
                  <a:pt x="5137463" y="3974711"/>
                </a:moveTo>
                <a:lnTo>
                  <a:pt x="5117316" y="3939817"/>
                </a:lnTo>
                <a:lnTo>
                  <a:pt x="5152210" y="3919676"/>
                </a:lnTo>
                <a:lnTo>
                  <a:pt x="5172351" y="3954564"/>
                </a:lnTo>
                <a:lnTo>
                  <a:pt x="5137463" y="3974711"/>
                </a:lnTo>
                <a:close/>
              </a:path>
              <a:path w="6281419" h="7004050">
                <a:moveTo>
                  <a:pt x="5057662" y="3833980"/>
                </a:moveTo>
                <a:lnTo>
                  <a:pt x="5038777" y="3801269"/>
                </a:lnTo>
                <a:lnTo>
                  <a:pt x="5071488" y="3782379"/>
                </a:lnTo>
                <a:lnTo>
                  <a:pt x="5090373" y="3815090"/>
                </a:lnTo>
                <a:lnTo>
                  <a:pt x="5057662" y="3833980"/>
                </a:lnTo>
                <a:close/>
              </a:path>
              <a:path w="6281419" h="7004050">
                <a:moveTo>
                  <a:pt x="4977974" y="3692812"/>
                </a:moveTo>
                <a:lnTo>
                  <a:pt x="4960664" y="3662829"/>
                </a:lnTo>
                <a:lnTo>
                  <a:pt x="4990652" y="3645512"/>
                </a:lnTo>
                <a:lnTo>
                  <a:pt x="5007963" y="3675495"/>
                </a:lnTo>
                <a:lnTo>
                  <a:pt x="4977974" y="3692812"/>
                </a:lnTo>
                <a:close/>
              </a:path>
              <a:path w="6281419" h="7004050">
                <a:moveTo>
                  <a:pt x="4898059" y="3552506"/>
                </a:moveTo>
                <a:lnTo>
                  <a:pt x="4881694" y="3524160"/>
                </a:lnTo>
                <a:lnTo>
                  <a:pt x="4910045" y="3507789"/>
                </a:lnTo>
                <a:lnTo>
                  <a:pt x="4926410" y="3536134"/>
                </a:lnTo>
                <a:lnTo>
                  <a:pt x="4898059" y="3552506"/>
                </a:lnTo>
                <a:close/>
              </a:path>
              <a:path w="6281419" h="7004050">
                <a:moveTo>
                  <a:pt x="4818264" y="3411768"/>
                </a:moveTo>
                <a:lnTo>
                  <a:pt x="4803162" y="3385605"/>
                </a:lnTo>
                <a:lnTo>
                  <a:pt x="4829324" y="3370497"/>
                </a:lnTo>
                <a:lnTo>
                  <a:pt x="4844427" y="3396660"/>
                </a:lnTo>
                <a:lnTo>
                  <a:pt x="4818264" y="3411768"/>
                </a:lnTo>
                <a:close/>
              </a:path>
              <a:path w="6281419" h="7004050">
                <a:moveTo>
                  <a:pt x="4738463" y="3271031"/>
                </a:moveTo>
                <a:lnTo>
                  <a:pt x="4724616" y="3247045"/>
                </a:lnTo>
                <a:lnTo>
                  <a:pt x="4748602" y="3233199"/>
                </a:lnTo>
                <a:lnTo>
                  <a:pt x="4762449" y="3257185"/>
                </a:lnTo>
                <a:lnTo>
                  <a:pt x="4738463" y="3271031"/>
                </a:lnTo>
                <a:close/>
              </a:path>
              <a:path w="6281419" h="7004050">
                <a:moveTo>
                  <a:pt x="4658661" y="3130300"/>
                </a:moveTo>
                <a:lnTo>
                  <a:pt x="4646072" y="3108497"/>
                </a:lnTo>
                <a:lnTo>
                  <a:pt x="4667875" y="3095907"/>
                </a:lnTo>
                <a:lnTo>
                  <a:pt x="4680465" y="3117711"/>
                </a:lnTo>
                <a:lnTo>
                  <a:pt x="4658661" y="3130300"/>
                </a:lnTo>
                <a:close/>
              </a:path>
              <a:path w="6281419" h="7004050">
                <a:moveTo>
                  <a:pt x="4578746" y="2989994"/>
                </a:moveTo>
                <a:lnTo>
                  <a:pt x="4567102" y="2969822"/>
                </a:lnTo>
                <a:lnTo>
                  <a:pt x="4587274" y="2958178"/>
                </a:lnTo>
                <a:lnTo>
                  <a:pt x="4598918" y="2978344"/>
                </a:lnTo>
                <a:lnTo>
                  <a:pt x="4578746" y="2989994"/>
                </a:lnTo>
                <a:close/>
              </a:path>
              <a:path w="6281419" h="7004050">
                <a:moveTo>
                  <a:pt x="4498951" y="2849257"/>
                </a:moveTo>
                <a:lnTo>
                  <a:pt x="4488563" y="2831267"/>
                </a:lnTo>
                <a:lnTo>
                  <a:pt x="4506552" y="2820886"/>
                </a:lnTo>
                <a:lnTo>
                  <a:pt x="4516934" y="2838869"/>
                </a:lnTo>
                <a:lnTo>
                  <a:pt x="4498951" y="2849257"/>
                </a:lnTo>
                <a:close/>
              </a:path>
              <a:path w="6281419" h="7004050">
                <a:moveTo>
                  <a:pt x="4419035" y="2708957"/>
                </a:moveTo>
                <a:lnTo>
                  <a:pt x="4409593" y="2692605"/>
                </a:lnTo>
                <a:lnTo>
                  <a:pt x="4425945" y="2683163"/>
                </a:lnTo>
                <a:lnTo>
                  <a:pt x="4435387" y="2699515"/>
                </a:lnTo>
                <a:lnTo>
                  <a:pt x="4419035" y="2708957"/>
                </a:lnTo>
                <a:close/>
              </a:path>
              <a:path w="6281419" h="7004050">
                <a:moveTo>
                  <a:pt x="4339119" y="2568645"/>
                </a:moveTo>
                <a:lnTo>
                  <a:pt x="4330623" y="2553930"/>
                </a:lnTo>
                <a:lnTo>
                  <a:pt x="4345344" y="2545433"/>
                </a:lnTo>
                <a:lnTo>
                  <a:pt x="4353841" y="2560148"/>
                </a:lnTo>
                <a:lnTo>
                  <a:pt x="4339119" y="2568645"/>
                </a:lnTo>
                <a:close/>
              </a:path>
              <a:path w="6281419" h="7004050">
                <a:moveTo>
                  <a:pt x="4259318" y="2427914"/>
                </a:moveTo>
                <a:lnTo>
                  <a:pt x="4252078" y="2415369"/>
                </a:lnTo>
                <a:lnTo>
                  <a:pt x="4264616" y="2408135"/>
                </a:lnTo>
                <a:lnTo>
                  <a:pt x="4271857" y="2420674"/>
                </a:lnTo>
                <a:lnTo>
                  <a:pt x="4259318" y="2427914"/>
                </a:lnTo>
                <a:close/>
              </a:path>
              <a:path w="6281419" h="7004050">
                <a:moveTo>
                  <a:pt x="4179402" y="2287608"/>
                </a:moveTo>
                <a:lnTo>
                  <a:pt x="4173108" y="2276707"/>
                </a:lnTo>
                <a:lnTo>
                  <a:pt x="4184009" y="2270412"/>
                </a:lnTo>
                <a:lnTo>
                  <a:pt x="4190304" y="2281314"/>
                </a:lnTo>
                <a:lnTo>
                  <a:pt x="4179402" y="2287608"/>
                </a:lnTo>
                <a:close/>
              </a:path>
              <a:path w="6281419" h="7004050">
                <a:moveTo>
                  <a:pt x="4099486" y="2147303"/>
                </a:moveTo>
                <a:lnTo>
                  <a:pt x="4094137" y="2138032"/>
                </a:lnTo>
                <a:lnTo>
                  <a:pt x="4103408" y="2132683"/>
                </a:lnTo>
                <a:lnTo>
                  <a:pt x="4108758" y="2141953"/>
                </a:lnTo>
                <a:lnTo>
                  <a:pt x="4099486" y="2147303"/>
                </a:lnTo>
                <a:close/>
              </a:path>
              <a:path w="6281419" h="7004050">
                <a:moveTo>
                  <a:pt x="4019457" y="2007428"/>
                </a:moveTo>
                <a:lnTo>
                  <a:pt x="4014735" y="1999255"/>
                </a:lnTo>
                <a:lnTo>
                  <a:pt x="4022914" y="1994534"/>
                </a:lnTo>
                <a:lnTo>
                  <a:pt x="4027636" y="2002707"/>
                </a:lnTo>
                <a:lnTo>
                  <a:pt x="4019457" y="2007428"/>
                </a:lnTo>
                <a:close/>
              </a:path>
              <a:path w="6281419" h="7004050">
                <a:moveTo>
                  <a:pt x="3939427" y="1867554"/>
                </a:moveTo>
                <a:lnTo>
                  <a:pt x="3935334" y="1860459"/>
                </a:lnTo>
                <a:lnTo>
                  <a:pt x="3942422" y="1856373"/>
                </a:lnTo>
                <a:lnTo>
                  <a:pt x="3946515" y="1863461"/>
                </a:lnTo>
                <a:lnTo>
                  <a:pt x="3939427" y="1867554"/>
                </a:lnTo>
                <a:close/>
              </a:path>
              <a:path w="6281419" h="7004050">
                <a:moveTo>
                  <a:pt x="3859511" y="1727248"/>
                </a:moveTo>
                <a:lnTo>
                  <a:pt x="3856364" y="1721797"/>
                </a:lnTo>
                <a:lnTo>
                  <a:pt x="3861815" y="1718650"/>
                </a:lnTo>
                <a:lnTo>
                  <a:pt x="3864962" y="1724101"/>
                </a:lnTo>
                <a:lnTo>
                  <a:pt x="3859511" y="1727248"/>
                </a:lnTo>
                <a:close/>
              </a:path>
              <a:path w="6281419" h="7004050">
                <a:moveTo>
                  <a:pt x="3779481" y="1587367"/>
                </a:moveTo>
                <a:lnTo>
                  <a:pt x="3776969" y="1583008"/>
                </a:lnTo>
                <a:lnTo>
                  <a:pt x="3781328" y="1580495"/>
                </a:lnTo>
                <a:lnTo>
                  <a:pt x="3783841" y="1584855"/>
                </a:lnTo>
                <a:lnTo>
                  <a:pt x="3779481" y="1587367"/>
                </a:lnTo>
                <a:close/>
              </a:path>
              <a:path w="6281419" h="7004050">
                <a:moveTo>
                  <a:pt x="3699451" y="1447493"/>
                </a:moveTo>
                <a:lnTo>
                  <a:pt x="3697560" y="1444225"/>
                </a:lnTo>
                <a:lnTo>
                  <a:pt x="3700835" y="1442334"/>
                </a:lnTo>
                <a:lnTo>
                  <a:pt x="3702719" y="1445609"/>
                </a:lnTo>
                <a:lnTo>
                  <a:pt x="3699451" y="1447493"/>
                </a:lnTo>
                <a:close/>
              </a:path>
              <a:path w="6281419" h="7004050">
                <a:moveTo>
                  <a:pt x="3619422" y="1307619"/>
                </a:moveTo>
                <a:lnTo>
                  <a:pt x="3618165" y="1305442"/>
                </a:lnTo>
                <a:lnTo>
                  <a:pt x="3620348" y="1304185"/>
                </a:lnTo>
                <a:lnTo>
                  <a:pt x="3621605" y="1306356"/>
                </a:lnTo>
                <a:lnTo>
                  <a:pt x="3619422" y="1307619"/>
                </a:lnTo>
                <a:close/>
              </a:path>
              <a:path w="6281419" h="7004050">
                <a:moveTo>
                  <a:pt x="3540484" y="1167109"/>
                </a:moveTo>
                <a:lnTo>
                  <a:pt x="3539020" y="1167109"/>
                </a:lnTo>
                <a:lnTo>
                  <a:pt x="3538757" y="1166653"/>
                </a:lnTo>
                <a:lnTo>
                  <a:pt x="3540219" y="1166653"/>
                </a:lnTo>
                <a:lnTo>
                  <a:pt x="3540484" y="1167109"/>
                </a:lnTo>
                <a:close/>
              </a:path>
              <a:path w="6281419" h="7004050">
                <a:moveTo>
                  <a:pt x="6281130" y="5676746"/>
                </a:moveTo>
                <a:lnTo>
                  <a:pt x="6270911" y="5659048"/>
                </a:lnTo>
                <a:lnTo>
                  <a:pt x="6281130" y="5653148"/>
                </a:lnTo>
                <a:lnTo>
                  <a:pt x="6281130" y="5676746"/>
                </a:lnTo>
                <a:close/>
              </a:path>
              <a:path w="6281419" h="7004050">
                <a:moveTo>
                  <a:pt x="6232578" y="5588860"/>
                </a:moveTo>
                <a:lnTo>
                  <a:pt x="6193230" y="5520715"/>
                </a:lnTo>
                <a:lnTo>
                  <a:pt x="6261374" y="5481373"/>
                </a:lnTo>
                <a:lnTo>
                  <a:pt x="6281130" y="5515592"/>
                </a:lnTo>
                <a:lnTo>
                  <a:pt x="6281130" y="5560827"/>
                </a:lnTo>
                <a:lnTo>
                  <a:pt x="6232578" y="5588860"/>
                </a:lnTo>
                <a:close/>
              </a:path>
              <a:path w="6281419" h="7004050">
                <a:moveTo>
                  <a:pt x="6153007" y="5447266"/>
                </a:moveTo>
                <a:lnTo>
                  <a:pt x="6115554" y="5382389"/>
                </a:lnTo>
                <a:lnTo>
                  <a:pt x="6180425" y="5344938"/>
                </a:lnTo>
                <a:lnTo>
                  <a:pt x="6217883" y="5409809"/>
                </a:lnTo>
                <a:lnTo>
                  <a:pt x="6153007" y="5447266"/>
                </a:lnTo>
                <a:close/>
              </a:path>
              <a:path w="6281419" h="7004050">
                <a:moveTo>
                  <a:pt x="6073432" y="5305672"/>
                </a:moveTo>
                <a:lnTo>
                  <a:pt x="6037866" y="5244070"/>
                </a:lnTo>
                <a:lnTo>
                  <a:pt x="6099474" y="5208503"/>
                </a:lnTo>
                <a:lnTo>
                  <a:pt x="6135041" y="5270106"/>
                </a:lnTo>
                <a:lnTo>
                  <a:pt x="6073432" y="5305672"/>
                </a:lnTo>
                <a:close/>
              </a:path>
              <a:path w="6281419" h="7004050">
                <a:moveTo>
                  <a:pt x="5993751" y="5164504"/>
                </a:moveTo>
                <a:lnTo>
                  <a:pt x="5959758" y="5105630"/>
                </a:lnTo>
                <a:lnTo>
                  <a:pt x="6018632" y="5071637"/>
                </a:lnTo>
                <a:lnTo>
                  <a:pt x="6052625" y="5130510"/>
                </a:lnTo>
                <a:lnTo>
                  <a:pt x="5993751" y="5164504"/>
                </a:lnTo>
                <a:close/>
              </a:path>
              <a:path w="6281419" h="7004050">
                <a:moveTo>
                  <a:pt x="5914070" y="5023347"/>
                </a:moveTo>
                <a:lnTo>
                  <a:pt x="5881651" y="4967196"/>
                </a:lnTo>
                <a:lnTo>
                  <a:pt x="5937803" y="4934777"/>
                </a:lnTo>
                <a:lnTo>
                  <a:pt x="5970222" y="4990928"/>
                </a:lnTo>
                <a:lnTo>
                  <a:pt x="5914070" y="5023347"/>
                </a:lnTo>
                <a:close/>
              </a:path>
              <a:path w="6281419" h="7004050">
                <a:moveTo>
                  <a:pt x="5834383" y="4882179"/>
                </a:moveTo>
                <a:lnTo>
                  <a:pt x="5803537" y="4828755"/>
                </a:lnTo>
                <a:lnTo>
                  <a:pt x="5856961" y="4797910"/>
                </a:lnTo>
                <a:lnTo>
                  <a:pt x="5887806" y="4851333"/>
                </a:lnTo>
                <a:lnTo>
                  <a:pt x="5834383" y="4882179"/>
                </a:lnTo>
                <a:close/>
              </a:path>
              <a:path w="6281419" h="7004050">
                <a:moveTo>
                  <a:pt x="5754696" y="4741010"/>
                </a:moveTo>
                <a:lnTo>
                  <a:pt x="5725424" y="4690309"/>
                </a:lnTo>
                <a:lnTo>
                  <a:pt x="5776125" y="4661037"/>
                </a:lnTo>
                <a:lnTo>
                  <a:pt x="5805397" y="4711738"/>
                </a:lnTo>
                <a:lnTo>
                  <a:pt x="5754696" y="4741010"/>
                </a:lnTo>
                <a:close/>
              </a:path>
              <a:path w="6281419" h="7004050">
                <a:moveTo>
                  <a:pt x="5675130" y="4599416"/>
                </a:moveTo>
                <a:lnTo>
                  <a:pt x="5647749" y="4551990"/>
                </a:lnTo>
                <a:lnTo>
                  <a:pt x="5695175" y="4524602"/>
                </a:lnTo>
                <a:lnTo>
                  <a:pt x="5722563" y="4572035"/>
                </a:lnTo>
                <a:lnTo>
                  <a:pt x="5675130" y="4599416"/>
                </a:lnTo>
                <a:close/>
              </a:path>
              <a:path w="6281419" h="7004050">
                <a:moveTo>
                  <a:pt x="5595443" y="4458254"/>
                </a:moveTo>
                <a:lnTo>
                  <a:pt x="5569635" y="4413550"/>
                </a:lnTo>
                <a:lnTo>
                  <a:pt x="5614340" y="4387736"/>
                </a:lnTo>
                <a:lnTo>
                  <a:pt x="5640153" y="4432440"/>
                </a:lnTo>
                <a:lnTo>
                  <a:pt x="5595443" y="4458254"/>
                </a:lnTo>
                <a:close/>
              </a:path>
              <a:path w="6281419" h="7004050">
                <a:moveTo>
                  <a:pt x="5515642" y="4317517"/>
                </a:moveTo>
                <a:lnTo>
                  <a:pt x="5491090" y="4274995"/>
                </a:lnTo>
                <a:lnTo>
                  <a:pt x="5533618" y="4250444"/>
                </a:lnTo>
                <a:lnTo>
                  <a:pt x="5558169" y="4292965"/>
                </a:lnTo>
                <a:lnTo>
                  <a:pt x="5515642" y="4317517"/>
                </a:lnTo>
                <a:close/>
              </a:path>
              <a:path w="6281419" h="7004050">
                <a:moveTo>
                  <a:pt x="5435847" y="4176785"/>
                </a:moveTo>
                <a:lnTo>
                  <a:pt x="5412558" y="4136440"/>
                </a:lnTo>
                <a:lnTo>
                  <a:pt x="5452897" y="4113152"/>
                </a:lnTo>
                <a:lnTo>
                  <a:pt x="5476192" y="4153491"/>
                </a:lnTo>
                <a:lnTo>
                  <a:pt x="5435847" y="4176785"/>
                </a:lnTo>
                <a:close/>
              </a:path>
              <a:path w="6281419" h="7004050">
                <a:moveTo>
                  <a:pt x="5356159" y="4035617"/>
                </a:moveTo>
                <a:lnTo>
                  <a:pt x="5334445" y="3998000"/>
                </a:lnTo>
                <a:lnTo>
                  <a:pt x="5372062" y="3976286"/>
                </a:lnTo>
                <a:lnTo>
                  <a:pt x="5393776" y="4013896"/>
                </a:lnTo>
                <a:lnTo>
                  <a:pt x="5356159" y="4035617"/>
                </a:lnTo>
                <a:close/>
              </a:path>
              <a:path w="6281419" h="7004050">
                <a:moveTo>
                  <a:pt x="5276358" y="3894886"/>
                </a:moveTo>
                <a:lnTo>
                  <a:pt x="5255900" y="3859446"/>
                </a:lnTo>
                <a:lnTo>
                  <a:pt x="5291334" y="3838988"/>
                </a:lnTo>
                <a:lnTo>
                  <a:pt x="5311798" y="3874427"/>
                </a:lnTo>
                <a:lnTo>
                  <a:pt x="5276358" y="3894886"/>
                </a:lnTo>
                <a:close/>
              </a:path>
              <a:path w="6281419" h="7004050">
                <a:moveTo>
                  <a:pt x="5196677" y="3753717"/>
                </a:moveTo>
                <a:lnTo>
                  <a:pt x="5177793" y="3721006"/>
                </a:lnTo>
                <a:lnTo>
                  <a:pt x="5210498" y="3702122"/>
                </a:lnTo>
                <a:lnTo>
                  <a:pt x="5229382" y="3734833"/>
                </a:lnTo>
                <a:lnTo>
                  <a:pt x="5196677" y="3753717"/>
                </a:lnTo>
                <a:close/>
              </a:path>
              <a:path w="6281419" h="7004050">
                <a:moveTo>
                  <a:pt x="5116882" y="3612979"/>
                </a:moveTo>
                <a:lnTo>
                  <a:pt x="5099254" y="3582451"/>
                </a:lnTo>
                <a:lnTo>
                  <a:pt x="5129776" y="3564823"/>
                </a:lnTo>
                <a:lnTo>
                  <a:pt x="5147404" y="3595358"/>
                </a:lnTo>
                <a:lnTo>
                  <a:pt x="5116882" y="3612979"/>
                </a:lnTo>
                <a:close/>
              </a:path>
              <a:path w="6281419" h="7004050">
                <a:moveTo>
                  <a:pt x="5036961" y="3472673"/>
                </a:moveTo>
                <a:lnTo>
                  <a:pt x="5020278" y="3443782"/>
                </a:lnTo>
                <a:lnTo>
                  <a:pt x="5049169" y="3427100"/>
                </a:lnTo>
                <a:lnTo>
                  <a:pt x="5065852" y="3455991"/>
                </a:lnTo>
                <a:lnTo>
                  <a:pt x="5036961" y="3472673"/>
                </a:lnTo>
                <a:close/>
              </a:path>
              <a:path w="6281419" h="7004050">
                <a:moveTo>
                  <a:pt x="4957273" y="3331511"/>
                </a:moveTo>
                <a:lnTo>
                  <a:pt x="4942171" y="3305348"/>
                </a:lnTo>
                <a:lnTo>
                  <a:pt x="4968340" y="3290240"/>
                </a:lnTo>
                <a:lnTo>
                  <a:pt x="4983442" y="3316403"/>
                </a:lnTo>
                <a:lnTo>
                  <a:pt x="4957273" y="3331511"/>
                </a:lnTo>
                <a:close/>
              </a:path>
              <a:path w="6281419" h="7004050">
                <a:moveTo>
                  <a:pt x="4877478" y="3190774"/>
                </a:moveTo>
                <a:lnTo>
                  <a:pt x="4863626" y="3166788"/>
                </a:lnTo>
                <a:lnTo>
                  <a:pt x="4887618" y="3152935"/>
                </a:lnTo>
                <a:lnTo>
                  <a:pt x="4901464" y="3176921"/>
                </a:lnTo>
                <a:lnTo>
                  <a:pt x="4877478" y="3190774"/>
                </a:lnTo>
                <a:close/>
              </a:path>
              <a:path w="6281419" h="7004050">
                <a:moveTo>
                  <a:pt x="4797563" y="3050468"/>
                </a:moveTo>
                <a:lnTo>
                  <a:pt x="4784656" y="3028113"/>
                </a:lnTo>
                <a:lnTo>
                  <a:pt x="4807012" y="3015212"/>
                </a:lnTo>
                <a:lnTo>
                  <a:pt x="4819918" y="3037567"/>
                </a:lnTo>
                <a:lnTo>
                  <a:pt x="4797563" y="3050468"/>
                </a:lnTo>
                <a:close/>
              </a:path>
              <a:path w="6281419" h="7004050">
                <a:moveTo>
                  <a:pt x="4717762" y="2909731"/>
                </a:moveTo>
                <a:lnTo>
                  <a:pt x="4706118" y="2889565"/>
                </a:lnTo>
                <a:lnTo>
                  <a:pt x="4726284" y="2877921"/>
                </a:lnTo>
                <a:lnTo>
                  <a:pt x="4737928" y="2898086"/>
                </a:lnTo>
                <a:lnTo>
                  <a:pt x="4717762" y="2909731"/>
                </a:lnTo>
                <a:close/>
              </a:path>
              <a:path w="6281419" h="7004050">
                <a:moveTo>
                  <a:pt x="4637846" y="2769431"/>
                </a:moveTo>
                <a:lnTo>
                  <a:pt x="4627147" y="2750896"/>
                </a:lnTo>
                <a:lnTo>
                  <a:pt x="4645682" y="2740191"/>
                </a:lnTo>
                <a:lnTo>
                  <a:pt x="4656387" y="2758726"/>
                </a:lnTo>
                <a:lnTo>
                  <a:pt x="4637846" y="2769431"/>
                </a:lnTo>
                <a:close/>
              </a:path>
              <a:path w="6281419" h="7004050">
                <a:moveTo>
                  <a:pt x="4558045" y="2628694"/>
                </a:moveTo>
                <a:lnTo>
                  <a:pt x="4548603" y="2612341"/>
                </a:lnTo>
                <a:lnTo>
                  <a:pt x="4564962" y="2602899"/>
                </a:lnTo>
                <a:lnTo>
                  <a:pt x="4574404" y="2619252"/>
                </a:lnTo>
                <a:lnTo>
                  <a:pt x="4558045" y="2628694"/>
                </a:lnTo>
                <a:close/>
              </a:path>
              <a:path w="6281419" h="7004050">
                <a:moveTo>
                  <a:pt x="4478129" y="2488388"/>
                </a:moveTo>
                <a:lnTo>
                  <a:pt x="4469632" y="2473673"/>
                </a:lnTo>
                <a:lnTo>
                  <a:pt x="4484354" y="2465176"/>
                </a:lnTo>
                <a:lnTo>
                  <a:pt x="4492851" y="2479891"/>
                </a:lnTo>
                <a:lnTo>
                  <a:pt x="4478129" y="2488388"/>
                </a:lnTo>
                <a:close/>
              </a:path>
              <a:path w="6281419" h="7004050">
                <a:moveTo>
                  <a:pt x="4398213" y="2348082"/>
                </a:moveTo>
                <a:lnTo>
                  <a:pt x="4390662" y="2334998"/>
                </a:lnTo>
                <a:lnTo>
                  <a:pt x="4403746" y="2327446"/>
                </a:lnTo>
                <a:lnTo>
                  <a:pt x="4411298" y="2340525"/>
                </a:lnTo>
                <a:lnTo>
                  <a:pt x="4398213" y="2348082"/>
                </a:lnTo>
                <a:close/>
              </a:path>
              <a:path w="6281419" h="7004050">
                <a:moveTo>
                  <a:pt x="4318412" y="2207345"/>
                </a:moveTo>
                <a:lnTo>
                  <a:pt x="4312117" y="2196443"/>
                </a:lnTo>
                <a:lnTo>
                  <a:pt x="4323026" y="2190148"/>
                </a:lnTo>
                <a:lnTo>
                  <a:pt x="4329320" y="2201050"/>
                </a:lnTo>
                <a:lnTo>
                  <a:pt x="4318412" y="2207345"/>
                </a:lnTo>
                <a:close/>
              </a:path>
              <a:path w="6281419" h="7004050">
                <a:moveTo>
                  <a:pt x="4238503" y="2067045"/>
                </a:moveTo>
                <a:lnTo>
                  <a:pt x="4233147" y="2057774"/>
                </a:lnTo>
                <a:lnTo>
                  <a:pt x="4242418" y="2052425"/>
                </a:lnTo>
                <a:lnTo>
                  <a:pt x="4247767" y="2061696"/>
                </a:lnTo>
                <a:lnTo>
                  <a:pt x="4238503" y="2067045"/>
                </a:lnTo>
                <a:close/>
              </a:path>
              <a:path w="6281419" h="7004050">
                <a:moveTo>
                  <a:pt x="4158473" y="1927171"/>
                </a:moveTo>
                <a:lnTo>
                  <a:pt x="4153752" y="1918991"/>
                </a:lnTo>
                <a:lnTo>
                  <a:pt x="4161925" y="1914270"/>
                </a:lnTo>
                <a:lnTo>
                  <a:pt x="4166646" y="1922450"/>
                </a:lnTo>
                <a:lnTo>
                  <a:pt x="4158473" y="1927171"/>
                </a:lnTo>
                <a:close/>
              </a:path>
              <a:path w="6281419" h="7004050">
                <a:moveTo>
                  <a:pt x="4078437" y="1787296"/>
                </a:moveTo>
                <a:lnTo>
                  <a:pt x="4074344" y="1780202"/>
                </a:lnTo>
                <a:lnTo>
                  <a:pt x="4081438" y="1776109"/>
                </a:lnTo>
                <a:lnTo>
                  <a:pt x="4085531" y="1783203"/>
                </a:lnTo>
                <a:lnTo>
                  <a:pt x="4078437" y="1787296"/>
                </a:lnTo>
                <a:close/>
              </a:path>
              <a:path w="6281419" h="7004050">
                <a:moveTo>
                  <a:pt x="3998521" y="1646984"/>
                </a:moveTo>
                <a:lnTo>
                  <a:pt x="3995374" y="1641533"/>
                </a:lnTo>
                <a:lnTo>
                  <a:pt x="4000831" y="1638386"/>
                </a:lnTo>
                <a:lnTo>
                  <a:pt x="4003978" y="1643837"/>
                </a:lnTo>
                <a:lnTo>
                  <a:pt x="3998521" y="1646984"/>
                </a:lnTo>
                <a:close/>
              </a:path>
              <a:path w="6281419" h="7004050">
                <a:moveTo>
                  <a:pt x="3918492" y="1507110"/>
                </a:moveTo>
                <a:lnTo>
                  <a:pt x="3915979" y="1502750"/>
                </a:lnTo>
                <a:lnTo>
                  <a:pt x="3920338" y="1500231"/>
                </a:lnTo>
                <a:lnTo>
                  <a:pt x="3922857" y="1504590"/>
                </a:lnTo>
                <a:lnTo>
                  <a:pt x="3918492" y="1507110"/>
                </a:lnTo>
                <a:close/>
              </a:path>
              <a:path w="6281419" h="7004050">
                <a:moveTo>
                  <a:pt x="3838467" y="1367235"/>
                </a:moveTo>
                <a:lnTo>
                  <a:pt x="3836577" y="1363961"/>
                </a:lnTo>
                <a:lnTo>
                  <a:pt x="3839851" y="1362076"/>
                </a:lnTo>
                <a:lnTo>
                  <a:pt x="3841736" y="1365344"/>
                </a:lnTo>
                <a:lnTo>
                  <a:pt x="3838467" y="1367235"/>
                </a:lnTo>
                <a:close/>
              </a:path>
              <a:path w="6281419" h="7004050">
                <a:moveTo>
                  <a:pt x="3758438" y="1227354"/>
                </a:moveTo>
                <a:lnTo>
                  <a:pt x="3757182" y="1225184"/>
                </a:lnTo>
                <a:lnTo>
                  <a:pt x="3759358" y="1223921"/>
                </a:lnTo>
                <a:lnTo>
                  <a:pt x="3760615" y="1226098"/>
                </a:lnTo>
                <a:lnTo>
                  <a:pt x="3758438" y="1227354"/>
                </a:lnTo>
                <a:close/>
              </a:path>
              <a:path w="6281419" h="7004050">
                <a:moveTo>
                  <a:pt x="3679494" y="1086852"/>
                </a:moveTo>
                <a:lnTo>
                  <a:pt x="3678038" y="1086852"/>
                </a:lnTo>
                <a:lnTo>
                  <a:pt x="3677774" y="1086395"/>
                </a:lnTo>
                <a:lnTo>
                  <a:pt x="3679229" y="1086395"/>
                </a:lnTo>
                <a:lnTo>
                  <a:pt x="3679494" y="1086852"/>
                </a:lnTo>
                <a:close/>
              </a:path>
              <a:path w="6281419" h="7004050">
                <a:moveTo>
                  <a:pt x="6281130" y="5348153"/>
                </a:moveTo>
                <a:lnTo>
                  <a:pt x="6254564" y="5302132"/>
                </a:lnTo>
                <a:lnTo>
                  <a:pt x="6281130" y="5286794"/>
                </a:lnTo>
                <a:lnTo>
                  <a:pt x="6281130" y="5348153"/>
                </a:lnTo>
                <a:close/>
              </a:path>
              <a:path w="6281419" h="7004050">
                <a:moveTo>
                  <a:pt x="6212334" y="5225846"/>
                </a:moveTo>
                <a:lnTo>
                  <a:pt x="6176456" y="5163698"/>
                </a:lnTo>
                <a:lnTo>
                  <a:pt x="6238605" y="5127814"/>
                </a:lnTo>
                <a:lnTo>
                  <a:pt x="6274488" y="5189963"/>
                </a:lnTo>
                <a:lnTo>
                  <a:pt x="6212334" y="5225846"/>
                </a:lnTo>
                <a:close/>
              </a:path>
              <a:path w="6281419" h="7004050">
                <a:moveTo>
                  <a:pt x="6132647" y="5084678"/>
                </a:moveTo>
                <a:lnTo>
                  <a:pt x="6098343" y="5025258"/>
                </a:lnTo>
                <a:lnTo>
                  <a:pt x="6157769" y="4990948"/>
                </a:lnTo>
                <a:lnTo>
                  <a:pt x="6192073" y="5050367"/>
                </a:lnTo>
                <a:lnTo>
                  <a:pt x="6132647" y="5084678"/>
                </a:lnTo>
                <a:close/>
              </a:path>
              <a:path w="6281419" h="7004050">
                <a:moveTo>
                  <a:pt x="6052967" y="4943515"/>
                </a:moveTo>
                <a:lnTo>
                  <a:pt x="6020230" y="4886818"/>
                </a:lnTo>
                <a:lnTo>
                  <a:pt x="6076933" y="4854082"/>
                </a:lnTo>
                <a:lnTo>
                  <a:pt x="6109664" y="4910779"/>
                </a:lnTo>
                <a:lnTo>
                  <a:pt x="6052967" y="4943515"/>
                </a:lnTo>
                <a:close/>
              </a:path>
              <a:path w="6281419" h="7004050">
                <a:moveTo>
                  <a:pt x="5973278" y="4802347"/>
                </a:moveTo>
                <a:lnTo>
                  <a:pt x="5942116" y="4748378"/>
                </a:lnTo>
                <a:lnTo>
                  <a:pt x="5996091" y="4717215"/>
                </a:lnTo>
                <a:lnTo>
                  <a:pt x="6027247" y="4771184"/>
                </a:lnTo>
                <a:lnTo>
                  <a:pt x="5973278" y="4802347"/>
                </a:lnTo>
                <a:close/>
              </a:path>
              <a:path w="6281419" h="7004050">
                <a:moveTo>
                  <a:pt x="5893713" y="4660753"/>
                </a:moveTo>
                <a:lnTo>
                  <a:pt x="5864441" y="4610052"/>
                </a:lnTo>
                <a:lnTo>
                  <a:pt x="5915142" y="4580780"/>
                </a:lnTo>
                <a:lnTo>
                  <a:pt x="5944414" y="4631481"/>
                </a:lnTo>
                <a:lnTo>
                  <a:pt x="5893713" y="4660753"/>
                </a:lnTo>
                <a:close/>
              </a:path>
              <a:path w="6281419" h="7004050">
                <a:moveTo>
                  <a:pt x="5814025" y="4519584"/>
                </a:moveTo>
                <a:lnTo>
                  <a:pt x="5786327" y="4471612"/>
                </a:lnTo>
                <a:lnTo>
                  <a:pt x="5834306" y="4443914"/>
                </a:lnTo>
                <a:lnTo>
                  <a:pt x="5862004" y="4491886"/>
                </a:lnTo>
                <a:lnTo>
                  <a:pt x="5814025" y="4519584"/>
                </a:lnTo>
                <a:close/>
              </a:path>
              <a:path w="6281419" h="7004050">
                <a:moveTo>
                  <a:pt x="5734338" y="4378422"/>
                </a:moveTo>
                <a:lnTo>
                  <a:pt x="5708220" y="4333178"/>
                </a:lnTo>
                <a:lnTo>
                  <a:pt x="5753470" y="4307054"/>
                </a:lnTo>
                <a:lnTo>
                  <a:pt x="5779588" y="4352297"/>
                </a:lnTo>
                <a:lnTo>
                  <a:pt x="5734338" y="4378422"/>
                </a:lnTo>
                <a:close/>
              </a:path>
              <a:path w="6281419" h="7004050">
                <a:moveTo>
                  <a:pt x="5654657" y="4237259"/>
                </a:moveTo>
                <a:lnTo>
                  <a:pt x="5630106" y="4194738"/>
                </a:lnTo>
                <a:lnTo>
                  <a:pt x="5672634" y="4170187"/>
                </a:lnTo>
                <a:lnTo>
                  <a:pt x="5697185" y="4212708"/>
                </a:lnTo>
                <a:lnTo>
                  <a:pt x="5654657" y="4237259"/>
                </a:lnTo>
                <a:close/>
              </a:path>
              <a:path w="6281419" h="7004050">
                <a:moveTo>
                  <a:pt x="5574856" y="4096528"/>
                </a:moveTo>
                <a:lnTo>
                  <a:pt x="5551568" y="4056183"/>
                </a:lnTo>
                <a:lnTo>
                  <a:pt x="5591907" y="4032895"/>
                </a:lnTo>
                <a:lnTo>
                  <a:pt x="5615201" y="4073234"/>
                </a:lnTo>
                <a:lnTo>
                  <a:pt x="5574856" y="4096528"/>
                </a:lnTo>
                <a:close/>
              </a:path>
              <a:path w="6281419" h="7004050">
                <a:moveTo>
                  <a:pt x="5495061" y="3955785"/>
                </a:moveTo>
                <a:lnTo>
                  <a:pt x="5473030" y="3917623"/>
                </a:lnTo>
                <a:lnTo>
                  <a:pt x="5511185" y="3895591"/>
                </a:lnTo>
                <a:lnTo>
                  <a:pt x="5533217" y="3933753"/>
                </a:lnTo>
                <a:lnTo>
                  <a:pt x="5495061" y="3955785"/>
                </a:lnTo>
                <a:close/>
              </a:path>
              <a:path w="6281419" h="7004050">
                <a:moveTo>
                  <a:pt x="5415374" y="3814622"/>
                </a:moveTo>
                <a:lnTo>
                  <a:pt x="5394916" y="3779183"/>
                </a:lnTo>
                <a:lnTo>
                  <a:pt x="5430349" y="3758725"/>
                </a:lnTo>
                <a:lnTo>
                  <a:pt x="5450808" y="3794164"/>
                </a:lnTo>
                <a:lnTo>
                  <a:pt x="5415374" y="3814622"/>
                </a:lnTo>
                <a:close/>
              </a:path>
              <a:path w="6281419" h="7004050">
                <a:moveTo>
                  <a:pt x="5335573" y="3673885"/>
                </a:moveTo>
                <a:lnTo>
                  <a:pt x="5316372" y="3640634"/>
                </a:lnTo>
                <a:lnTo>
                  <a:pt x="5349629" y="3621433"/>
                </a:lnTo>
                <a:lnTo>
                  <a:pt x="5368830" y="3654683"/>
                </a:lnTo>
                <a:lnTo>
                  <a:pt x="5335573" y="3673885"/>
                </a:lnTo>
                <a:close/>
              </a:path>
              <a:path w="6281419" h="7004050">
                <a:moveTo>
                  <a:pt x="5255892" y="3532722"/>
                </a:moveTo>
                <a:lnTo>
                  <a:pt x="5238264" y="3502194"/>
                </a:lnTo>
                <a:lnTo>
                  <a:pt x="5268793" y="3484566"/>
                </a:lnTo>
                <a:lnTo>
                  <a:pt x="5286421" y="3515094"/>
                </a:lnTo>
                <a:lnTo>
                  <a:pt x="5255892" y="3532722"/>
                </a:lnTo>
                <a:close/>
              </a:path>
              <a:path w="6281419" h="7004050">
                <a:moveTo>
                  <a:pt x="5175976" y="3392416"/>
                </a:moveTo>
                <a:lnTo>
                  <a:pt x="5159294" y="3363519"/>
                </a:lnTo>
                <a:lnTo>
                  <a:pt x="5188185" y="3346836"/>
                </a:lnTo>
                <a:lnTo>
                  <a:pt x="5204868" y="3375734"/>
                </a:lnTo>
                <a:lnTo>
                  <a:pt x="5175976" y="3392416"/>
                </a:lnTo>
                <a:close/>
              </a:path>
              <a:path w="6281419" h="7004050">
                <a:moveTo>
                  <a:pt x="5096175" y="3251685"/>
                </a:moveTo>
                <a:lnTo>
                  <a:pt x="5080750" y="3224971"/>
                </a:lnTo>
                <a:lnTo>
                  <a:pt x="5107464" y="3209545"/>
                </a:lnTo>
                <a:lnTo>
                  <a:pt x="5122883" y="3236259"/>
                </a:lnTo>
                <a:lnTo>
                  <a:pt x="5096175" y="3251685"/>
                </a:lnTo>
                <a:close/>
              </a:path>
              <a:path w="6281419" h="7004050">
                <a:moveTo>
                  <a:pt x="5016488" y="3110516"/>
                </a:moveTo>
                <a:lnTo>
                  <a:pt x="5002636" y="3086530"/>
                </a:lnTo>
                <a:lnTo>
                  <a:pt x="5026628" y="3072678"/>
                </a:lnTo>
                <a:lnTo>
                  <a:pt x="5040474" y="3096664"/>
                </a:lnTo>
                <a:lnTo>
                  <a:pt x="5016488" y="3110516"/>
                </a:lnTo>
                <a:close/>
              </a:path>
              <a:path w="6281419" h="7004050">
                <a:moveTo>
                  <a:pt x="4936572" y="2970210"/>
                </a:moveTo>
                <a:lnTo>
                  <a:pt x="4923666" y="2947855"/>
                </a:lnTo>
                <a:lnTo>
                  <a:pt x="4946021" y="2934948"/>
                </a:lnTo>
                <a:lnTo>
                  <a:pt x="4958928" y="2957304"/>
                </a:lnTo>
                <a:lnTo>
                  <a:pt x="4936572" y="2970210"/>
                </a:lnTo>
                <a:close/>
              </a:path>
              <a:path w="6281419" h="7004050">
                <a:moveTo>
                  <a:pt x="4856777" y="2829473"/>
                </a:moveTo>
                <a:lnTo>
                  <a:pt x="4845134" y="2809301"/>
                </a:lnTo>
                <a:lnTo>
                  <a:pt x="4865300" y="2797656"/>
                </a:lnTo>
                <a:lnTo>
                  <a:pt x="4876944" y="2817829"/>
                </a:lnTo>
                <a:lnTo>
                  <a:pt x="4856777" y="2829473"/>
                </a:lnTo>
                <a:close/>
              </a:path>
              <a:path w="6281419" h="7004050">
                <a:moveTo>
                  <a:pt x="4776855" y="2689173"/>
                </a:moveTo>
                <a:lnTo>
                  <a:pt x="4766157" y="2670638"/>
                </a:lnTo>
                <a:lnTo>
                  <a:pt x="4784692" y="2659933"/>
                </a:lnTo>
                <a:lnTo>
                  <a:pt x="4795397" y="2678469"/>
                </a:lnTo>
                <a:lnTo>
                  <a:pt x="4776855" y="2689173"/>
                </a:lnTo>
                <a:close/>
              </a:path>
              <a:path w="6281419" h="7004050">
                <a:moveTo>
                  <a:pt x="4697061" y="2548436"/>
                </a:moveTo>
                <a:lnTo>
                  <a:pt x="4687618" y="2532084"/>
                </a:lnTo>
                <a:lnTo>
                  <a:pt x="4703977" y="2522642"/>
                </a:lnTo>
                <a:lnTo>
                  <a:pt x="4713419" y="2538994"/>
                </a:lnTo>
                <a:lnTo>
                  <a:pt x="4697061" y="2548436"/>
                </a:lnTo>
                <a:close/>
              </a:path>
              <a:path w="6281419" h="7004050">
                <a:moveTo>
                  <a:pt x="4617145" y="2408124"/>
                </a:moveTo>
                <a:lnTo>
                  <a:pt x="4608648" y="2393409"/>
                </a:lnTo>
                <a:lnTo>
                  <a:pt x="4623364" y="2384912"/>
                </a:lnTo>
                <a:lnTo>
                  <a:pt x="4631860" y="2399627"/>
                </a:lnTo>
                <a:lnTo>
                  <a:pt x="4617145" y="2408124"/>
                </a:lnTo>
                <a:close/>
              </a:path>
              <a:path w="6281419" h="7004050">
                <a:moveTo>
                  <a:pt x="4537229" y="2267818"/>
                </a:moveTo>
                <a:lnTo>
                  <a:pt x="4529678" y="2254740"/>
                </a:lnTo>
                <a:lnTo>
                  <a:pt x="4542756" y="2247189"/>
                </a:lnTo>
                <a:lnTo>
                  <a:pt x="4550307" y="2260267"/>
                </a:lnTo>
                <a:lnTo>
                  <a:pt x="4537229" y="2267818"/>
                </a:lnTo>
                <a:close/>
              </a:path>
              <a:path w="6281419" h="7004050">
                <a:moveTo>
                  <a:pt x="4457428" y="2127087"/>
                </a:moveTo>
                <a:lnTo>
                  <a:pt x="4451133" y="2116186"/>
                </a:lnTo>
                <a:lnTo>
                  <a:pt x="4462035" y="2109891"/>
                </a:lnTo>
                <a:lnTo>
                  <a:pt x="4468329" y="2120792"/>
                </a:lnTo>
                <a:lnTo>
                  <a:pt x="4457428" y="2127087"/>
                </a:lnTo>
                <a:close/>
              </a:path>
              <a:path w="6281419" h="7004050">
                <a:moveTo>
                  <a:pt x="4377519" y="1986781"/>
                </a:moveTo>
                <a:lnTo>
                  <a:pt x="4372163" y="1977511"/>
                </a:lnTo>
                <a:lnTo>
                  <a:pt x="4381427" y="1972161"/>
                </a:lnTo>
                <a:lnTo>
                  <a:pt x="4386783" y="1981432"/>
                </a:lnTo>
                <a:lnTo>
                  <a:pt x="4377519" y="1986781"/>
                </a:lnTo>
                <a:close/>
              </a:path>
              <a:path w="6281419" h="7004050">
                <a:moveTo>
                  <a:pt x="4297489" y="1846907"/>
                </a:moveTo>
                <a:lnTo>
                  <a:pt x="4292768" y="1838734"/>
                </a:lnTo>
                <a:lnTo>
                  <a:pt x="4300941" y="1834013"/>
                </a:lnTo>
                <a:lnTo>
                  <a:pt x="4305662" y="1842186"/>
                </a:lnTo>
                <a:lnTo>
                  <a:pt x="4297489" y="1846907"/>
                </a:lnTo>
                <a:close/>
              </a:path>
              <a:path w="6281419" h="7004050">
                <a:moveTo>
                  <a:pt x="4217453" y="1707033"/>
                </a:moveTo>
                <a:lnTo>
                  <a:pt x="4213360" y="1699945"/>
                </a:lnTo>
                <a:lnTo>
                  <a:pt x="4220448" y="1695852"/>
                </a:lnTo>
                <a:lnTo>
                  <a:pt x="4224541" y="1702940"/>
                </a:lnTo>
                <a:lnTo>
                  <a:pt x="4217453" y="1707033"/>
                </a:lnTo>
                <a:close/>
              </a:path>
              <a:path w="6281419" h="7004050">
                <a:moveTo>
                  <a:pt x="4137537" y="1566727"/>
                </a:moveTo>
                <a:lnTo>
                  <a:pt x="4134390" y="1561276"/>
                </a:lnTo>
                <a:lnTo>
                  <a:pt x="4139841" y="1558129"/>
                </a:lnTo>
                <a:lnTo>
                  <a:pt x="4142988" y="1563579"/>
                </a:lnTo>
                <a:lnTo>
                  <a:pt x="4137537" y="1566727"/>
                </a:lnTo>
                <a:close/>
              </a:path>
              <a:path w="6281419" h="7004050">
                <a:moveTo>
                  <a:pt x="4057508" y="1426852"/>
                </a:moveTo>
                <a:lnTo>
                  <a:pt x="4054995" y="1422493"/>
                </a:lnTo>
                <a:lnTo>
                  <a:pt x="4059354" y="1419974"/>
                </a:lnTo>
                <a:lnTo>
                  <a:pt x="4061873" y="1424333"/>
                </a:lnTo>
                <a:lnTo>
                  <a:pt x="4057508" y="1426852"/>
                </a:lnTo>
                <a:close/>
              </a:path>
              <a:path w="6281419" h="7004050">
                <a:moveTo>
                  <a:pt x="3977478" y="1286978"/>
                </a:moveTo>
                <a:lnTo>
                  <a:pt x="3975586" y="1283704"/>
                </a:lnTo>
                <a:lnTo>
                  <a:pt x="3978861" y="1281813"/>
                </a:lnTo>
                <a:lnTo>
                  <a:pt x="3980752" y="1285087"/>
                </a:lnTo>
                <a:lnTo>
                  <a:pt x="3977478" y="1286978"/>
                </a:lnTo>
                <a:close/>
              </a:path>
              <a:path w="6281419" h="7004050">
                <a:moveTo>
                  <a:pt x="3897448" y="1147097"/>
                </a:moveTo>
                <a:lnTo>
                  <a:pt x="3896191" y="1144921"/>
                </a:lnTo>
                <a:lnTo>
                  <a:pt x="3898368" y="1143664"/>
                </a:lnTo>
                <a:lnTo>
                  <a:pt x="3899624" y="1145841"/>
                </a:lnTo>
                <a:lnTo>
                  <a:pt x="3897448" y="1147097"/>
                </a:lnTo>
                <a:close/>
              </a:path>
              <a:path w="6281419" h="7004050">
                <a:moveTo>
                  <a:pt x="3818509" y="1006594"/>
                </a:moveTo>
                <a:lnTo>
                  <a:pt x="3817056" y="1006594"/>
                </a:lnTo>
                <a:lnTo>
                  <a:pt x="3816790" y="1006131"/>
                </a:lnTo>
                <a:lnTo>
                  <a:pt x="3818243" y="1006131"/>
                </a:lnTo>
                <a:lnTo>
                  <a:pt x="3818509" y="1006594"/>
                </a:lnTo>
                <a:close/>
              </a:path>
              <a:path w="6281419" h="7004050">
                <a:moveTo>
                  <a:pt x="6271663" y="5004420"/>
                </a:moveTo>
                <a:lnTo>
                  <a:pt x="6237360" y="4944994"/>
                </a:lnTo>
                <a:lnTo>
                  <a:pt x="6281130" y="4919725"/>
                </a:lnTo>
                <a:lnTo>
                  <a:pt x="6281130" y="4998954"/>
                </a:lnTo>
                <a:lnTo>
                  <a:pt x="6271663" y="5004420"/>
                </a:lnTo>
                <a:close/>
              </a:path>
              <a:path w="6281419" h="7004050">
                <a:moveTo>
                  <a:pt x="6191976" y="4863251"/>
                </a:moveTo>
                <a:lnTo>
                  <a:pt x="6159246" y="4806554"/>
                </a:lnTo>
                <a:lnTo>
                  <a:pt x="6215943" y="4773824"/>
                </a:lnTo>
                <a:lnTo>
                  <a:pt x="6248673" y="4830521"/>
                </a:lnTo>
                <a:lnTo>
                  <a:pt x="6191976" y="4863251"/>
                </a:lnTo>
                <a:close/>
              </a:path>
              <a:path w="6281419" h="7004050">
                <a:moveTo>
                  <a:pt x="6112295" y="4722083"/>
                </a:moveTo>
                <a:lnTo>
                  <a:pt x="6081132" y="4668114"/>
                </a:lnTo>
                <a:lnTo>
                  <a:pt x="6135101" y="4636958"/>
                </a:lnTo>
                <a:lnTo>
                  <a:pt x="6166264" y="4690926"/>
                </a:lnTo>
                <a:lnTo>
                  <a:pt x="6112295" y="4722083"/>
                </a:lnTo>
                <a:close/>
              </a:path>
              <a:path w="6281419" h="7004050">
                <a:moveTo>
                  <a:pt x="6032608" y="4580926"/>
                </a:moveTo>
                <a:lnTo>
                  <a:pt x="6003025" y="4529680"/>
                </a:lnTo>
                <a:lnTo>
                  <a:pt x="6054272" y="4500091"/>
                </a:lnTo>
                <a:lnTo>
                  <a:pt x="6083855" y="4551337"/>
                </a:lnTo>
                <a:lnTo>
                  <a:pt x="6032608" y="4580926"/>
                </a:lnTo>
                <a:close/>
              </a:path>
              <a:path w="6281419" h="7004050">
                <a:moveTo>
                  <a:pt x="5953042" y="4439326"/>
                </a:moveTo>
                <a:lnTo>
                  <a:pt x="5925344" y="4391347"/>
                </a:lnTo>
                <a:lnTo>
                  <a:pt x="5973315" y="4363649"/>
                </a:lnTo>
                <a:lnTo>
                  <a:pt x="6001014" y="4411627"/>
                </a:lnTo>
                <a:lnTo>
                  <a:pt x="5953042" y="4439326"/>
                </a:lnTo>
                <a:close/>
              </a:path>
              <a:path w="6281419" h="7004050">
                <a:moveTo>
                  <a:pt x="5873355" y="4298157"/>
                </a:moveTo>
                <a:lnTo>
                  <a:pt x="5847237" y="4252914"/>
                </a:lnTo>
                <a:lnTo>
                  <a:pt x="5892486" y="4226789"/>
                </a:lnTo>
                <a:lnTo>
                  <a:pt x="5918605" y="4272033"/>
                </a:lnTo>
                <a:lnTo>
                  <a:pt x="5873355" y="4298157"/>
                </a:lnTo>
                <a:close/>
              </a:path>
              <a:path w="6281419" h="7004050">
                <a:moveTo>
                  <a:pt x="5793674" y="4156995"/>
                </a:moveTo>
                <a:lnTo>
                  <a:pt x="5769123" y="4114473"/>
                </a:lnTo>
                <a:lnTo>
                  <a:pt x="5811644" y="4089922"/>
                </a:lnTo>
                <a:lnTo>
                  <a:pt x="5836195" y="4132444"/>
                </a:lnTo>
                <a:lnTo>
                  <a:pt x="5793674" y="4156995"/>
                </a:lnTo>
                <a:close/>
              </a:path>
              <a:path w="6281419" h="7004050">
                <a:moveTo>
                  <a:pt x="5713873" y="4016263"/>
                </a:moveTo>
                <a:lnTo>
                  <a:pt x="5690585" y="3975925"/>
                </a:lnTo>
                <a:lnTo>
                  <a:pt x="5730923" y="3952630"/>
                </a:lnTo>
                <a:lnTo>
                  <a:pt x="5754218" y="3992975"/>
                </a:lnTo>
                <a:lnTo>
                  <a:pt x="5713873" y="4016263"/>
                </a:lnTo>
                <a:close/>
              </a:path>
              <a:path w="6281419" h="7004050">
                <a:moveTo>
                  <a:pt x="5634072" y="3875520"/>
                </a:moveTo>
                <a:lnTo>
                  <a:pt x="5612040" y="3837364"/>
                </a:lnTo>
                <a:lnTo>
                  <a:pt x="5650202" y="3815333"/>
                </a:lnTo>
                <a:lnTo>
                  <a:pt x="5672233" y="3853488"/>
                </a:lnTo>
                <a:lnTo>
                  <a:pt x="5634072" y="3875520"/>
                </a:lnTo>
                <a:close/>
              </a:path>
              <a:path w="6281419" h="7004050">
                <a:moveTo>
                  <a:pt x="5554391" y="3734364"/>
                </a:moveTo>
                <a:lnTo>
                  <a:pt x="5533933" y="3698924"/>
                </a:lnTo>
                <a:lnTo>
                  <a:pt x="5569366" y="3678466"/>
                </a:lnTo>
                <a:lnTo>
                  <a:pt x="5589824" y="3713906"/>
                </a:lnTo>
                <a:lnTo>
                  <a:pt x="5554391" y="3734364"/>
                </a:lnTo>
                <a:close/>
              </a:path>
              <a:path w="6281419" h="7004050">
                <a:moveTo>
                  <a:pt x="5474590" y="3593620"/>
                </a:moveTo>
                <a:lnTo>
                  <a:pt x="5455388" y="3560369"/>
                </a:lnTo>
                <a:lnTo>
                  <a:pt x="5488639" y="3541174"/>
                </a:lnTo>
                <a:lnTo>
                  <a:pt x="5507840" y="3574425"/>
                </a:lnTo>
                <a:lnTo>
                  <a:pt x="5474590" y="3593620"/>
                </a:lnTo>
                <a:close/>
              </a:path>
              <a:path w="6281419" h="7004050">
                <a:moveTo>
                  <a:pt x="5394904" y="3452464"/>
                </a:moveTo>
                <a:lnTo>
                  <a:pt x="5377274" y="3421929"/>
                </a:lnTo>
                <a:lnTo>
                  <a:pt x="5407803" y="3404308"/>
                </a:lnTo>
                <a:lnTo>
                  <a:pt x="5425431" y="3434836"/>
                </a:lnTo>
                <a:lnTo>
                  <a:pt x="5394904" y="3452464"/>
                </a:lnTo>
                <a:close/>
              </a:path>
              <a:path w="6281419" h="7004050">
                <a:moveTo>
                  <a:pt x="5314987" y="3312152"/>
                </a:moveTo>
                <a:lnTo>
                  <a:pt x="5298304" y="3283260"/>
                </a:lnTo>
                <a:lnTo>
                  <a:pt x="5327202" y="3266578"/>
                </a:lnTo>
                <a:lnTo>
                  <a:pt x="5343884" y="3295469"/>
                </a:lnTo>
                <a:lnTo>
                  <a:pt x="5314987" y="3312152"/>
                </a:lnTo>
                <a:close/>
              </a:path>
              <a:path w="6281419" h="7004050">
                <a:moveTo>
                  <a:pt x="5235186" y="3171421"/>
                </a:moveTo>
                <a:lnTo>
                  <a:pt x="5219766" y="3144706"/>
                </a:lnTo>
                <a:lnTo>
                  <a:pt x="5246480" y="3129286"/>
                </a:lnTo>
                <a:lnTo>
                  <a:pt x="5261900" y="3156001"/>
                </a:lnTo>
                <a:lnTo>
                  <a:pt x="5235186" y="3171421"/>
                </a:lnTo>
                <a:close/>
              </a:path>
              <a:path w="6281419" h="7004050">
                <a:moveTo>
                  <a:pt x="5155505" y="3030252"/>
                </a:moveTo>
                <a:lnTo>
                  <a:pt x="5141652" y="3006266"/>
                </a:lnTo>
                <a:lnTo>
                  <a:pt x="5165638" y="2992420"/>
                </a:lnTo>
                <a:lnTo>
                  <a:pt x="5179491" y="3016406"/>
                </a:lnTo>
                <a:lnTo>
                  <a:pt x="5155505" y="3030252"/>
                </a:lnTo>
                <a:close/>
              </a:path>
              <a:path w="6281419" h="7004050">
                <a:moveTo>
                  <a:pt x="5075589" y="2889952"/>
                </a:moveTo>
                <a:lnTo>
                  <a:pt x="5062682" y="2867597"/>
                </a:lnTo>
                <a:lnTo>
                  <a:pt x="5085031" y="2854690"/>
                </a:lnTo>
                <a:lnTo>
                  <a:pt x="5097938" y="2877046"/>
                </a:lnTo>
                <a:lnTo>
                  <a:pt x="5075589" y="2889952"/>
                </a:lnTo>
                <a:close/>
              </a:path>
              <a:path w="6281419" h="7004050">
                <a:moveTo>
                  <a:pt x="4995788" y="2749215"/>
                </a:moveTo>
                <a:lnTo>
                  <a:pt x="4984144" y="2729042"/>
                </a:lnTo>
                <a:lnTo>
                  <a:pt x="5004316" y="2717398"/>
                </a:lnTo>
                <a:lnTo>
                  <a:pt x="5015960" y="2737564"/>
                </a:lnTo>
                <a:lnTo>
                  <a:pt x="4995788" y="2749215"/>
                </a:lnTo>
                <a:close/>
              </a:path>
              <a:path w="6281419" h="7004050">
                <a:moveTo>
                  <a:pt x="4915872" y="2608909"/>
                </a:moveTo>
                <a:lnTo>
                  <a:pt x="4905173" y="2590374"/>
                </a:lnTo>
                <a:lnTo>
                  <a:pt x="4923708" y="2579675"/>
                </a:lnTo>
                <a:lnTo>
                  <a:pt x="4934407" y="2598211"/>
                </a:lnTo>
                <a:lnTo>
                  <a:pt x="4915872" y="2608909"/>
                </a:lnTo>
                <a:close/>
              </a:path>
              <a:path w="6281419" h="7004050">
                <a:moveTo>
                  <a:pt x="4836077" y="2468172"/>
                </a:moveTo>
                <a:lnTo>
                  <a:pt x="4826635" y="2451819"/>
                </a:lnTo>
                <a:lnTo>
                  <a:pt x="4842987" y="2442377"/>
                </a:lnTo>
                <a:lnTo>
                  <a:pt x="4852429" y="2458730"/>
                </a:lnTo>
                <a:lnTo>
                  <a:pt x="4836077" y="2468172"/>
                </a:lnTo>
                <a:close/>
              </a:path>
              <a:path w="6281419" h="7004050">
                <a:moveTo>
                  <a:pt x="4756155" y="2327866"/>
                </a:moveTo>
                <a:lnTo>
                  <a:pt x="4747659" y="2313151"/>
                </a:lnTo>
                <a:lnTo>
                  <a:pt x="4762380" y="2304654"/>
                </a:lnTo>
                <a:lnTo>
                  <a:pt x="4770877" y="2319369"/>
                </a:lnTo>
                <a:lnTo>
                  <a:pt x="4756155" y="2327866"/>
                </a:lnTo>
                <a:close/>
              </a:path>
              <a:path w="6281419" h="7004050">
                <a:moveTo>
                  <a:pt x="4676239" y="2187560"/>
                </a:moveTo>
                <a:lnTo>
                  <a:pt x="4668688" y="2174482"/>
                </a:lnTo>
                <a:lnTo>
                  <a:pt x="4681772" y="2166925"/>
                </a:lnTo>
                <a:lnTo>
                  <a:pt x="4689324" y="2180009"/>
                </a:lnTo>
                <a:lnTo>
                  <a:pt x="4676239" y="2187560"/>
                </a:lnTo>
                <a:close/>
              </a:path>
              <a:path w="6281419" h="7004050">
                <a:moveTo>
                  <a:pt x="4596444" y="2046823"/>
                </a:moveTo>
                <a:lnTo>
                  <a:pt x="4590150" y="2035921"/>
                </a:lnTo>
                <a:lnTo>
                  <a:pt x="4601051" y="2029626"/>
                </a:lnTo>
                <a:lnTo>
                  <a:pt x="4607346" y="2040528"/>
                </a:lnTo>
                <a:lnTo>
                  <a:pt x="4596444" y="2046823"/>
                </a:lnTo>
                <a:close/>
              </a:path>
              <a:path w="6281419" h="7004050">
                <a:moveTo>
                  <a:pt x="4516529" y="1906523"/>
                </a:moveTo>
                <a:lnTo>
                  <a:pt x="4511173" y="1897253"/>
                </a:lnTo>
                <a:lnTo>
                  <a:pt x="4520444" y="1891903"/>
                </a:lnTo>
                <a:lnTo>
                  <a:pt x="4525800" y="1901174"/>
                </a:lnTo>
                <a:lnTo>
                  <a:pt x="4516529" y="1906523"/>
                </a:lnTo>
                <a:close/>
              </a:path>
              <a:path w="6281419" h="7004050">
                <a:moveTo>
                  <a:pt x="4436499" y="1766649"/>
                </a:moveTo>
                <a:lnTo>
                  <a:pt x="4431777" y="1758469"/>
                </a:lnTo>
                <a:lnTo>
                  <a:pt x="4439957" y="1753748"/>
                </a:lnTo>
                <a:lnTo>
                  <a:pt x="4444678" y="1761928"/>
                </a:lnTo>
                <a:lnTo>
                  <a:pt x="4436499" y="1766649"/>
                </a:lnTo>
                <a:close/>
              </a:path>
              <a:path w="6281419" h="7004050">
                <a:moveTo>
                  <a:pt x="4356469" y="1626774"/>
                </a:moveTo>
                <a:lnTo>
                  <a:pt x="4352376" y="1619680"/>
                </a:lnTo>
                <a:lnTo>
                  <a:pt x="4359464" y="1615587"/>
                </a:lnTo>
                <a:lnTo>
                  <a:pt x="4363557" y="1622681"/>
                </a:lnTo>
                <a:lnTo>
                  <a:pt x="4356469" y="1626774"/>
                </a:lnTo>
                <a:close/>
              </a:path>
              <a:path w="6281419" h="7004050">
                <a:moveTo>
                  <a:pt x="4276553" y="1486462"/>
                </a:moveTo>
                <a:lnTo>
                  <a:pt x="4273406" y="1481011"/>
                </a:lnTo>
                <a:lnTo>
                  <a:pt x="4278857" y="1477864"/>
                </a:lnTo>
                <a:lnTo>
                  <a:pt x="4282004" y="1483315"/>
                </a:lnTo>
                <a:lnTo>
                  <a:pt x="4276553" y="1486462"/>
                </a:lnTo>
                <a:close/>
              </a:path>
              <a:path w="6281419" h="7004050">
                <a:moveTo>
                  <a:pt x="4196523" y="1346588"/>
                </a:moveTo>
                <a:lnTo>
                  <a:pt x="4194004" y="1342228"/>
                </a:lnTo>
                <a:lnTo>
                  <a:pt x="4198370" y="1339709"/>
                </a:lnTo>
                <a:lnTo>
                  <a:pt x="4200889" y="1344068"/>
                </a:lnTo>
                <a:lnTo>
                  <a:pt x="4196523" y="1346588"/>
                </a:lnTo>
                <a:close/>
              </a:path>
              <a:path w="6281419" h="7004050">
                <a:moveTo>
                  <a:pt x="4116494" y="1206713"/>
                </a:moveTo>
                <a:lnTo>
                  <a:pt x="4114602" y="1203445"/>
                </a:lnTo>
                <a:lnTo>
                  <a:pt x="4117871" y="1201554"/>
                </a:lnTo>
                <a:lnTo>
                  <a:pt x="4119762" y="1204829"/>
                </a:lnTo>
                <a:lnTo>
                  <a:pt x="4116494" y="1206713"/>
                </a:lnTo>
                <a:close/>
              </a:path>
              <a:path w="6281419" h="7004050">
                <a:moveTo>
                  <a:pt x="4036458" y="1066839"/>
                </a:moveTo>
                <a:lnTo>
                  <a:pt x="4035201" y="1064662"/>
                </a:lnTo>
                <a:lnTo>
                  <a:pt x="4037384" y="1063406"/>
                </a:lnTo>
                <a:lnTo>
                  <a:pt x="4038641" y="1065576"/>
                </a:lnTo>
                <a:lnTo>
                  <a:pt x="4036458" y="1066839"/>
                </a:lnTo>
                <a:close/>
              </a:path>
              <a:path w="6281419" h="7004050">
                <a:moveTo>
                  <a:pt x="3957519" y="926330"/>
                </a:moveTo>
                <a:lnTo>
                  <a:pt x="3956070" y="926330"/>
                </a:lnTo>
                <a:lnTo>
                  <a:pt x="3955806" y="925873"/>
                </a:lnTo>
                <a:lnTo>
                  <a:pt x="3957255" y="925873"/>
                </a:lnTo>
                <a:lnTo>
                  <a:pt x="3957519" y="926330"/>
                </a:lnTo>
                <a:close/>
              </a:path>
              <a:path w="6281419" h="7004050">
                <a:moveTo>
                  <a:pt x="6251311" y="4641824"/>
                </a:moveTo>
                <a:lnTo>
                  <a:pt x="6220148" y="4587856"/>
                </a:lnTo>
                <a:lnTo>
                  <a:pt x="6274116" y="4556692"/>
                </a:lnTo>
                <a:lnTo>
                  <a:pt x="6281130" y="4568839"/>
                </a:lnTo>
                <a:lnTo>
                  <a:pt x="6281130" y="4624606"/>
                </a:lnTo>
                <a:lnTo>
                  <a:pt x="6251311" y="4641824"/>
                </a:lnTo>
                <a:close/>
              </a:path>
              <a:path w="6281419" h="7004050">
                <a:moveTo>
                  <a:pt x="6171624" y="4500662"/>
                </a:moveTo>
                <a:lnTo>
                  <a:pt x="6142041" y="4449415"/>
                </a:lnTo>
                <a:lnTo>
                  <a:pt x="6193281" y="4419832"/>
                </a:lnTo>
                <a:lnTo>
                  <a:pt x="6222870" y="4471079"/>
                </a:lnTo>
                <a:lnTo>
                  <a:pt x="6171624" y="4500662"/>
                </a:lnTo>
                <a:close/>
              </a:path>
              <a:path w="6281419" h="7004050">
                <a:moveTo>
                  <a:pt x="6092057" y="4359061"/>
                </a:moveTo>
                <a:lnTo>
                  <a:pt x="6064359" y="4311089"/>
                </a:lnTo>
                <a:lnTo>
                  <a:pt x="6112324" y="4283391"/>
                </a:lnTo>
                <a:lnTo>
                  <a:pt x="6140023" y="4331369"/>
                </a:lnTo>
                <a:lnTo>
                  <a:pt x="6092057" y="4359061"/>
                </a:lnTo>
                <a:close/>
              </a:path>
              <a:path w="6281419" h="7004050">
                <a:moveTo>
                  <a:pt x="6012370" y="4217899"/>
                </a:moveTo>
                <a:lnTo>
                  <a:pt x="5986252" y="4172655"/>
                </a:lnTo>
                <a:lnTo>
                  <a:pt x="6031495" y="4146531"/>
                </a:lnTo>
                <a:lnTo>
                  <a:pt x="6057614" y="4191774"/>
                </a:lnTo>
                <a:lnTo>
                  <a:pt x="6012370" y="4217899"/>
                </a:lnTo>
                <a:close/>
              </a:path>
              <a:path w="6281419" h="7004050">
                <a:moveTo>
                  <a:pt x="5932689" y="4076736"/>
                </a:moveTo>
                <a:lnTo>
                  <a:pt x="5908138" y="4034215"/>
                </a:lnTo>
                <a:lnTo>
                  <a:pt x="5950653" y="4009664"/>
                </a:lnTo>
                <a:lnTo>
                  <a:pt x="5975204" y="4052185"/>
                </a:lnTo>
                <a:lnTo>
                  <a:pt x="5932689" y="4076736"/>
                </a:lnTo>
                <a:close/>
              </a:path>
              <a:path w="6281419" h="7004050">
                <a:moveTo>
                  <a:pt x="5852888" y="3936005"/>
                </a:moveTo>
                <a:lnTo>
                  <a:pt x="5829594" y="3895660"/>
                </a:lnTo>
                <a:lnTo>
                  <a:pt x="5869939" y="3872372"/>
                </a:lnTo>
                <a:lnTo>
                  <a:pt x="5893227" y="3912711"/>
                </a:lnTo>
                <a:lnTo>
                  <a:pt x="5852888" y="3936005"/>
                </a:lnTo>
                <a:close/>
              </a:path>
              <a:path w="6281419" h="7004050">
                <a:moveTo>
                  <a:pt x="5773081" y="3795261"/>
                </a:moveTo>
                <a:lnTo>
                  <a:pt x="5751049" y="3757106"/>
                </a:lnTo>
                <a:lnTo>
                  <a:pt x="5789218" y="3735068"/>
                </a:lnTo>
                <a:lnTo>
                  <a:pt x="5811249" y="3773229"/>
                </a:lnTo>
                <a:lnTo>
                  <a:pt x="5773081" y="3795261"/>
                </a:lnTo>
                <a:close/>
              </a:path>
              <a:path w="6281419" h="7004050">
                <a:moveTo>
                  <a:pt x="5693400" y="3654105"/>
                </a:moveTo>
                <a:lnTo>
                  <a:pt x="5672942" y="3618666"/>
                </a:lnTo>
                <a:lnTo>
                  <a:pt x="5708381" y="3598201"/>
                </a:lnTo>
                <a:lnTo>
                  <a:pt x="5728839" y="3633641"/>
                </a:lnTo>
                <a:lnTo>
                  <a:pt x="5693400" y="3654105"/>
                </a:lnTo>
                <a:close/>
              </a:path>
              <a:path w="6281419" h="7004050">
                <a:moveTo>
                  <a:pt x="5613599" y="3513362"/>
                </a:moveTo>
                <a:lnTo>
                  <a:pt x="5594404" y="3480111"/>
                </a:lnTo>
                <a:lnTo>
                  <a:pt x="5627654" y="3460909"/>
                </a:lnTo>
                <a:lnTo>
                  <a:pt x="5646856" y="3494160"/>
                </a:lnTo>
                <a:lnTo>
                  <a:pt x="5613599" y="3513362"/>
                </a:lnTo>
                <a:close/>
              </a:path>
              <a:path w="6281419" h="7004050">
                <a:moveTo>
                  <a:pt x="5533918" y="3372199"/>
                </a:moveTo>
                <a:lnTo>
                  <a:pt x="5516290" y="3341671"/>
                </a:lnTo>
                <a:lnTo>
                  <a:pt x="5546818" y="3324043"/>
                </a:lnTo>
                <a:lnTo>
                  <a:pt x="5564446" y="3354577"/>
                </a:lnTo>
                <a:lnTo>
                  <a:pt x="5533918" y="3372199"/>
                </a:lnTo>
                <a:close/>
              </a:path>
              <a:path w="6281419" h="7004050">
                <a:moveTo>
                  <a:pt x="5454002" y="3231893"/>
                </a:moveTo>
                <a:lnTo>
                  <a:pt x="5437320" y="3202996"/>
                </a:lnTo>
                <a:lnTo>
                  <a:pt x="5466211" y="3186319"/>
                </a:lnTo>
                <a:lnTo>
                  <a:pt x="5482893" y="3215211"/>
                </a:lnTo>
                <a:lnTo>
                  <a:pt x="5454002" y="3231893"/>
                </a:lnTo>
                <a:close/>
              </a:path>
              <a:path w="6281419" h="7004050">
                <a:moveTo>
                  <a:pt x="5374201" y="3091162"/>
                </a:moveTo>
                <a:lnTo>
                  <a:pt x="5358781" y="3064448"/>
                </a:lnTo>
                <a:lnTo>
                  <a:pt x="5385496" y="3049022"/>
                </a:lnTo>
                <a:lnTo>
                  <a:pt x="5400915" y="3075736"/>
                </a:lnTo>
                <a:lnTo>
                  <a:pt x="5374201" y="3091162"/>
                </a:lnTo>
                <a:close/>
              </a:path>
              <a:path w="6281419" h="7004050">
                <a:moveTo>
                  <a:pt x="5294520" y="2949993"/>
                </a:moveTo>
                <a:lnTo>
                  <a:pt x="5280668" y="2926007"/>
                </a:lnTo>
                <a:lnTo>
                  <a:pt x="5304654" y="2912155"/>
                </a:lnTo>
                <a:lnTo>
                  <a:pt x="5318506" y="2936141"/>
                </a:lnTo>
                <a:lnTo>
                  <a:pt x="5294520" y="2949993"/>
                </a:lnTo>
                <a:close/>
              </a:path>
              <a:path w="6281419" h="7004050">
                <a:moveTo>
                  <a:pt x="5214604" y="2809688"/>
                </a:moveTo>
                <a:lnTo>
                  <a:pt x="5201697" y="2787332"/>
                </a:lnTo>
                <a:lnTo>
                  <a:pt x="5224046" y="2774432"/>
                </a:lnTo>
                <a:lnTo>
                  <a:pt x="5236953" y="2796787"/>
                </a:lnTo>
                <a:lnTo>
                  <a:pt x="5214604" y="2809688"/>
                </a:lnTo>
                <a:close/>
              </a:path>
              <a:path w="6281419" h="7004050">
                <a:moveTo>
                  <a:pt x="5134803" y="2668950"/>
                </a:moveTo>
                <a:lnTo>
                  <a:pt x="5123159" y="2648784"/>
                </a:lnTo>
                <a:lnTo>
                  <a:pt x="5143332" y="2637134"/>
                </a:lnTo>
                <a:lnTo>
                  <a:pt x="5154975" y="2657306"/>
                </a:lnTo>
                <a:lnTo>
                  <a:pt x="5134803" y="2668950"/>
                </a:lnTo>
                <a:close/>
              </a:path>
              <a:path w="6281419" h="7004050">
                <a:moveTo>
                  <a:pt x="5054887" y="2528651"/>
                </a:moveTo>
                <a:lnTo>
                  <a:pt x="5044188" y="2510115"/>
                </a:lnTo>
                <a:lnTo>
                  <a:pt x="5062724" y="2499410"/>
                </a:lnTo>
                <a:lnTo>
                  <a:pt x="5073423" y="2517946"/>
                </a:lnTo>
                <a:lnTo>
                  <a:pt x="5054887" y="2528651"/>
                </a:lnTo>
                <a:close/>
              </a:path>
              <a:path w="6281419" h="7004050">
                <a:moveTo>
                  <a:pt x="4975086" y="2387913"/>
                </a:moveTo>
                <a:lnTo>
                  <a:pt x="4965644" y="2371561"/>
                </a:lnTo>
                <a:lnTo>
                  <a:pt x="4982003" y="2362119"/>
                </a:lnTo>
                <a:lnTo>
                  <a:pt x="4991445" y="2378471"/>
                </a:lnTo>
                <a:lnTo>
                  <a:pt x="4975086" y="2387913"/>
                </a:lnTo>
                <a:close/>
              </a:path>
              <a:path w="6281419" h="7004050">
                <a:moveTo>
                  <a:pt x="4895170" y="2247608"/>
                </a:moveTo>
                <a:lnTo>
                  <a:pt x="4886674" y="2232892"/>
                </a:lnTo>
                <a:lnTo>
                  <a:pt x="4901396" y="2224389"/>
                </a:lnTo>
                <a:lnTo>
                  <a:pt x="4909892" y="2239105"/>
                </a:lnTo>
                <a:lnTo>
                  <a:pt x="4895170" y="2247608"/>
                </a:lnTo>
                <a:close/>
              </a:path>
              <a:path w="6281419" h="7004050">
                <a:moveTo>
                  <a:pt x="4815255" y="2107302"/>
                </a:moveTo>
                <a:lnTo>
                  <a:pt x="4807703" y="2094217"/>
                </a:lnTo>
                <a:lnTo>
                  <a:pt x="4820788" y="2086666"/>
                </a:lnTo>
                <a:lnTo>
                  <a:pt x="4828339" y="2099744"/>
                </a:lnTo>
                <a:lnTo>
                  <a:pt x="4815255" y="2107302"/>
                </a:lnTo>
                <a:close/>
              </a:path>
              <a:path w="6281419" h="7004050">
                <a:moveTo>
                  <a:pt x="4735453" y="1966564"/>
                </a:moveTo>
                <a:lnTo>
                  <a:pt x="4729159" y="1955663"/>
                </a:lnTo>
                <a:lnTo>
                  <a:pt x="4740067" y="1949368"/>
                </a:lnTo>
                <a:lnTo>
                  <a:pt x="4746362" y="1960270"/>
                </a:lnTo>
                <a:lnTo>
                  <a:pt x="4735453" y="1966564"/>
                </a:lnTo>
                <a:close/>
              </a:path>
              <a:path w="6281419" h="7004050">
                <a:moveTo>
                  <a:pt x="4655544" y="1826265"/>
                </a:moveTo>
                <a:lnTo>
                  <a:pt x="4650189" y="1816994"/>
                </a:lnTo>
                <a:lnTo>
                  <a:pt x="4659460" y="1811639"/>
                </a:lnTo>
                <a:lnTo>
                  <a:pt x="4664815" y="1820909"/>
                </a:lnTo>
                <a:lnTo>
                  <a:pt x="4655544" y="1826265"/>
                </a:lnTo>
                <a:close/>
              </a:path>
              <a:path w="6281419" h="7004050">
                <a:moveTo>
                  <a:pt x="4575508" y="1686390"/>
                </a:moveTo>
                <a:lnTo>
                  <a:pt x="4570787" y="1678211"/>
                </a:lnTo>
                <a:lnTo>
                  <a:pt x="4578973" y="1673490"/>
                </a:lnTo>
                <a:lnTo>
                  <a:pt x="4583694" y="1681663"/>
                </a:lnTo>
                <a:lnTo>
                  <a:pt x="4575508" y="1686390"/>
                </a:lnTo>
                <a:close/>
              </a:path>
              <a:path w="6281419" h="7004050">
                <a:moveTo>
                  <a:pt x="4495485" y="1546510"/>
                </a:moveTo>
                <a:lnTo>
                  <a:pt x="4491392" y="1539422"/>
                </a:lnTo>
                <a:lnTo>
                  <a:pt x="4498474" y="1535329"/>
                </a:lnTo>
                <a:lnTo>
                  <a:pt x="4502567" y="1542423"/>
                </a:lnTo>
                <a:lnTo>
                  <a:pt x="4495485" y="1546510"/>
                </a:lnTo>
                <a:close/>
              </a:path>
              <a:path w="6281419" h="7004050">
                <a:moveTo>
                  <a:pt x="4415563" y="1406204"/>
                </a:moveTo>
                <a:lnTo>
                  <a:pt x="4412416" y="1400753"/>
                </a:lnTo>
                <a:lnTo>
                  <a:pt x="4417866" y="1397606"/>
                </a:lnTo>
                <a:lnTo>
                  <a:pt x="4421014" y="1403057"/>
                </a:lnTo>
                <a:lnTo>
                  <a:pt x="4415563" y="1406204"/>
                </a:lnTo>
                <a:close/>
              </a:path>
              <a:path w="6281419" h="7004050">
                <a:moveTo>
                  <a:pt x="4335539" y="1266330"/>
                </a:moveTo>
                <a:lnTo>
                  <a:pt x="4333020" y="1261970"/>
                </a:lnTo>
                <a:lnTo>
                  <a:pt x="4337380" y="1259451"/>
                </a:lnTo>
                <a:lnTo>
                  <a:pt x="4339899" y="1263810"/>
                </a:lnTo>
                <a:lnTo>
                  <a:pt x="4335539" y="1266330"/>
                </a:lnTo>
                <a:close/>
              </a:path>
              <a:path w="6281419" h="7004050">
                <a:moveTo>
                  <a:pt x="4255504" y="1126455"/>
                </a:moveTo>
                <a:lnTo>
                  <a:pt x="4253619" y="1123181"/>
                </a:lnTo>
                <a:lnTo>
                  <a:pt x="4256887" y="1121296"/>
                </a:lnTo>
                <a:lnTo>
                  <a:pt x="4258778" y="1124564"/>
                </a:lnTo>
                <a:lnTo>
                  <a:pt x="4255504" y="1126455"/>
                </a:lnTo>
                <a:close/>
              </a:path>
              <a:path w="6281419" h="7004050">
                <a:moveTo>
                  <a:pt x="4175474" y="986574"/>
                </a:moveTo>
                <a:lnTo>
                  <a:pt x="4174217" y="984404"/>
                </a:lnTo>
                <a:lnTo>
                  <a:pt x="4176400" y="983141"/>
                </a:lnTo>
                <a:lnTo>
                  <a:pt x="4177657" y="985318"/>
                </a:lnTo>
                <a:lnTo>
                  <a:pt x="4175474" y="986574"/>
                </a:lnTo>
                <a:close/>
              </a:path>
              <a:path w="6281419" h="7004050">
                <a:moveTo>
                  <a:pt x="4096535" y="846072"/>
                </a:moveTo>
                <a:lnTo>
                  <a:pt x="4095080" y="846072"/>
                </a:lnTo>
                <a:lnTo>
                  <a:pt x="4094815" y="845615"/>
                </a:lnTo>
                <a:lnTo>
                  <a:pt x="4096272" y="845615"/>
                </a:lnTo>
                <a:lnTo>
                  <a:pt x="4096535" y="846072"/>
                </a:lnTo>
                <a:close/>
              </a:path>
              <a:path w="6281419" h="7004050">
                <a:moveTo>
                  <a:pt x="6231067" y="4278803"/>
                </a:moveTo>
                <a:lnTo>
                  <a:pt x="6203368" y="4230831"/>
                </a:lnTo>
                <a:lnTo>
                  <a:pt x="6251340" y="4203133"/>
                </a:lnTo>
                <a:lnTo>
                  <a:pt x="6279039" y="4251105"/>
                </a:lnTo>
                <a:lnTo>
                  <a:pt x="6231067" y="4278803"/>
                </a:lnTo>
                <a:close/>
              </a:path>
              <a:path w="6281419" h="7004050">
                <a:moveTo>
                  <a:pt x="6151380" y="4137641"/>
                </a:moveTo>
                <a:lnTo>
                  <a:pt x="6125262" y="4092397"/>
                </a:lnTo>
                <a:lnTo>
                  <a:pt x="6170505" y="4066273"/>
                </a:lnTo>
                <a:lnTo>
                  <a:pt x="6196629" y="4111516"/>
                </a:lnTo>
                <a:lnTo>
                  <a:pt x="6151380" y="4137641"/>
                </a:lnTo>
                <a:close/>
              </a:path>
              <a:path w="6281419" h="7004050">
                <a:moveTo>
                  <a:pt x="6071699" y="3996478"/>
                </a:moveTo>
                <a:lnTo>
                  <a:pt x="6047148" y="3953957"/>
                </a:lnTo>
                <a:lnTo>
                  <a:pt x="6089669" y="3929406"/>
                </a:lnTo>
                <a:lnTo>
                  <a:pt x="6114220" y="3971927"/>
                </a:lnTo>
                <a:lnTo>
                  <a:pt x="6071699" y="3996478"/>
                </a:lnTo>
                <a:close/>
              </a:path>
              <a:path w="6281419" h="7004050">
                <a:moveTo>
                  <a:pt x="5991904" y="3855741"/>
                </a:moveTo>
                <a:lnTo>
                  <a:pt x="5968610" y="3815402"/>
                </a:lnTo>
                <a:lnTo>
                  <a:pt x="6008954" y="3792108"/>
                </a:lnTo>
                <a:lnTo>
                  <a:pt x="6032243" y="3832453"/>
                </a:lnTo>
                <a:lnTo>
                  <a:pt x="5991904" y="3855741"/>
                </a:lnTo>
                <a:close/>
              </a:path>
              <a:path w="6281419" h="7004050">
                <a:moveTo>
                  <a:pt x="5912097" y="3715004"/>
                </a:moveTo>
                <a:lnTo>
                  <a:pt x="5890065" y="3676842"/>
                </a:lnTo>
                <a:lnTo>
                  <a:pt x="5928227" y="3654810"/>
                </a:lnTo>
                <a:lnTo>
                  <a:pt x="5950258" y="3692972"/>
                </a:lnTo>
                <a:lnTo>
                  <a:pt x="5912097" y="3715004"/>
                </a:lnTo>
                <a:close/>
              </a:path>
              <a:path w="6281419" h="7004050">
                <a:moveTo>
                  <a:pt x="5832416" y="3573841"/>
                </a:moveTo>
                <a:lnTo>
                  <a:pt x="5811951" y="3538402"/>
                </a:lnTo>
                <a:lnTo>
                  <a:pt x="5847391" y="3517944"/>
                </a:lnTo>
                <a:lnTo>
                  <a:pt x="5867849" y="3553383"/>
                </a:lnTo>
                <a:lnTo>
                  <a:pt x="5832416" y="3573841"/>
                </a:lnTo>
                <a:close/>
              </a:path>
              <a:path w="6281419" h="7004050">
                <a:moveTo>
                  <a:pt x="5752615" y="3433098"/>
                </a:moveTo>
                <a:lnTo>
                  <a:pt x="5733419" y="3399847"/>
                </a:lnTo>
                <a:lnTo>
                  <a:pt x="5766670" y="3380652"/>
                </a:lnTo>
                <a:lnTo>
                  <a:pt x="5785872" y="3413902"/>
                </a:lnTo>
                <a:lnTo>
                  <a:pt x="5752615" y="3433098"/>
                </a:lnTo>
                <a:close/>
              </a:path>
              <a:path w="6281419" h="7004050">
                <a:moveTo>
                  <a:pt x="5672935" y="3291941"/>
                </a:moveTo>
                <a:lnTo>
                  <a:pt x="5655306" y="3261407"/>
                </a:lnTo>
                <a:lnTo>
                  <a:pt x="5685834" y="3243785"/>
                </a:lnTo>
                <a:lnTo>
                  <a:pt x="5703462" y="3274314"/>
                </a:lnTo>
                <a:lnTo>
                  <a:pt x="5672935" y="3291941"/>
                </a:lnTo>
                <a:close/>
              </a:path>
              <a:path w="6281419" h="7004050">
                <a:moveTo>
                  <a:pt x="5593012" y="3151636"/>
                </a:moveTo>
                <a:lnTo>
                  <a:pt x="5576329" y="3122738"/>
                </a:lnTo>
                <a:lnTo>
                  <a:pt x="5605227" y="3106056"/>
                </a:lnTo>
                <a:lnTo>
                  <a:pt x="5621909" y="3134953"/>
                </a:lnTo>
                <a:lnTo>
                  <a:pt x="5593012" y="3151636"/>
                </a:lnTo>
                <a:close/>
              </a:path>
              <a:path w="6281419" h="7004050">
                <a:moveTo>
                  <a:pt x="5513217" y="3010898"/>
                </a:moveTo>
                <a:lnTo>
                  <a:pt x="5497797" y="2984184"/>
                </a:lnTo>
                <a:lnTo>
                  <a:pt x="5524505" y="2968764"/>
                </a:lnTo>
                <a:lnTo>
                  <a:pt x="5539931" y="2995479"/>
                </a:lnTo>
                <a:lnTo>
                  <a:pt x="5513217" y="3010898"/>
                </a:lnTo>
                <a:close/>
              </a:path>
              <a:path w="6281419" h="7004050">
                <a:moveTo>
                  <a:pt x="5433530" y="2869729"/>
                </a:moveTo>
                <a:lnTo>
                  <a:pt x="5419683" y="2845743"/>
                </a:lnTo>
                <a:lnTo>
                  <a:pt x="5443669" y="2831898"/>
                </a:lnTo>
                <a:lnTo>
                  <a:pt x="5457522" y="2855883"/>
                </a:lnTo>
                <a:lnTo>
                  <a:pt x="5433530" y="2869729"/>
                </a:lnTo>
                <a:close/>
              </a:path>
              <a:path w="6281419" h="7004050">
                <a:moveTo>
                  <a:pt x="5353621" y="2729430"/>
                </a:moveTo>
                <a:lnTo>
                  <a:pt x="5340714" y="2707074"/>
                </a:lnTo>
                <a:lnTo>
                  <a:pt x="5363063" y="2694168"/>
                </a:lnTo>
                <a:lnTo>
                  <a:pt x="5375969" y="2716523"/>
                </a:lnTo>
                <a:lnTo>
                  <a:pt x="5353621" y="2729430"/>
                </a:lnTo>
                <a:close/>
              </a:path>
              <a:path w="6281419" h="7004050">
                <a:moveTo>
                  <a:pt x="5273813" y="2588692"/>
                </a:moveTo>
                <a:lnTo>
                  <a:pt x="5262170" y="2568520"/>
                </a:lnTo>
                <a:lnTo>
                  <a:pt x="5282348" y="2556876"/>
                </a:lnTo>
                <a:lnTo>
                  <a:pt x="5293992" y="2577042"/>
                </a:lnTo>
                <a:lnTo>
                  <a:pt x="5273813" y="2588692"/>
                </a:lnTo>
                <a:close/>
              </a:path>
              <a:path w="6281419" h="7004050">
                <a:moveTo>
                  <a:pt x="5193904" y="2448387"/>
                </a:moveTo>
                <a:lnTo>
                  <a:pt x="5183199" y="2429851"/>
                </a:lnTo>
                <a:lnTo>
                  <a:pt x="5201741" y="2419153"/>
                </a:lnTo>
                <a:lnTo>
                  <a:pt x="5212440" y="2437688"/>
                </a:lnTo>
                <a:lnTo>
                  <a:pt x="5193904" y="2448387"/>
                </a:lnTo>
                <a:close/>
              </a:path>
              <a:path w="6281419" h="7004050">
                <a:moveTo>
                  <a:pt x="5114103" y="2307656"/>
                </a:moveTo>
                <a:lnTo>
                  <a:pt x="5104661" y="2291303"/>
                </a:lnTo>
                <a:lnTo>
                  <a:pt x="5121013" y="2281861"/>
                </a:lnTo>
                <a:lnTo>
                  <a:pt x="5130455" y="2298214"/>
                </a:lnTo>
                <a:lnTo>
                  <a:pt x="5114103" y="2307656"/>
                </a:lnTo>
                <a:close/>
              </a:path>
              <a:path w="6281419" h="7004050">
                <a:moveTo>
                  <a:pt x="5034187" y="2167343"/>
                </a:moveTo>
                <a:lnTo>
                  <a:pt x="5025691" y="2152628"/>
                </a:lnTo>
                <a:lnTo>
                  <a:pt x="5040407" y="2144132"/>
                </a:lnTo>
                <a:lnTo>
                  <a:pt x="5048903" y="2158847"/>
                </a:lnTo>
                <a:lnTo>
                  <a:pt x="5034187" y="2167343"/>
                </a:lnTo>
                <a:close/>
              </a:path>
              <a:path w="6281419" h="7004050">
                <a:moveTo>
                  <a:pt x="4954272" y="2027038"/>
                </a:moveTo>
                <a:lnTo>
                  <a:pt x="4946720" y="2013960"/>
                </a:lnTo>
                <a:lnTo>
                  <a:pt x="4959805" y="2006402"/>
                </a:lnTo>
                <a:lnTo>
                  <a:pt x="4967356" y="2019487"/>
                </a:lnTo>
                <a:lnTo>
                  <a:pt x="4954272" y="2027038"/>
                </a:lnTo>
                <a:close/>
              </a:path>
              <a:path w="6281419" h="7004050">
                <a:moveTo>
                  <a:pt x="4874471" y="1886307"/>
                </a:moveTo>
                <a:lnTo>
                  <a:pt x="4868176" y="1875405"/>
                </a:lnTo>
                <a:lnTo>
                  <a:pt x="4879077" y="1869111"/>
                </a:lnTo>
                <a:lnTo>
                  <a:pt x="4885372" y="1880012"/>
                </a:lnTo>
                <a:lnTo>
                  <a:pt x="4874471" y="1886307"/>
                </a:lnTo>
                <a:close/>
              </a:path>
              <a:path w="6281419" h="7004050">
                <a:moveTo>
                  <a:pt x="4794555" y="1746001"/>
                </a:moveTo>
                <a:lnTo>
                  <a:pt x="4789206" y="1736730"/>
                </a:lnTo>
                <a:lnTo>
                  <a:pt x="4798470" y="1731381"/>
                </a:lnTo>
                <a:lnTo>
                  <a:pt x="4803826" y="1740652"/>
                </a:lnTo>
                <a:lnTo>
                  <a:pt x="4794555" y="1746001"/>
                </a:lnTo>
                <a:close/>
              </a:path>
              <a:path w="6281419" h="7004050">
                <a:moveTo>
                  <a:pt x="4714525" y="1606127"/>
                </a:moveTo>
                <a:lnTo>
                  <a:pt x="4709804" y="1597954"/>
                </a:lnTo>
                <a:lnTo>
                  <a:pt x="4717983" y="1593233"/>
                </a:lnTo>
                <a:lnTo>
                  <a:pt x="4722704" y="1601406"/>
                </a:lnTo>
                <a:lnTo>
                  <a:pt x="4714525" y="1606127"/>
                </a:lnTo>
                <a:close/>
              </a:path>
              <a:path w="6281419" h="7004050">
                <a:moveTo>
                  <a:pt x="4634495" y="1466252"/>
                </a:moveTo>
                <a:lnTo>
                  <a:pt x="4630402" y="1459164"/>
                </a:lnTo>
                <a:lnTo>
                  <a:pt x="4637490" y="1455071"/>
                </a:lnTo>
                <a:lnTo>
                  <a:pt x="4641583" y="1462159"/>
                </a:lnTo>
                <a:lnTo>
                  <a:pt x="4634495" y="1466252"/>
                </a:lnTo>
                <a:close/>
              </a:path>
              <a:path w="6281419" h="7004050">
                <a:moveTo>
                  <a:pt x="4554579" y="1325947"/>
                </a:moveTo>
                <a:lnTo>
                  <a:pt x="4551432" y="1320496"/>
                </a:lnTo>
                <a:lnTo>
                  <a:pt x="4556883" y="1317348"/>
                </a:lnTo>
                <a:lnTo>
                  <a:pt x="4560030" y="1322799"/>
                </a:lnTo>
                <a:lnTo>
                  <a:pt x="4554579" y="1325947"/>
                </a:lnTo>
                <a:close/>
              </a:path>
              <a:path w="6281419" h="7004050">
                <a:moveTo>
                  <a:pt x="4474550" y="1186072"/>
                </a:moveTo>
                <a:lnTo>
                  <a:pt x="4472031" y="1181713"/>
                </a:lnTo>
                <a:lnTo>
                  <a:pt x="4476396" y="1179193"/>
                </a:lnTo>
                <a:lnTo>
                  <a:pt x="4478909" y="1183553"/>
                </a:lnTo>
                <a:lnTo>
                  <a:pt x="4474550" y="1186072"/>
                </a:lnTo>
                <a:close/>
              </a:path>
              <a:path w="6281419" h="7004050">
                <a:moveTo>
                  <a:pt x="4394521" y="1046191"/>
                </a:moveTo>
                <a:lnTo>
                  <a:pt x="4392635" y="1042924"/>
                </a:lnTo>
                <a:lnTo>
                  <a:pt x="4395904" y="1041033"/>
                </a:lnTo>
                <a:lnTo>
                  <a:pt x="4397795" y="1044307"/>
                </a:lnTo>
                <a:lnTo>
                  <a:pt x="4394521" y="1046191"/>
                </a:lnTo>
                <a:close/>
              </a:path>
              <a:path w="6281419" h="7004050">
                <a:moveTo>
                  <a:pt x="4314490" y="906317"/>
                </a:moveTo>
                <a:lnTo>
                  <a:pt x="4313233" y="904140"/>
                </a:lnTo>
                <a:lnTo>
                  <a:pt x="4315416" y="902884"/>
                </a:lnTo>
                <a:lnTo>
                  <a:pt x="4316673" y="905054"/>
                </a:lnTo>
                <a:lnTo>
                  <a:pt x="4314490" y="906317"/>
                </a:lnTo>
                <a:close/>
              </a:path>
              <a:path w="6281419" h="7004050">
                <a:moveTo>
                  <a:pt x="4235545" y="765814"/>
                </a:moveTo>
                <a:lnTo>
                  <a:pt x="4234099" y="765814"/>
                </a:lnTo>
                <a:lnTo>
                  <a:pt x="4233832" y="765351"/>
                </a:lnTo>
                <a:lnTo>
                  <a:pt x="4235279" y="765351"/>
                </a:lnTo>
                <a:lnTo>
                  <a:pt x="4235545" y="765814"/>
                </a:lnTo>
                <a:close/>
              </a:path>
              <a:path w="6281419" h="7004050">
                <a:moveTo>
                  <a:pt x="6281130" y="4041328"/>
                </a:moveTo>
                <a:lnTo>
                  <a:pt x="6264272" y="4012133"/>
                </a:lnTo>
                <a:lnTo>
                  <a:pt x="6281130" y="4002401"/>
                </a:lnTo>
                <a:lnTo>
                  <a:pt x="6281130" y="4041328"/>
                </a:lnTo>
                <a:close/>
              </a:path>
              <a:path w="6281419" h="7004050">
                <a:moveTo>
                  <a:pt x="6210716" y="3916214"/>
                </a:moveTo>
                <a:lnTo>
                  <a:pt x="6186165" y="3873693"/>
                </a:lnTo>
                <a:lnTo>
                  <a:pt x="6228686" y="3849142"/>
                </a:lnTo>
                <a:lnTo>
                  <a:pt x="6253237" y="3891663"/>
                </a:lnTo>
                <a:lnTo>
                  <a:pt x="6210716" y="3916214"/>
                </a:lnTo>
                <a:close/>
              </a:path>
              <a:path w="6281419" h="7004050">
                <a:moveTo>
                  <a:pt x="6130921" y="3775483"/>
                </a:moveTo>
                <a:lnTo>
                  <a:pt x="6107627" y="3735138"/>
                </a:lnTo>
                <a:lnTo>
                  <a:pt x="6147972" y="3711850"/>
                </a:lnTo>
                <a:lnTo>
                  <a:pt x="6171260" y="3752189"/>
                </a:lnTo>
                <a:lnTo>
                  <a:pt x="6130921" y="3775483"/>
                </a:lnTo>
                <a:close/>
              </a:path>
              <a:path w="6281419" h="7004050">
                <a:moveTo>
                  <a:pt x="6051114" y="3634740"/>
                </a:moveTo>
                <a:lnTo>
                  <a:pt x="6029082" y="3596584"/>
                </a:lnTo>
                <a:lnTo>
                  <a:pt x="6067244" y="3574553"/>
                </a:lnTo>
                <a:lnTo>
                  <a:pt x="6089275" y="3612708"/>
                </a:lnTo>
                <a:lnTo>
                  <a:pt x="6051114" y="3634740"/>
                </a:lnTo>
                <a:close/>
              </a:path>
              <a:path w="6281419" h="7004050">
                <a:moveTo>
                  <a:pt x="5971433" y="3493583"/>
                </a:moveTo>
                <a:lnTo>
                  <a:pt x="5950969" y="3458144"/>
                </a:lnTo>
                <a:lnTo>
                  <a:pt x="5986402" y="3437686"/>
                </a:lnTo>
                <a:lnTo>
                  <a:pt x="6006866" y="3473125"/>
                </a:lnTo>
                <a:lnTo>
                  <a:pt x="5971433" y="3493583"/>
                </a:lnTo>
                <a:close/>
              </a:path>
              <a:path w="6281419" h="7004050">
                <a:moveTo>
                  <a:pt x="5891626" y="3352840"/>
                </a:moveTo>
                <a:lnTo>
                  <a:pt x="5872430" y="3319589"/>
                </a:lnTo>
                <a:lnTo>
                  <a:pt x="5905687" y="3300388"/>
                </a:lnTo>
                <a:lnTo>
                  <a:pt x="5924882" y="3333638"/>
                </a:lnTo>
                <a:lnTo>
                  <a:pt x="5891626" y="3352840"/>
                </a:lnTo>
                <a:close/>
              </a:path>
              <a:path w="6281419" h="7004050">
                <a:moveTo>
                  <a:pt x="5811945" y="3211683"/>
                </a:moveTo>
                <a:lnTo>
                  <a:pt x="5794317" y="3181149"/>
                </a:lnTo>
                <a:lnTo>
                  <a:pt x="5824851" y="3163521"/>
                </a:lnTo>
                <a:lnTo>
                  <a:pt x="5842479" y="3194055"/>
                </a:lnTo>
                <a:lnTo>
                  <a:pt x="5811945" y="3211683"/>
                </a:lnTo>
                <a:close/>
              </a:path>
              <a:path w="6281419" h="7004050">
                <a:moveTo>
                  <a:pt x="5732029" y="3071371"/>
                </a:moveTo>
                <a:lnTo>
                  <a:pt x="5715346" y="3042480"/>
                </a:lnTo>
                <a:lnTo>
                  <a:pt x="5744244" y="3025798"/>
                </a:lnTo>
                <a:lnTo>
                  <a:pt x="5760926" y="3054689"/>
                </a:lnTo>
                <a:lnTo>
                  <a:pt x="5732029" y="3071371"/>
                </a:lnTo>
                <a:close/>
              </a:path>
              <a:path w="6281419" h="7004050">
                <a:moveTo>
                  <a:pt x="5652234" y="2930640"/>
                </a:moveTo>
                <a:lnTo>
                  <a:pt x="5636808" y="2903926"/>
                </a:lnTo>
                <a:lnTo>
                  <a:pt x="5663516" y="2888506"/>
                </a:lnTo>
                <a:lnTo>
                  <a:pt x="5678942" y="2915221"/>
                </a:lnTo>
                <a:lnTo>
                  <a:pt x="5652234" y="2930640"/>
                </a:lnTo>
                <a:close/>
              </a:path>
              <a:path w="6281419" h="7004050">
                <a:moveTo>
                  <a:pt x="5572547" y="2789471"/>
                </a:moveTo>
                <a:lnTo>
                  <a:pt x="5558701" y="2765485"/>
                </a:lnTo>
                <a:lnTo>
                  <a:pt x="5582680" y="2751640"/>
                </a:lnTo>
                <a:lnTo>
                  <a:pt x="5596533" y="2775626"/>
                </a:lnTo>
                <a:lnTo>
                  <a:pt x="5572547" y="2789471"/>
                </a:lnTo>
                <a:close/>
              </a:path>
              <a:path w="6281419" h="7004050">
                <a:moveTo>
                  <a:pt x="5492631" y="2649172"/>
                </a:moveTo>
                <a:lnTo>
                  <a:pt x="5479724" y="2626817"/>
                </a:lnTo>
                <a:lnTo>
                  <a:pt x="5502080" y="2613910"/>
                </a:lnTo>
                <a:lnTo>
                  <a:pt x="5514987" y="2636265"/>
                </a:lnTo>
                <a:lnTo>
                  <a:pt x="5492631" y="2649172"/>
                </a:lnTo>
                <a:close/>
              </a:path>
              <a:path w="6281419" h="7004050">
                <a:moveTo>
                  <a:pt x="5412830" y="2508428"/>
                </a:moveTo>
                <a:lnTo>
                  <a:pt x="5401186" y="2488262"/>
                </a:lnTo>
                <a:lnTo>
                  <a:pt x="5421359" y="2476618"/>
                </a:lnTo>
                <a:lnTo>
                  <a:pt x="5433002" y="2496784"/>
                </a:lnTo>
                <a:lnTo>
                  <a:pt x="5412830" y="2508428"/>
                </a:lnTo>
                <a:close/>
              </a:path>
              <a:path w="6281419" h="7004050">
                <a:moveTo>
                  <a:pt x="5332921" y="2368129"/>
                </a:moveTo>
                <a:lnTo>
                  <a:pt x="5322216" y="2349593"/>
                </a:lnTo>
                <a:lnTo>
                  <a:pt x="5340751" y="2338895"/>
                </a:lnTo>
                <a:lnTo>
                  <a:pt x="5351450" y="2357430"/>
                </a:lnTo>
                <a:lnTo>
                  <a:pt x="5332921" y="2368129"/>
                </a:lnTo>
                <a:close/>
              </a:path>
              <a:path w="6281419" h="7004050">
                <a:moveTo>
                  <a:pt x="5253120" y="2227391"/>
                </a:moveTo>
                <a:lnTo>
                  <a:pt x="5243678" y="2211039"/>
                </a:lnTo>
                <a:lnTo>
                  <a:pt x="5260030" y="2201597"/>
                </a:lnTo>
                <a:lnTo>
                  <a:pt x="5269472" y="2217949"/>
                </a:lnTo>
                <a:lnTo>
                  <a:pt x="5253120" y="2227391"/>
                </a:lnTo>
                <a:close/>
              </a:path>
              <a:path w="6281419" h="7004050">
                <a:moveTo>
                  <a:pt x="5173204" y="2087086"/>
                </a:moveTo>
                <a:lnTo>
                  <a:pt x="5164708" y="2072370"/>
                </a:lnTo>
                <a:lnTo>
                  <a:pt x="5179423" y="2063874"/>
                </a:lnTo>
                <a:lnTo>
                  <a:pt x="5187920" y="2078589"/>
                </a:lnTo>
                <a:lnTo>
                  <a:pt x="5173204" y="2087086"/>
                </a:lnTo>
                <a:close/>
              </a:path>
              <a:path w="6281419" h="7004050">
                <a:moveTo>
                  <a:pt x="5093288" y="1946780"/>
                </a:moveTo>
                <a:lnTo>
                  <a:pt x="5085737" y="1933695"/>
                </a:lnTo>
                <a:lnTo>
                  <a:pt x="5098815" y="1926144"/>
                </a:lnTo>
                <a:lnTo>
                  <a:pt x="5106367" y="1939229"/>
                </a:lnTo>
                <a:lnTo>
                  <a:pt x="5093288" y="1946780"/>
                </a:lnTo>
                <a:close/>
              </a:path>
              <a:path w="6281419" h="7004050">
                <a:moveTo>
                  <a:pt x="5013487" y="1806043"/>
                </a:moveTo>
                <a:lnTo>
                  <a:pt x="5007192" y="1795141"/>
                </a:lnTo>
                <a:lnTo>
                  <a:pt x="5018094" y="1788846"/>
                </a:lnTo>
                <a:lnTo>
                  <a:pt x="5024388" y="1799748"/>
                </a:lnTo>
                <a:lnTo>
                  <a:pt x="5013487" y="1806043"/>
                </a:lnTo>
                <a:close/>
              </a:path>
              <a:path w="6281419" h="7004050">
                <a:moveTo>
                  <a:pt x="4933571" y="1665743"/>
                </a:moveTo>
                <a:lnTo>
                  <a:pt x="4928222" y="1656472"/>
                </a:lnTo>
                <a:lnTo>
                  <a:pt x="4937486" y="1651123"/>
                </a:lnTo>
                <a:lnTo>
                  <a:pt x="4942835" y="1660394"/>
                </a:lnTo>
                <a:lnTo>
                  <a:pt x="4933571" y="1665743"/>
                </a:lnTo>
                <a:close/>
              </a:path>
              <a:path w="6281419" h="7004050">
                <a:moveTo>
                  <a:pt x="4853541" y="1525869"/>
                </a:moveTo>
                <a:lnTo>
                  <a:pt x="4848820" y="1517689"/>
                </a:lnTo>
                <a:lnTo>
                  <a:pt x="4856999" y="1512968"/>
                </a:lnTo>
                <a:lnTo>
                  <a:pt x="4861721" y="1521148"/>
                </a:lnTo>
                <a:lnTo>
                  <a:pt x="4853541" y="1525869"/>
                </a:lnTo>
                <a:close/>
              </a:path>
              <a:path w="6281419" h="7004050">
                <a:moveTo>
                  <a:pt x="4773512" y="1385994"/>
                </a:moveTo>
                <a:lnTo>
                  <a:pt x="4769419" y="1378900"/>
                </a:lnTo>
                <a:lnTo>
                  <a:pt x="4776507" y="1374807"/>
                </a:lnTo>
                <a:lnTo>
                  <a:pt x="4780600" y="1381901"/>
                </a:lnTo>
                <a:lnTo>
                  <a:pt x="4773512" y="1385994"/>
                </a:lnTo>
                <a:close/>
              </a:path>
              <a:path w="6281419" h="7004050">
                <a:moveTo>
                  <a:pt x="4693596" y="1245682"/>
                </a:moveTo>
                <a:lnTo>
                  <a:pt x="4690449" y="1240231"/>
                </a:lnTo>
                <a:lnTo>
                  <a:pt x="4695899" y="1237084"/>
                </a:lnTo>
                <a:lnTo>
                  <a:pt x="4699047" y="1242534"/>
                </a:lnTo>
                <a:lnTo>
                  <a:pt x="4693596" y="1245682"/>
                </a:lnTo>
                <a:close/>
              </a:path>
              <a:path w="6281419" h="7004050">
                <a:moveTo>
                  <a:pt x="4613566" y="1105807"/>
                </a:moveTo>
                <a:lnTo>
                  <a:pt x="4611047" y="1101448"/>
                </a:lnTo>
                <a:lnTo>
                  <a:pt x="4615413" y="1098929"/>
                </a:lnTo>
                <a:lnTo>
                  <a:pt x="4617926" y="1103288"/>
                </a:lnTo>
                <a:lnTo>
                  <a:pt x="4613566" y="1105807"/>
                </a:lnTo>
                <a:close/>
              </a:path>
              <a:path w="6281419" h="7004050">
                <a:moveTo>
                  <a:pt x="4533530" y="965933"/>
                </a:moveTo>
                <a:lnTo>
                  <a:pt x="4531646" y="962665"/>
                </a:lnTo>
                <a:lnTo>
                  <a:pt x="4534920" y="960774"/>
                </a:lnTo>
                <a:lnTo>
                  <a:pt x="4536804" y="964042"/>
                </a:lnTo>
                <a:lnTo>
                  <a:pt x="4533530" y="965933"/>
                </a:lnTo>
                <a:close/>
              </a:path>
              <a:path w="6281419" h="7004050">
                <a:moveTo>
                  <a:pt x="4453507" y="826052"/>
                </a:moveTo>
                <a:lnTo>
                  <a:pt x="4452250" y="823882"/>
                </a:lnTo>
                <a:lnTo>
                  <a:pt x="4454426" y="822626"/>
                </a:lnTo>
                <a:lnTo>
                  <a:pt x="4455683" y="824796"/>
                </a:lnTo>
                <a:lnTo>
                  <a:pt x="4453507" y="826052"/>
                </a:lnTo>
                <a:close/>
              </a:path>
              <a:path w="6281419" h="7004050">
                <a:moveTo>
                  <a:pt x="4374562" y="685549"/>
                </a:moveTo>
                <a:lnTo>
                  <a:pt x="4373113" y="685549"/>
                </a:lnTo>
                <a:lnTo>
                  <a:pt x="4372848" y="685093"/>
                </a:lnTo>
                <a:lnTo>
                  <a:pt x="4374297" y="685093"/>
                </a:lnTo>
                <a:lnTo>
                  <a:pt x="4374562" y="685549"/>
                </a:lnTo>
                <a:close/>
              </a:path>
              <a:path w="6281419" h="7004050">
                <a:moveTo>
                  <a:pt x="6270044" y="3694788"/>
                </a:moveTo>
                <a:lnTo>
                  <a:pt x="6247067" y="3654995"/>
                </a:lnTo>
                <a:lnTo>
                  <a:pt x="6281130" y="3635330"/>
                </a:lnTo>
                <a:lnTo>
                  <a:pt x="6281130" y="3688388"/>
                </a:lnTo>
                <a:lnTo>
                  <a:pt x="6270044" y="3694788"/>
                </a:lnTo>
                <a:close/>
              </a:path>
              <a:path w="6281419" h="7004050">
                <a:moveTo>
                  <a:pt x="6190243" y="3554057"/>
                </a:moveTo>
                <a:lnTo>
                  <a:pt x="6168522" y="3516440"/>
                </a:lnTo>
                <a:lnTo>
                  <a:pt x="6206138" y="3494726"/>
                </a:lnTo>
                <a:lnTo>
                  <a:pt x="6227859" y="3532336"/>
                </a:lnTo>
                <a:lnTo>
                  <a:pt x="6190243" y="3554057"/>
                </a:lnTo>
                <a:close/>
              </a:path>
              <a:path w="6281419" h="7004050">
                <a:moveTo>
                  <a:pt x="6110556" y="3412888"/>
                </a:moveTo>
                <a:lnTo>
                  <a:pt x="6090415" y="3378000"/>
                </a:lnTo>
                <a:lnTo>
                  <a:pt x="6125303" y="3357853"/>
                </a:lnTo>
                <a:lnTo>
                  <a:pt x="6145450" y="3392747"/>
                </a:lnTo>
                <a:lnTo>
                  <a:pt x="6110556" y="3412888"/>
                </a:lnTo>
                <a:close/>
              </a:path>
              <a:path w="6281419" h="7004050">
                <a:moveTo>
                  <a:pt x="6030761" y="3272157"/>
                </a:moveTo>
                <a:lnTo>
                  <a:pt x="6011877" y="3239446"/>
                </a:lnTo>
                <a:lnTo>
                  <a:pt x="6044588" y="3220562"/>
                </a:lnTo>
                <a:lnTo>
                  <a:pt x="6063472" y="3253273"/>
                </a:lnTo>
                <a:lnTo>
                  <a:pt x="6030761" y="3272157"/>
                </a:lnTo>
                <a:close/>
              </a:path>
              <a:path w="6281419" h="7004050">
                <a:moveTo>
                  <a:pt x="5950960" y="3131419"/>
                </a:moveTo>
                <a:lnTo>
                  <a:pt x="5933332" y="3100891"/>
                </a:lnTo>
                <a:lnTo>
                  <a:pt x="5963860" y="3083264"/>
                </a:lnTo>
                <a:lnTo>
                  <a:pt x="5981488" y="3113798"/>
                </a:lnTo>
                <a:lnTo>
                  <a:pt x="5950960" y="3131419"/>
                </a:lnTo>
                <a:close/>
              </a:path>
              <a:path w="6281419" h="7004050">
                <a:moveTo>
                  <a:pt x="5871044" y="2991114"/>
                </a:moveTo>
                <a:lnTo>
                  <a:pt x="5854362" y="2962216"/>
                </a:lnTo>
                <a:lnTo>
                  <a:pt x="5883259" y="2945534"/>
                </a:lnTo>
                <a:lnTo>
                  <a:pt x="5899942" y="2974431"/>
                </a:lnTo>
                <a:lnTo>
                  <a:pt x="5871044" y="2991114"/>
                </a:lnTo>
                <a:close/>
              </a:path>
              <a:path w="6281419" h="7004050">
                <a:moveTo>
                  <a:pt x="5791357" y="2849945"/>
                </a:moveTo>
                <a:lnTo>
                  <a:pt x="5776255" y="2823782"/>
                </a:lnTo>
                <a:lnTo>
                  <a:pt x="5802424" y="2808673"/>
                </a:lnTo>
                <a:lnTo>
                  <a:pt x="5817526" y="2834836"/>
                </a:lnTo>
                <a:lnTo>
                  <a:pt x="5791357" y="2849945"/>
                </a:lnTo>
                <a:close/>
              </a:path>
              <a:path w="6281419" h="7004050">
                <a:moveTo>
                  <a:pt x="5711556" y="2709214"/>
                </a:moveTo>
                <a:lnTo>
                  <a:pt x="5697710" y="2685228"/>
                </a:lnTo>
                <a:lnTo>
                  <a:pt x="5721696" y="2671376"/>
                </a:lnTo>
                <a:lnTo>
                  <a:pt x="5735542" y="2695362"/>
                </a:lnTo>
                <a:lnTo>
                  <a:pt x="5711556" y="2709214"/>
                </a:lnTo>
                <a:close/>
              </a:path>
              <a:path w="6281419" h="7004050">
                <a:moveTo>
                  <a:pt x="5631647" y="2568908"/>
                </a:moveTo>
                <a:lnTo>
                  <a:pt x="5618740" y="2546553"/>
                </a:lnTo>
                <a:lnTo>
                  <a:pt x="5641089" y="2533652"/>
                </a:lnTo>
                <a:lnTo>
                  <a:pt x="5653996" y="2556008"/>
                </a:lnTo>
                <a:lnTo>
                  <a:pt x="5631647" y="2568908"/>
                </a:lnTo>
                <a:close/>
              </a:path>
              <a:path w="6281419" h="7004050">
                <a:moveTo>
                  <a:pt x="5551846" y="2428171"/>
                </a:moveTo>
                <a:lnTo>
                  <a:pt x="5540202" y="2407998"/>
                </a:lnTo>
                <a:lnTo>
                  <a:pt x="5560368" y="2396354"/>
                </a:lnTo>
                <a:lnTo>
                  <a:pt x="5572012" y="2416527"/>
                </a:lnTo>
                <a:lnTo>
                  <a:pt x="5551846" y="2428171"/>
                </a:lnTo>
                <a:close/>
              </a:path>
              <a:path w="6281419" h="7004050">
                <a:moveTo>
                  <a:pt x="5471930" y="2287871"/>
                </a:moveTo>
                <a:lnTo>
                  <a:pt x="5461225" y="2269336"/>
                </a:lnTo>
                <a:lnTo>
                  <a:pt x="5479760" y="2258631"/>
                </a:lnTo>
                <a:lnTo>
                  <a:pt x="5490465" y="2277166"/>
                </a:lnTo>
                <a:lnTo>
                  <a:pt x="5471930" y="2287871"/>
                </a:lnTo>
                <a:close/>
              </a:path>
              <a:path w="6281419" h="7004050">
                <a:moveTo>
                  <a:pt x="5392135" y="2147134"/>
                </a:moveTo>
                <a:lnTo>
                  <a:pt x="5382693" y="2130781"/>
                </a:lnTo>
                <a:lnTo>
                  <a:pt x="5399045" y="2121339"/>
                </a:lnTo>
                <a:lnTo>
                  <a:pt x="5408487" y="2137692"/>
                </a:lnTo>
                <a:lnTo>
                  <a:pt x="5392135" y="2147134"/>
                </a:lnTo>
                <a:close/>
              </a:path>
              <a:path w="6281419" h="7004050">
                <a:moveTo>
                  <a:pt x="5312219" y="2006822"/>
                </a:moveTo>
                <a:lnTo>
                  <a:pt x="5303723" y="1992106"/>
                </a:lnTo>
                <a:lnTo>
                  <a:pt x="5318438" y="1983610"/>
                </a:lnTo>
                <a:lnTo>
                  <a:pt x="5326935" y="1998325"/>
                </a:lnTo>
                <a:lnTo>
                  <a:pt x="5312219" y="2006822"/>
                </a:lnTo>
                <a:close/>
              </a:path>
              <a:path w="6281419" h="7004050">
                <a:moveTo>
                  <a:pt x="5232297" y="1866522"/>
                </a:moveTo>
                <a:lnTo>
                  <a:pt x="5224746" y="1853438"/>
                </a:lnTo>
                <a:lnTo>
                  <a:pt x="5237830" y="1845886"/>
                </a:lnTo>
                <a:lnTo>
                  <a:pt x="5245382" y="1858964"/>
                </a:lnTo>
                <a:lnTo>
                  <a:pt x="5232297" y="1866522"/>
                </a:lnTo>
                <a:close/>
              </a:path>
              <a:path w="6281419" h="7004050">
                <a:moveTo>
                  <a:pt x="5152502" y="1725785"/>
                </a:moveTo>
                <a:lnTo>
                  <a:pt x="5146208" y="1714883"/>
                </a:lnTo>
                <a:lnTo>
                  <a:pt x="5157109" y="1708588"/>
                </a:lnTo>
                <a:lnTo>
                  <a:pt x="5163404" y="1719490"/>
                </a:lnTo>
                <a:lnTo>
                  <a:pt x="5152502" y="1725785"/>
                </a:lnTo>
                <a:close/>
              </a:path>
              <a:path w="6281419" h="7004050">
                <a:moveTo>
                  <a:pt x="5072587" y="1585479"/>
                </a:moveTo>
                <a:lnTo>
                  <a:pt x="5067237" y="1576208"/>
                </a:lnTo>
                <a:lnTo>
                  <a:pt x="5076502" y="1570859"/>
                </a:lnTo>
                <a:lnTo>
                  <a:pt x="5081851" y="1580130"/>
                </a:lnTo>
                <a:lnTo>
                  <a:pt x="5072587" y="1585479"/>
                </a:lnTo>
                <a:close/>
              </a:path>
              <a:path w="6281419" h="7004050">
                <a:moveTo>
                  <a:pt x="4992557" y="1445605"/>
                </a:moveTo>
                <a:lnTo>
                  <a:pt x="4987835" y="1437432"/>
                </a:lnTo>
                <a:lnTo>
                  <a:pt x="4996015" y="1432710"/>
                </a:lnTo>
                <a:lnTo>
                  <a:pt x="5000736" y="1440883"/>
                </a:lnTo>
                <a:lnTo>
                  <a:pt x="4992557" y="1445605"/>
                </a:lnTo>
                <a:close/>
              </a:path>
              <a:path w="6281419" h="7004050">
                <a:moveTo>
                  <a:pt x="4912527" y="1305730"/>
                </a:moveTo>
                <a:lnTo>
                  <a:pt x="4908434" y="1298642"/>
                </a:lnTo>
                <a:lnTo>
                  <a:pt x="4915522" y="1294549"/>
                </a:lnTo>
                <a:lnTo>
                  <a:pt x="4919615" y="1301637"/>
                </a:lnTo>
                <a:lnTo>
                  <a:pt x="4912527" y="1305730"/>
                </a:lnTo>
                <a:close/>
              </a:path>
              <a:path w="6281419" h="7004050">
                <a:moveTo>
                  <a:pt x="4832611" y="1165424"/>
                </a:moveTo>
                <a:lnTo>
                  <a:pt x="4829464" y="1159974"/>
                </a:lnTo>
                <a:lnTo>
                  <a:pt x="4834915" y="1156826"/>
                </a:lnTo>
                <a:lnTo>
                  <a:pt x="4838062" y="1162277"/>
                </a:lnTo>
                <a:lnTo>
                  <a:pt x="4832611" y="1165424"/>
                </a:lnTo>
                <a:close/>
              </a:path>
              <a:path w="6281419" h="7004050">
                <a:moveTo>
                  <a:pt x="4752575" y="1025550"/>
                </a:moveTo>
                <a:lnTo>
                  <a:pt x="4750062" y="1021190"/>
                </a:lnTo>
                <a:lnTo>
                  <a:pt x="4754428" y="1018671"/>
                </a:lnTo>
                <a:lnTo>
                  <a:pt x="4756941" y="1023031"/>
                </a:lnTo>
                <a:lnTo>
                  <a:pt x="4752575" y="1025550"/>
                </a:lnTo>
                <a:close/>
              </a:path>
              <a:path w="6281419" h="7004050">
                <a:moveTo>
                  <a:pt x="4672545" y="885675"/>
                </a:moveTo>
                <a:lnTo>
                  <a:pt x="4670661" y="882401"/>
                </a:lnTo>
                <a:lnTo>
                  <a:pt x="4673929" y="880516"/>
                </a:lnTo>
                <a:lnTo>
                  <a:pt x="4675814" y="883784"/>
                </a:lnTo>
                <a:lnTo>
                  <a:pt x="4672545" y="885675"/>
                </a:lnTo>
                <a:close/>
              </a:path>
              <a:path w="6281419" h="7004050">
                <a:moveTo>
                  <a:pt x="4592516" y="745795"/>
                </a:moveTo>
                <a:lnTo>
                  <a:pt x="4591259" y="743625"/>
                </a:lnTo>
                <a:lnTo>
                  <a:pt x="4593442" y="742362"/>
                </a:lnTo>
                <a:lnTo>
                  <a:pt x="4594699" y="744538"/>
                </a:lnTo>
                <a:lnTo>
                  <a:pt x="4592516" y="745795"/>
                </a:lnTo>
                <a:close/>
              </a:path>
              <a:path w="6281419" h="7004050">
                <a:moveTo>
                  <a:pt x="4513577" y="605292"/>
                </a:moveTo>
                <a:lnTo>
                  <a:pt x="4512130" y="605292"/>
                </a:lnTo>
                <a:lnTo>
                  <a:pt x="4511864" y="604829"/>
                </a:lnTo>
                <a:lnTo>
                  <a:pt x="4513310" y="604829"/>
                </a:lnTo>
                <a:lnTo>
                  <a:pt x="4513577" y="605292"/>
                </a:lnTo>
                <a:close/>
              </a:path>
              <a:path w="6281419" h="7004050">
                <a:moveTo>
                  <a:pt x="6249572" y="3332630"/>
                </a:moveTo>
                <a:lnTo>
                  <a:pt x="6229425" y="3297735"/>
                </a:lnTo>
                <a:lnTo>
                  <a:pt x="6264320" y="3277594"/>
                </a:lnTo>
                <a:lnTo>
                  <a:pt x="6281130" y="3306713"/>
                </a:lnTo>
                <a:lnTo>
                  <a:pt x="6281130" y="3314406"/>
                </a:lnTo>
                <a:lnTo>
                  <a:pt x="6249572" y="3332630"/>
                </a:lnTo>
                <a:close/>
              </a:path>
              <a:path w="6281419" h="7004050">
                <a:moveTo>
                  <a:pt x="6169771" y="3191898"/>
                </a:moveTo>
                <a:lnTo>
                  <a:pt x="6150887" y="3159187"/>
                </a:lnTo>
                <a:lnTo>
                  <a:pt x="6183598" y="3140297"/>
                </a:lnTo>
                <a:lnTo>
                  <a:pt x="6202482" y="3173008"/>
                </a:lnTo>
                <a:lnTo>
                  <a:pt x="6169771" y="3191898"/>
                </a:lnTo>
                <a:close/>
              </a:path>
              <a:path w="6281419" h="7004050">
                <a:moveTo>
                  <a:pt x="6090084" y="3050729"/>
                </a:moveTo>
                <a:lnTo>
                  <a:pt x="6072773" y="3020747"/>
                </a:lnTo>
                <a:lnTo>
                  <a:pt x="6102762" y="3003430"/>
                </a:lnTo>
                <a:lnTo>
                  <a:pt x="6120073" y="3033412"/>
                </a:lnTo>
                <a:lnTo>
                  <a:pt x="6090084" y="3050729"/>
                </a:lnTo>
                <a:close/>
              </a:path>
              <a:path w="6281419" h="7004050">
                <a:moveTo>
                  <a:pt x="6010168" y="2910424"/>
                </a:moveTo>
                <a:lnTo>
                  <a:pt x="5993803" y="2882078"/>
                </a:lnTo>
                <a:lnTo>
                  <a:pt x="6022155" y="2865707"/>
                </a:lnTo>
                <a:lnTo>
                  <a:pt x="6038520" y="2894052"/>
                </a:lnTo>
                <a:lnTo>
                  <a:pt x="6010168" y="2910424"/>
                </a:lnTo>
                <a:close/>
              </a:path>
              <a:path w="6281419" h="7004050">
                <a:moveTo>
                  <a:pt x="5930373" y="2769686"/>
                </a:moveTo>
                <a:lnTo>
                  <a:pt x="5915271" y="2743524"/>
                </a:lnTo>
                <a:lnTo>
                  <a:pt x="5941434" y="2728415"/>
                </a:lnTo>
                <a:lnTo>
                  <a:pt x="5956536" y="2754578"/>
                </a:lnTo>
                <a:lnTo>
                  <a:pt x="5930373" y="2769686"/>
                </a:lnTo>
                <a:close/>
              </a:path>
              <a:path w="6281419" h="7004050">
                <a:moveTo>
                  <a:pt x="5850693" y="2628524"/>
                </a:moveTo>
                <a:lnTo>
                  <a:pt x="5837157" y="2605077"/>
                </a:lnTo>
                <a:lnTo>
                  <a:pt x="5860591" y="2591548"/>
                </a:lnTo>
                <a:lnTo>
                  <a:pt x="5874126" y="2614989"/>
                </a:lnTo>
                <a:lnTo>
                  <a:pt x="5850693" y="2628524"/>
                </a:lnTo>
                <a:close/>
              </a:path>
              <a:path w="6281419" h="7004050">
                <a:moveTo>
                  <a:pt x="5770771" y="2488218"/>
                </a:moveTo>
                <a:lnTo>
                  <a:pt x="5758181" y="2466415"/>
                </a:lnTo>
                <a:lnTo>
                  <a:pt x="5779991" y="2453819"/>
                </a:lnTo>
                <a:lnTo>
                  <a:pt x="5792580" y="2475629"/>
                </a:lnTo>
                <a:lnTo>
                  <a:pt x="5770771" y="2488218"/>
                </a:lnTo>
                <a:close/>
              </a:path>
              <a:path w="6281419" h="7004050">
                <a:moveTo>
                  <a:pt x="5690976" y="2347481"/>
                </a:moveTo>
                <a:lnTo>
                  <a:pt x="5679642" y="2327854"/>
                </a:lnTo>
                <a:lnTo>
                  <a:pt x="5699263" y="2316521"/>
                </a:lnTo>
                <a:lnTo>
                  <a:pt x="5710596" y="2336154"/>
                </a:lnTo>
                <a:lnTo>
                  <a:pt x="5690976" y="2347481"/>
                </a:lnTo>
                <a:close/>
              </a:path>
              <a:path w="6281419" h="7004050">
                <a:moveTo>
                  <a:pt x="5611060" y="2207175"/>
                </a:moveTo>
                <a:lnTo>
                  <a:pt x="5600672" y="2189185"/>
                </a:lnTo>
                <a:lnTo>
                  <a:pt x="5618661" y="2178804"/>
                </a:lnTo>
                <a:lnTo>
                  <a:pt x="5629043" y="2196787"/>
                </a:lnTo>
                <a:lnTo>
                  <a:pt x="5611060" y="2207175"/>
                </a:lnTo>
                <a:close/>
              </a:path>
              <a:path w="6281419" h="7004050">
                <a:moveTo>
                  <a:pt x="5531259" y="2066444"/>
                </a:moveTo>
                <a:lnTo>
                  <a:pt x="5522128" y="2050631"/>
                </a:lnTo>
                <a:lnTo>
                  <a:pt x="5537941" y="2041500"/>
                </a:lnTo>
                <a:lnTo>
                  <a:pt x="5547066" y="2057313"/>
                </a:lnTo>
                <a:lnTo>
                  <a:pt x="5531259" y="2066444"/>
                </a:lnTo>
                <a:close/>
              </a:path>
              <a:path w="6281419" h="7004050">
                <a:moveTo>
                  <a:pt x="5451229" y="1926563"/>
                </a:moveTo>
                <a:lnTo>
                  <a:pt x="5442733" y="1911848"/>
                </a:lnTo>
                <a:lnTo>
                  <a:pt x="5457454" y="1903352"/>
                </a:lnTo>
                <a:lnTo>
                  <a:pt x="5465951" y="1918067"/>
                </a:lnTo>
                <a:lnTo>
                  <a:pt x="5451229" y="1926563"/>
                </a:lnTo>
                <a:close/>
              </a:path>
              <a:path w="6281419" h="7004050">
                <a:moveTo>
                  <a:pt x="5371428" y="1785833"/>
                </a:moveTo>
                <a:lnTo>
                  <a:pt x="5364187" y="1773288"/>
                </a:lnTo>
                <a:lnTo>
                  <a:pt x="5376726" y="1766054"/>
                </a:lnTo>
                <a:lnTo>
                  <a:pt x="5383966" y="1778592"/>
                </a:lnTo>
                <a:lnTo>
                  <a:pt x="5371428" y="1785833"/>
                </a:lnTo>
                <a:close/>
              </a:path>
              <a:path w="6281419" h="7004050">
                <a:moveTo>
                  <a:pt x="5291512" y="1645520"/>
                </a:moveTo>
                <a:lnTo>
                  <a:pt x="5285217" y="1634619"/>
                </a:lnTo>
                <a:lnTo>
                  <a:pt x="5296126" y="1628324"/>
                </a:lnTo>
                <a:lnTo>
                  <a:pt x="5302420" y="1639226"/>
                </a:lnTo>
                <a:lnTo>
                  <a:pt x="5291512" y="1645520"/>
                </a:lnTo>
                <a:close/>
              </a:path>
              <a:path w="6281419" h="7004050">
                <a:moveTo>
                  <a:pt x="5211596" y="1505221"/>
                </a:moveTo>
                <a:lnTo>
                  <a:pt x="5206247" y="1495950"/>
                </a:lnTo>
                <a:lnTo>
                  <a:pt x="5215518" y="1490601"/>
                </a:lnTo>
                <a:lnTo>
                  <a:pt x="5220867" y="1499871"/>
                </a:lnTo>
                <a:lnTo>
                  <a:pt x="5211596" y="1505221"/>
                </a:lnTo>
                <a:close/>
              </a:path>
              <a:path w="6281419" h="7004050">
                <a:moveTo>
                  <a:pt x="5131573" y="1365346"/>
                </a:moveTo>
                <a:lnTo>
                  <a:pt x="5126851" y="1357167"/>
                </a:lnTo>
                <a:lnTo>
                  <a:pt x="5135024" y="1352446"/>
                </a:lnTo>
                <a:lnTo>
                  <a:pt x="5139746" y="1360625"/>
                </a:lnTo>
                <a:lnTo>
                  <a:pt x="5131573" y="1365346"/>
                </a:lnTo>
                <a:close/>
              </a:path>
              <a:path w="6281419" h="7004050">
                <a:moveTo>
                  <a:pt x="5051537" y="1225472"/>
                </a:moveTo>
                <a:lnTo>
                  <a:pt x="5047444" y="1218377"/>
                </a:lnTo>
                <a:lnTo>
                  <a:pt x="5054532" y="1214291"/>
                </a:lnTo>
                <a:lnTo>
                  <a:pt x="5058625" y="1221379"/>
                </a:lnTo>
                <a:lnTo>
                  <a:pt x="5051537" y="1225472"/>
                </a:lnTo>
                <a:close/>
              </a:path>
              <a:path w="6281419" h="7004050">
                <a:moveTo>
                  <a:pt x="4971628" y="1085160"/>
                </a:moveTo>
                <a:lnTo>
                  <a:pt x="4968480" y="1079709"/>
                </a:lnTo>
                <a:lnTo>
                  <a:pt x="4973931" y="1076562"/>
                </a:lnTo>
                <a:lnTo>
                  <a:pt x="4977078" y="1082012"/>
                </a:lnTo>
                <a:lnTo>
                  <a:pt x="4971628" y="1085160"/>
                </a:lnTo>
                <a:close/>
              </a:path>
              <a:path w="6281419" h="7004050">
                <a:moveTo>
                  <a:pt x="4891592" y="945285"/>
                </a:moveTo>
                <a:lnTo>
                  <a:pt x="4889079" y="940926"/>
                </a:lnTo>
                <a:lnTo>
                  <a:pt x="4893438" y="938413"/>
                </a:lnTo>
                <a:lnTo>
                  <a:pt x="4895951" y="942772"/>
                </a:lnTo>
                <a:lnTo>
                  <a:pt x="4891592" y="945285"/>
                </a:lnTo>
                <a:close/>
              </a:path>
              <a:path w="6281419" h="7004050">
                <a:moveTo>
                  <a:pt x="4811562" y="805411"/>
                </a:moveTo>
                <a:lnTo>
                  <a:pt x="4809677" y="802143"/>
                </a:lnTo>
                <a:lnTo>
                  <a:pt x="4812946" y="800252"/>
                </a:lnTo>
                <a:lnTo>
                  <a:pt x="4814830" y="803526"/>
                </a:lnTo>
                <a:lnTo>
                  <a:pt x="4811562" y="805411"/>
                </a:lnTo>
                <a:close/>
              </a:path>
              <a:path w="6281419" h="7004050">
                <a:moveTo>
                  <a:pt x="4731532" y="665536"/>
                </a:moveTo>
                <a:lnTo>
                  <a:pt x="4730275" y="663360"/>
                </a:lnTo>
                <a:lnTo>
                  <a:pt x="4732459" y="662103"/>
                </a:lnTo>
                <a:lnTo>
                  <a:pt x="4733715" y="664273"/>
                </a:lnTo>
                <a:lnTo>
                  <a:pt x="4731532" y="665536"/>
                </a:lnTo>
                <a:close/>
              </a:path>
              <a:path w="6281419" h="7004050">
                <a:moveTo>
                  <a:pt x="4652594" y="525027"/>
                </a:moveTo>
                <a:lnTo>
                  <a:pt x="4651131" y="525027"/>
                </a:lnTo>
                <a:lnTo>
                  <a:pt x="4650868" y="524571"/>
                </a:lnTo>
                <a:lnTo>
                  <a:pt x="4652330" y="524571"/>
                </a:lnTo>
                <a:lnTo>
                  <a:pt x="4652594" y="525027"/>
                </a:lnTo>
                <a:close/>
              </a:path>
              <a:path w="6281419" h="7004050">
                <a:moveTo>
                  <a:pt x="6229100" y="2970464"/>
                </a:moveTo>
                <a:lnTo>
                  <a:pt x="6211789" y="2940482"/>
                </a:lnTo>
                <a:lnTo>
                  <a:pt x="6241772" y="2923171"/>
                </a:lnTo>
                <a:lnTo>
                  <a:pt x="6259083" y="2953154"/>
                </a:lnTo>
                <a:lnTo>
                  <a:pt x="6229100" y="2970464"/>
                </a:lnTo>
                <a:close/>
              </a:path>
              <a:path w="6281419" h="7004050">
                <a:moveTo>
                  <a:pt x="6149184" y="2830159"/>
                </a:moveTo>
                <a:lnTo>
                  <a:pt x="6132819" y="2801813"/>
                </a:lnTo>
                <a:lnTo>
                  <a:pt x="6161171" y="2785448"/>
                </a:lnTo>
                <a:lnTo>
                  <a:pt x="6177536" y="2813794"/>
                </a:lnTo>
                <a:lnTo>
                  <a:pt x="6149184" y="2830159"/>
                </a:lnTo>
                <a:close/>
              </a:path>
              <a:path w="6281419" h="7004050">
                <a:moveTo>
                  <a:pt x="6069503" y="2688996"/>
                </a:moveTo>
                <a:lnTo>
                  <a:pt x="6054705" y="2663373"/>
                </a:lnTo>
                <a:lnTo>
                  <a:pt x="6080335" y="2648575"/>
                </a:lnTo>
                <a:lnTo>
                  <a:pt x="6095126" y="2674205"/>
                </a:lnTo>
                <a:lnTo>
                  <a:pt x="6069503" y="2688996"/>
                </a:lnTo>
                <a:close/>
              </a:path>
              <a:path w="6281419" h="7004050">
                <a:moveTo>
                  <a:pt x="5989702" y="2548265"/>
                </a:moveTo>
                <a:lnTo>
                  <a:pt x="5976167" y="2524819"/>
                </a:lnTo>
                <a:lnTo>
                  <a:pt x="5999608" y="2511283"/>
                </a:lnTo>
                <a:lnTo>
                  <a:pt x="6013143" y="2534730"/>
                </a:lnTo>
                <a:lnTo>
                  <a:pt x="5989702" y="2548265"/>
                </a:lnTo>
                <a:close/>
              </a:path>
              <a:path w="6281419" h="7004050">
                <a:moveTo>
                  <a:pt x="5909786" y="2407960"/>
                </a:moveTo>
                <a:lnTo>
                  <a:pt x="5897197" y="2386150"/>
                </a:lnTo>
                <a:lnTo>
                  <a:pt x="5919000" y="2373561"/>
                </a:lnTo>
                <a:lnTo>
                  <a:pt x="5931590" y="2395370"/>
                </a:lnTo>
                <a:lnTo>
                  <a:pt x="5909786" y="2407960"/>
                </a:lnTo>
                <a:close/>
              </a:path>
              <a:path w="6281419" h="7004050">
                <a:moveTo>
                  <a:pt x="5829992" y="2267222"/>
                </a:moveTo>
                <a:lnTo>
                  <a:pt x="5818658" y="2247589"/>
                </a:lnTo>
                <a:lnTo>
                  <a:pt x="5838278" y="2236262"/>
                </a:lnTo>
                <a:lnTo>
                  <a:pt x="5849612" y="2255889"/>
                </a:lnTo>
                <a:lnTo>
                  <a:pt x="5829992" y="2267222"/>
                </a:lnTo>
                <a:close/>
              </a:path>
              <a:path w="6281419" h="7004050">
                <a:moveTo>
                  <a:pt x="5750070" y="2126916"/>
                </a:moveTo>
                <a:lnTo>
                  <a:pt x="5739682" y="2108927"/>
                </a:lnTo>
                <a:lnTo>
                  <a:pt x="5757678" y="2098539"/>
                </a:lnTo>
                <a:lnTo>
                  <a:pt x="5768059" y="2116529"/>
                </a:lnTo>
                <a:lnTo>
                  <a:pt x="5750070" y="2126916"/>
                </a:lnTo>
                <a:close/>
              </a:path>
              <a:path w="6281419" h="7004050">
                <a:moveTo>
                  <a:pt x="5670275" y="1986179"/>
                </a:moveTo>
                <a:lnTo>
                  <a:pt x="5661144" y="1970366"/>
                </a:lnTo>
                <a:lnTo>
                  <a:pt x="5676957" y="1961241"/>
                </a:lnTo>
                <a:lnTo>
                  <a:pt x="5686081" y="1977054"/>
                </a:lnTo>
                <a:lnTo>
                  <a:pt x="5670275" y="1986179"/>
                </a:lnTo>
                <a:close/>
              </a:path>
              <a:path w="6281419" h="7004050">
                <a:moveTo>
                  <a:pt x="5590358" y="1845873"/>
                </a:moveTo>
                <a:lnTo>
                  <a:pt x="5582173" y="1831698"/>
                </a:lnTo>
                <a:lnTo>
                  <a:pt x="5596349" y="1823518"/>
                </a:lnTo>
                <a:lnTo>
                  <a:pt x="5604528" y="1837688"/>
                </a:lnTo>
                <a:lnTo>
                  <a:pt x="5590358" y="1845873"/>
                </a:lnTo>
                <a:close/>
              </a:path>
              <a:path w="6281419" h="7004050">
                <a:moveTo>
                  <a:pt x="5510437" y="1705574"/>
                </a:moveTo>
                <a:lnTo>
                  <a:pt x="5503197" y="1693029"/>
                </a:lnTo>
                <a:lnTo>
                  <a:pt x="5515741" y="1685788"/>
                </a:lnTo>
                <a:lnTo>
                  <a:pt x="5522982" y="1698334"/>
                </a:lnTo>
                <a:lnTo>
                  <a:pt x="5510437" y="1705574"/>
                </a:lnTo>
                <a:close/>
              </a:path>
              <a:path w="6281419" h="7004050">
                <a:moveTo>
                  <a:pt x="5430642" y="1564837"/>
                </a:moveTo>
                <a:lnTo>
                  <a:pt x="5424664" y="1554474"/>
                </a:lnTo>
                <a:lnTo>
                  <a:pt x="5435021" y="1548497"/>
                </a:lnTo>
                <a:lnTo>
                  <a:pt x="5441004" y="1558853"/>
                </a:lnTo>
                <a:lnTo>
                  <a:pt x="5430642" y="1564837"/>
                </a:lnTo>
                <a:close/>
              </a:path>
              <a:path w="6281419" h="7004050">
                <a:moveTo>
                  <a:pt x="5350612" y="1424962"/>
                </a:moveTo>
                <a:lnTo>
                  <a:pt x="5345263" y="1415691"/>
                </a:lnTo>
                <a:lnTo>
                  <a:pt x="5354527" y="1410336"/>
                </a:lnTo>
                <a:lnTo>
                  <a:pt x="5359883" y="1419606"/>
                </a:lnTo>
                <a:lnTo>
                  <a:pt x="5350612" y="1424962"/>
                </a:lnTo>
                <a:close/>
              </a:path>
              <a:path w="6281419" h="7004050">
                <a:moveTo>
                  <a:pt x="5270582" y="1285088"/>
                </a:moveTo>
                <a:lnTo>
                  <a:pt x="5265861" y="1276908"/>
                </a:lnTo>
                <a:lnTo>
                  <a:pt x="5274034" y="1272187"/>
                </a:lnTo>
                <a:lnTo>
                  <a:pt x="5278755" y="1280367"/>
                </a:lnTo>
                <a:lnTo>
                  <a:pt x="5270582" y="1285088"/>
                </a:lnTo>
                <a:close/>
              </a:path>
              <a:path w="6281419" h="7004050">
                <a:moveTo>
                  <a:pt x="5190667" y="1144775"/>
                </a:moveTo>
                <a:lnTo>
                  <a:pt x="5186891" y="1138240"/>
                </a:lnTo>
                <a:lnTo>
                  <a:pt x="5193433" y="1134458"/>
                </a:lnTo>
                <a:lnTo>
                  <a:pt x="5197209" y="1141000"/>
                </a:lnTo>
                <a:lnTo>
                  <a:pt x="5190667" y="1144775"/>
                </a:lnTo>
                <a:close/>
              </a:path>
              <a:path w="6281419" h="7004050">
                <a:moveTo>
                  <a:pt x="5110637" y="1004901"/>
                </a:moveTo>
                <a:lnTo>
                  <a:pt x="5107489" y="999450"/>
                </a:lnTo>
                <a:lnTo>
                  <a:pt x="5112940" y="996303"/>
                </a:lnTo>
                <a:lnTo>
                  <a:pt x="5116087" y="1001754"/>
                </a:lnTo>
                <a:lnTo>
                  <a:pt x="5110637" y="1004901"/>
                </a:lnTo>
                <a:close/>
              </a:path>
              <a:path w="6281419" h="7004050">
                <a:moveTo>
                  <a:pt x="5030601" y="865026"/>
                </a:moveTo>
                <a:lnTo>
                  <a:pt x="5028088" y="860667"/>
                </a:lnTo>
                <a:lnTo>
                  <a:pt x="5032447" y="858148"/>
                </a:lnTo>
                <a:lnTo>
                  <a:pt x="5034966" y="862507"/>
                </a:lnTo>
                <a:lnTo>
                  <a:pt x="5030601" y="865026"/>
                </a:lnTo>
                <a:close/>
              </a:path>
              <a:path w="6281419" h="7004050">
                <a:moveTo>
                  <a:pt x="4950577" y="725152"/>
                </a:moveTo>
                <a:lnTo>
                  <a:pt x="4948686" y="721878"/>
                </a:lnTo>
                <a:lnTo>
                  <a:pt x="4951960" y="719993"/>
                </a:lnTo>
                <a:lnTo>
                  <a:pt x="4953845" y="723261"/>
                </a:lnTo>
                <a:lnTo>
                  <a:pt x="4950577" y="725152"/>
                </a:lnTo>
                <a:close/>
              </a:path>
              <a:path w="6281419" h="7004050">
                <a:moveTo>
                  <a:pt x="4870547" y="585271"/>
                </a:moveTo>
                <a:lnTo>
                  <a:pt x="4869291" y="583101"/>
                </a:lnTo>
                <a:lnTo>
                  <a:pt x="4871467" y="581838"/>
                </a:lnTo>
                <a:lnTo>
                  <a:pt x="4872724" y="584015"/>
                </a:lnTo>
                <a:lnTo>
                  <a:pt x="4870547" y="585271"/>
                </a:lnTo>
                <a:close/>
              </a:path>
              <a:path w="6281419" h="7004050">
                <a:moveTo>
                  <a:pt x="6281130" y="2737030"/>
                </a:moveTo>
                <a:lnTo>
                  <a:pt x="6272261" y="2721669"/>
                </a:lnTo>
                <a:lnTo>
                  <a:pt x="6281130" y="2716549"/>
                </a:lnTo>
                <a:lnTo>
                  <a:pt x="6281130" y="2737030"/>
                </a:lnTo>
                <a:close/>
              </a:path>
              <a:path w="6281419" h="7004050">
                <a:moveTo>
                  <a:pt x="6208628" y="2608306"/>
                </a:moveTo>
                <a:lnTo>
                  <a:pt x="6194154" y="2583229"/>
                </a:lnTo>
                <a:lnTo>
                  <a:pt x="6219232" y="2568748"/>
                </a:lnTo>
                <a:lnTo>
                  <a:pt x="6233712" y="2593826"/>
                </a:lnTo>
                <a:lnTo>
                  <a:pt x="6208628" y="2608306"/>
                </a:lnTo>
                <a:close/>
              </a:path>
              <a:path w="6281419" h="7004050">
                <a:moveTo>
                  <a:pt x="6128719" y="2468000"/>
                </a:moveTo>
                <a:lnTo>
                  <a:pt x="6115184" y="2444560"/>
                </a:lnTo>
                <a:lnTo>
                  <a:pt x="6138625" y="2431025"/>
                </a:lnTo>
                <a:lnTo>
                  <a:pt x="6152160" y="2454465"/>
                </a:lnTo>
                <a:lnTo>
                  <a:pt x="6128719" y="2468000"/>
                </a:lnTo>
                <a:close/>
              </a:path>
              <a:path w="6281419" h="7004050">
                <a:moveTo>
                  <a:pt x="6048919" y="2327263"/>
                </a:moveTo>
                <a:lnTo>
                  <a:pt x="6036646" y="2305999"/>
                </a:lnTo>
                <a:lnTo>
                  <a:pt x="6057904" y="2293727"/>
                </a:lnTo>
                <a:lnTo>
                  <a:pt x="6070182" y="2314985"/>
                </a:lnTo>
                <a:lnTo>
                  <a:pt x="6048919" y="2327263"/>
                </a:lnTo>
                <a:close/>
              </a:path>
              <a:path w="6281419" h="7004050">
                <a:moveTo>
                  <a:pt x="5969002" y="2186963"/>
                </a:moveTo>
                <a:lnTo>
                  <a:pt x="5957669" y="2167330"/>
                </a:lnTo>
                <a:lnTo>
                  <a:pt x="5977296" y="2155997"/>
                </a:lnTo>
                <a:lnTo>
                  <a:pt x="5988629" y="2175630"/>
                </a:lnTo>
                <a:lnTo>
                  <a:pt x="5969002" y="2186963"/>
                </a:lnTo>
                <a:close/>
              </a:path>
              <a:path w="6281419" h="7004050">
                <a:moveTo>
                  <a:pt x="5889208" y="2046226"/>
                </a:moveTo>
                <a:lnTo>
                  <a:pt x="5879131" y="2028776"/>
                </a:lnTo>
                <a:lnTo>
                  <a:pt x="5896575" y="2018706"/>
                </a:lnTo>
                <a:lnTo>
                  <a:pt x="5906645" y="2036156"/>
                </a:lnTo>
                <a:lnTo>
                  <a:pt x="5889208" y="2046226"/>
                </a:lnTo>
                <a:close/>
              </a:path>
              <a:path w="6281419" h="7004050">
                <a:moveTo>
                  <a:pt x="5809292" y="1905920"/>
                </a:moveTo>
                <a:lnTo>
                  <a:pt x="5800161" y="1890107"/>
                </a:lnTo>
                <a:lnTo>
                  <a:pt x="5815974" y="1880976"/>
                </a:lnTo>
                <a:lnTo>
                  <a:pt x="5825099" y="1896789"/>
                </a:lnTo>
                <a:lnTo>
                  <a:pt x="5809292" y="1905920"/>
                </a:lnTo>
                <a:close/>
              </a:path>
              <a:path w="6281419" h="7004050">
                <a:moveTo>
                  <a:pt x="5729369" y="1765615"/>
                </a:moveTo>
                <a:lnTo>
                  <a:pt x="5721184" y="1751439"/>
                </a:lnTo>
                <a:lnTo>
                  <a:pt x="5735366" y="1743253"/>
                </a:lnTo>
                <a:lnTo>
                  <a:pt x="5743545" y="1757429"/>
                </a:lnTo>
                <a:lnTo>
                  <a:pt x="5729369" y="1765615"/>
                </a:lnTo>
                <a:close/>
              </a:path>
              <a:path w="6281419" h="7004050">
                <a:moveTo>
                  <a:pt x="5649575" y="1624877"/>
                </a:moveTo>
                <a:lnTo>
                  <a:pt x="5642652" y="1612884"/>
                </a:lnTo>
                <a:lnTo>
                  <a:pt x="5654638" y="1605961"/>
                </a:lnTo>
                <a:lnTo>
                  <a:pt x="5661561" y="1617954"/>
                </a:lnTo>
                <a:lnTo>
                  <a:pt x="5649575" y="1624877"/>
                </a:lnTo>
                <a:close/>
              </a:path>
              <a:path w="6281419" h="7004050">
                <a:moveTo>
                  <a:pt x="5569659" y="1484572"/>
                </a:moveTo>
                <a:lnTo>
                  <a:pt x="5563682" y="1474216"/>
                </a:lnTo>
                <a:lnTo>
                  <a:pt x="5574038" y="1468232"/>
                </a:lnTo>
                <a:lnTo>
                  <a:pt x="5580021" y="1478594"/>
                </a:lnTo>
                <a:lnTo>
                  <a:pt x="5569659" y="1484572"/>
                </a:lnTo>
                <a:close/>
              </a:path>
              <a:path w="6281419" h="7004050">
                <a:moveTo>
                  <a:pt x="5489738" y="1344266"/>
                </a:moveTo>
                <a:lnTo>
                  <a:pt x="5484705" y="1335547"/>
                </a:lnTo>
                <a:lnTo>
                  <a:pt x="5493430" y="1330509"/>
                </a:lnTo>
                <a:lnTo>
                  <a:pt x="5498469" y="1339227"/>
                </a:lnTo>
                <a:lnTo>
                  <a:pt x="5489738" y="1344266"/>
                </a:lnTo>
                <a:close/>
              </a:path>
              <a:path w="6281419" h="7004050">
                <a:moveTo>
                  <a:pt x="5409713" y="1204391"/>
                </a:moveTo>
                <a:lnTo>
                  <a:pt x="5405303" y="1196758"/>
                </a:lnTo>
                <a:lnTo>
                  <a:pt x="5412930" y="1192354"/>
                </a:lnTo>
                <a:lnTo>
                  <a:pt x="5417340" y="1199988"/>
                </a:lnTo>
                <a:lnTo>
                  <a:pt x="5409713" y="1204391"/>
                </a:lnTo>
                <a:close/>
              </a:path>
              <a:path w="6281419" h="7004050">
                <a:moveTo>
                  <a:pt x="5329684" y="1064517"/>
                </a:moveTo>
                <a:lnTo>
                  <a:pt x="5325908" y="1057975"/>
                </a:lnTo>
                <a:lnTo>
                  <a:pt x="5332444" y="1054199"/>
                </a:lnTo>
                <a:lnTo>
                  <a:pt x="5336219" y="1060741"/>
                </a:lnTo>
                <a:lnTo>
                  <a:pt x="5329684" y="1064517"/>
                </a:lnTo>
                <a:close/>
              </a:path>
              <a:path w="6281419" h="7004050">
                <a:moveTo>
                  <a:pt x="5249648" y="924642"/>
                </a:moveTo>
                <a:lnTo>
                  <a:pt x="5246500" y="919192"/>
                </a:lnTo>
                <a:lnTo>
                  <a:pt x="5251951" y="916044"/>
                </a:lnTo>
                <a:lnTo>
                  <a:pt x="5255098" y="921495"/>
                </a:lnTo>
                <a:lnTo>
                  <a:pt x="5249648" y="924642"/>
                </a:lnTo>
                <a:close/>
              </a:path>
              <a:path w="6281419" h="7004050">
                <a:moveTo>
                  <a:pt x="5169618" y="784768"/>
                </a:moveTo>
                <a:lnTo>
                  <a:pt x="5167105" y="780409"/>
                </a:lnTo>
                <a:lnTo>
                  <a:pt x="5171464" y="777889"/>
                </a:lnTo>
                <a:lnTo>
                  <a:pt x="5173984" y="782249"/>
                </a:lnTo>
                <a:lnTo>
                  <a:pt x="5169618" y="784768"/>
                </a:lnTo>
                <a:close/>
              </a:path>
              <a:path w="6281419" h="7004050">
                <a:moveTo>
                  <a:pt x="5089588" y="644894"/>
                </a:moveTo>
                <a:lnTo>
                  <a:pt x="5087697" y="641619"/>
                </a:lnTo>
                <a:lnTo>
                  <a:pt x="5090971" y="639728"/>
                </a:lnTo>
                <a:lnTo>
                  <a:pt x="5092862" y="643003"/>
                </a:lnTo>
                <a:lnTo>
                  <a:pt x="5089588" y="644894"/>
                </a:lnTo>
                <a:close/>
              </a:path>
              <a:path w="6281419" h="7004050">
                <a:moveTo>
                  <a:pt x="5009558" y="505013"/>
                </a:moveTo>
                <a:lnTo>
                  <a:pt x="5008302" y="502836"/>
                </a:lnTo>
                <a:lnTo>
                  <a:pt x="5010478" y="501580"/>
                </a:lnTo>
                <a:lnTo>
                  <a:pt x="5011735" y="503756"/>
                </a:lnTo>
                <a:lnTo>
                  <a:pt x="5009558" y="505013"/>
                </a:lnTo>
                <a:close/>
              </a:path>
              <a:path w="6281419" h="7004050">
                <a:moveTo>
                  <a:pt x="6267850" y="2387310"/>
                </a:moveTo>
                <a:lnTo>
                  <a:pt x="6254626" y="2364409"/>
                </a:lnTo>
                <a:lnTo>
                  <a:pt x="6277521" y="2351192"/>
                </a:lnTo>
                <a:lnTo>
                  <a:pt x="6281130" y="2357442"/>
                </a:lnTo>
                <a:lnTo>
                  <a:pt x="6281130" y="2379643"/>
                </a:lnTo>
                <a:lnTo>
                  <a:pt x="6267850" y="2387310"/>
                </a:lnTo>
                <a:close/>
              </a:path>
              <a:path w="6281419" h="7004050">
                <a:moveTo>
                  <a:pt x="6188049" y="2246573"/>
                </a:moveTo>
                <a:lnTo>
                  <a:pt x="6176088" y="2225855"/>
                </a:lnTo>
                <a:lnTo>
                  <a:pt x="6196806" y="2213894"/>
                </a:lnTo>
                <a:lnTo>
                  <a:pt x="6208767" y="2234612"/>
                </a:lnTo>
                <a:lnTo>
                  <a:pt x="6188049" y="2246573"/>
                </a:lnTo>
                <a:close/>
              </a:path>
              <a:path w="6281419" h="7004050">
                <a:moveTo>
                  <a:pt x="6108133" y="2106267"/>
                </a:moveTo>
                <a:lnTo>
                  <a:pt x="6097117" y="2087186"/>
                </a:lnTo>
                <a:lnTo>
                  <a:pt x="6116198" y="2076171"/>
                </a:lnTo>
                <a:lnTo>
                  <a:pt x="6127214" y="2095252"/>
                </a:lnTo>
                <a:lnTo>
                  <a:pt x="6108133" y="2106267"/>
                </a:lnTo>
                <a:close/>
              </a:path>
              <a:path w="6281419" h="7004050">
                <a:moveTo>
                  <a:pt x="6028217" y="1965962"/>
                </a:moveTo>
                <a:lnTo>
                  <a:pt x="6018147" y="1948517"/>
                </a:lnTo>
                <a:lnTo>
                  <a:pt x="6035591" y="1938447"/>
                </a:lnTo>
                <a:lnTo>
                  <a:pt x="6045661" y="1955891"/>
                </a:lnTo>
                <a:lnTo>
                  <a:pt x="6028217" y="1965962"/>
                </a:lnTo>
                <a:close/>
              </a:path>
              <a:path w="6281419" h="7004050">
                <a:moveTo>
                  <a:pt x="5948416" y="1825224"/>
                </a:moveTo>
                <a:lnTo>
                  <a:pt x="5939602" y="1809963"/>
                </a:lnTo>
                <a:lnTo>
                  <a:pt x="5954869" y="1801149"/>
                </a:lnTo>
                <a:lnTo>
                  <a:pt x="5963683" y="1816410"/>
                </a:lnTo>
                <a:lnTo>
                  <a:pt x="5948416" y="1825224"/>
                </a:lnTo>
                <a:close/>
              </a:path>
              <a:path w="6281419" h="7004050">
                <a:moveTo>
                  <a:pt x="5868500" y="1684925"/>
                </a:moveTo>
                <a:lnTo>
                  <a:pt x="5860632" y="1671294"/>
                </a:lnTo>
                <a:lnTo>
                  <a:pt x="5874262" y="1663426"/>
                </a:lnTo>
                <a:lnTo>
                  <a:pt x="5882131" y="1677056"/>
                </a:lnTo>
                <a:lnTo>
                  <a:pt x="5868500" y="1684925"/>
                </a:lnTo>
                <a:close/>
              </a:path>
              <a:path w="6281419" h="7004050">
                <a:moveTo>
                  <a:pt x="5788585" y="1544612"/>
                </a:moveTo>
                <a:lnTo>
                  <a:pt x="5781661" y="1532626"/>
                </a:lnTo>
                <a:lnTo>
                  <a:pt x="5793655" y="1525702"/>
                </a:lnTo>
                <a:lnTo>
                  <a:pt x="5800578" y="1537689"/>
                </a:lnTo>
                <a:lnTo>
                  <a:pt x="5788585" y="1544612"/>
                </a:lnTo>
                <a:close/>
              </a:path>
              <a:path w="6281419" h="7004050">
                <a:moveTo>
                  <a:pt x="5708783" y="1403881"/>
                </a:moveTo>
                <a:lnTo>
                  <a:pt x="5703117" y="1394065"/>
                </a:lnTo>
                <a:lnTo>
                  <a:pt x="5712933" y="1388398"/>
                </a:lnTo>
                <a:lnTo>
                  <a:pt x="5718600" y="1398215"/>
                </a:lnTo>
                <a:lnTo>
                  <a:pt x="5708783" y="1403881"/>
                </a:lnTo>
                <a:close/>
              </a:path>
              <a:path w="6281419" h="7004050">
                <a:moveTo>
                  <a:pt x="5628754" y="1264007"/>
                </a:moveTo>
                <a:lnTo>
                  <a:pt x="5623722" y="1255288"/>
                </a:lnTo>
                <a:lnTo>
                  <a:pt x="5632441" y="1250250"/>
                </a:lnTo>
                <a:lnTo>
                  <a:pt x="5637479" y="1258969"/>
                </a:lnTo>
                <a:lnTo>
                  <a:pt x="5628754" y="1264007"/>
                </a:lnTo>
                <a:close/>
              </a:path>
              <a:path w="6281419" h="7004050">
                <a:moveTo>
                  <a:pt x="5548724" y="1124133"/>
                </a:moveTo>
                <a:lnTo>
                  <a:pt x="5544314" y="1116499"/>
                </a:lnTo>
                <a:lnTo>
                  <a:pt x="5551947" y="1112089"/>
                </a:lnTo>
                <a:lnTo>
                  <a:pt x="5556358" y="1119722"/>
                </a:lnTo>
                <a:lnTo>
                  <a:pt x="5548724" y="1124133"/>
                </a:lnTo>
                <a:close/>
              </a:path>
              <a:path w="6281419" h="7004050">
                <a:moveTo>
                  <a:pt x="5468808" y="983827"/>
                </a:moveTo>
                <a:lnTo>
                  <a:pt x="5465343" y="977830"/>
                </a:lnTo>
                <a:lnTo>
                  <a:pt x="5471340" y="974366"/>
                </a:lnTo>
                <a:lnTo>
                  <a:pt x="5474805" y="980368"/>
                </a:lnTo>
                <a:lnTo>
                  <a:pt x="5468808" y="983827"/>
                </a:lnTo>
                <a:close/>
              </a:path>
              <a:path w="6281419" h="7004050">
                <a:moveTo>
                  <a:pt x="5388778" y="843952"/>
                </a:moveTo>
                <a:lnTo>
                  <a:pt x="5385948" y="839047"/>
                </a:lnTo>
                <a:lnTo>
                  <a:pt x="5390853" y="836211"/>
                </a:lnTo>
                <a:lnTo>
                  <a:pt x="5393684" y="841122"/>
                </a:lnTo>
                <a:lnTo>
                  <a:pt x="5388778" y="843952"/>
                </a:lnTo>
                <a:close/>
              </a:path>
              <a:path w="6281419" h="7004050">
                <a:moveTo>
                  <a:pt x="5308755" y="704078"/>
                </a:moveTo>
                <a:lnTo>
                  <a:pt x="5306546" y="700258"/>
                </a:lnTo>
                <a:lnTo>
                  <a:pt x="5310360" y="698056"/>
                </a:lnTo>
                <a:lnTo>
                  <a:pt x="5312568" y="701876"/>
                </a:lnTo>
                <a:lnTo>
                  <a:pt x="5308755" y="704078"/>
                </a:lnTo>
                <a:close/>
              </a:path>
              <a:path w="6281419" h="7004050">
                <a:moveTo>
                  <a:pt x="5228719" y="564204"/>
                </a:moveTo>
                <a:lnTo>
                  <a:pt x="5227145" y="561475"/>
                </a:lnTo>
                <a:lnTo>
                  <a:pt x="5229873" y="559901"/>
                </a:lnTo>
                <a:lnTo>
                  <a:pt x="5231447" y="562630"/>
                </a:lnTo>
                <a:lnTo>
                  <a:pt x="5228719" y="564204"/>
                </a:lnTo>
                <a:close/>
              </a:path>
              <a:path w="6281419" h="7004050">
                <a:moveTo>
                  <a:pt x="5148689" y="424329"/>
                </a:moveTo>
                <a:lnTo>
                  <a:pt x="5147743" y="422686"/>
                </a:lnTo>
                <a:lnTo>
                  <a:pt x="5149380" y="421740"/>
                </a:lnTo>
                <a:lnTo>
                  <a:pt x="5150326" y="423384"/>
                </a:lnTo>
                <a:lnTo>
                  <a:pt x="5148689" y="424329"/>
                </a:lnTo>
                <a:close/>
              </a:path>
              <a:path w="6281419" h="7004050">
                <a:moveTo>
                  <a:pt x="6247149" y="2026002"/>
                </a:moveTo>
                <a:lnTo>
                  <a:pt x="6236133" y="2006927"/>
                </a:lnTo>
                <a:lnTo>
                  <a:pt x="6255215" y="1995912"/>
                </a:lnTo>
                <a:lnTo>
                  <a:pt x="6266231" y="2014986"/>
                </a:lnTo>
                <a:lnTo>
                  <a:pt x="6247149" y="2026002"/>
                </a:lnTo>
                <a:close/>
              </a:path>
              <a:path w="6281419" h="7004050">
                <a:moveTo>
                  <a:pt x="6167348" y="1885271"/>
                </a:moveTo>
                <a:lnTo>
                  <a:pt x="6157589" y="1868373"/>
                </a:lnTo>
                <a:lnTo>
                  <a:pt x="6174487" y="1858620"/>
                </a:lnTo>
                <a:lnTo>
                  <a:pt x="6184246" y="1875518"/>
                </a:lnTo>
                <a:lnTo>
                  <a:pt x="6167348" y="1885271"/>
                </a:lnTo>
                <a:close/>
              </a:path>
              <a:path w="6281419" h="7004050">
                <a:moveTo>
                  <a:pt x="6087433" y="1744965"/>
                </a:moveTo>
                <a:lnTo>
                  <a:pt x="6078619" y="1729705"/>
                </a:lnTo>
                <a:lnTo>
                  <a:pt x="6093880" y="1720890"/>
                </a:lnTo>
                <a:lnTo>
                  <a:pt x="6102693" y="1736151"/>
                </a:lnTo>
                <a:lnTo>
                  <a:pt x="6087433" y="1744965"/>
                </a:lnTo>
                <a:close/>
              </a:path>
              <a:path w="6281419" h="7004050">
                <a:moveTo>
                  <a:pt x="6007517" y="1604660"/>
                </a:moveTo>
                <a:lnTo>
                  <a:pt x="5999648" y="1591029"/>
                </a:lnTo>
                <a:lnTo>
                  <a:pt x="6013279" y="1583161"/>
                </a:lnTo>
                <a:lnTo>
                  <a:pt x="6021147" y="1596791"/>
                </a:lnTo>
                <a:lnTo>
                  <a:pt x="6007517" y="1604660"/>
                </a:lnTo>
                <a:close/>
              </a:path>
              <a:path w="6281419" h="7004050">
                <a:moveTo>
                  <a:pt x="5927716" y="1463929"/>
                </a:moveTo>
                <a:lnTo>
                  <a:pt x="5921104" y="1452475"/>
                </a:lnTo>
                <a:lnTo>
                  <a:pt x="5932551" y="1445869"/>
                </a:lnTo>
                <a:lnTo>
                  <a:pt x="5939163" y="1457317"/>
                </a:lnTo>
                <a:lnTo>
                  <a:pt x="5927716" y="1463929"/>
                </a:lnTo>
                <a:close/>
              </a:path>
              <a:path w="6281419" h="7004050">
                <a:moveTo>
                  <a:pt x="5847800" y="1323623"/>
                </a:moveTo>
                <a:lnTo>
                  <a:pt x="5842134" y="1313806"/>
                </a:lnTo>
                <a:lnTo>
                  <a:pt x="5851944" y="1308140"/>
                </a:lnTo>
                <a:lnTo>
                  <a:pt x="5857610" y="1317956"/>
                </a:lnTo>
                <a:lnTo>
                  <a:pt x="5847800" y="1323623"/>
                </a:lnTo>
                <a:close/>
              </a:path>
              <a:path w="6281419" h="7004050">
                <a:moveTo>
                  <a:pt x="5767769" y="1183742"/>
                </a:moveTo>
                <a:lnTo>
                  <a:pt x="5762731" y="1175023"/>
                </a:lnTo>
                <a:lnTo>
                  <a:pt x="5771457" y="1169991"/>
                </a:lnTo>
                <a:lnTo>
                  <a:pt x="5776488" y="1178710"/>
                </a:lnTo>
                <a:lnTo>
                  <a:pt x="5767769" y="1183742"/>
                </a:lnTo>
                <a:close/>
              </a:path>
              <a:path w="6281419" h="7004050">
                <a:moveTo>
                  <a:pt x="5687740" y="1043868"/>
                </a:moveTo>
                <a:lnTo>
                  <a:pt x="5683330" y="1036234"/>
                </a:lnTo>
                <a:lnTo>
                  <a:pt x="5690964" y="1031831"/>
                </a:lnTo>
                <a:lnTo>
                  <a:pt x="5695374" y="1039464"/>
                </a:lnTo>
                <a:lnTo>
                  <a:pt x="5687740" y="1043868"/>
                </a:lnTo>
                <a:close/>
              </a:path>
              <a:path w="6281419" h="7004050">
                <a:moveTo>
                  <a:pt x="5607825" y="903568"/>
                </a:moveTo>
                <a:lnTo>
                  <a:pt x="5604360" y="897566"/>
                </a:lnTo>
                <a:lnTo>
                  <a:pt x="5610357" y="894107"/>
                </a:lnTo>
                <a:lnTo>
                  <a:pt x="5613821" y="900104"/>
                </a:lnTo>
                <a:lnTo>
                  <a:pt x="5607825" y="903568"/>
                </a:lnTo>
                <a:close/>
              </a:path>
              <a:path w="6281419" h="7004050">
                <a:moveTo>
                  <a:pt x="5527795" y="763694"/>
                </a:moveTo>
                <a:lnTo>
                  <a:pt x="5524958" y="758782"/>
                </a:lnTo>
                <a:lnTo>
                  <a:pt x="5529870" y="755952"/>
                </a:lnTo>
                <a:lnTo>
                  <a:pt x="5532700" y="760857"/>
                </a:lnTo>
                <a:lnTo>
                  <a:pt x="5527795" y="763694"/>
                </a:lnTo>
                <a:close/>
              </a:path>
              <a:path w="6281419" h="7004050">
                <a:moveTo>
                  <a:pt x="5447765" y="623819"/>
                </a:moveTo>
                <a:lnTo>
                  <a:pt x="5445556" y="619999"/>
                </a:lnTo>
                <a:lnTo>
                  <a:pt x="5449376" y="617791"/>
                </a:lnTo>
                <a:lnTo>
                  <a:pt x="5451585" y="621611"/>
                </a:lnTo>
                <a:lnTo>
                  <a:pt x="5447765" y="623819"/>
                </a:lnTo>
                <a:close/>
              </a:path>
              <a:path w="6281419" h="7004050">
                <a:moveTo>
                  <a:pt x="5367735" y="483939"/>
                </a:moveTo>
                <a:lnTo>
                  <a:pt x="5366161" y="481217"/>
                </a:lnTo>
                <a:lnTo>
                  <a:pt x="5368890" y="479643"/>
                </a:lnTo>
                <a:lnTo>
                  <a:pt x="5370464" y="482365"/>
                </a:lnTo>
                <a:lnTo>
                  <a:pt x="5367735" y="483939"/>
                </a:lnTo>
                <a:close/>
              </a:path>
              <a:path w="6281419" h="7004050">
                <a:moveTo>
                  <a:pt x="5287705" y="344064"/>
                </a:moveTo>
                <a:lnTo>
                  <a:pt x="5286760" y="342427"/>
                </a:lnTo>
                <a:lnTo>
                  <a:pt x="5288391" y="341482"/>
                </a:lnTo>
                <a:lnTo>
                  <a:pt x="5289336" y="343125"/>
                </a:lnTo>
                <a:lnTo>
                  <a:pt x="5287705" y="344064"/>
                </a:lnTo>
                <a:close/>
              </a:path>
              <a:path w="6281419" h="7004050">
                <a:moveTo>
                  <a:pt x="6226557" y="1664276"/>
                </a:moveTo>
                <a:lnTo>
                  <a:pt x="6218060" y="1649554"/>
                </a:lnTo>
                <a:lnTo>
                  <a:pt x="6232782" y="1641057"/>
                </a:lnTo>
                <a:lnTo>
                  <a:pt x="6241285" y="1655779"/>
                </a:lnTo>
                <a:lnTo>
                  <a:pt x="6226557" y="1664276"/>
                </a:lnTo>
                <a:close/>
              </a:path>
              <a:path w="6281419" h="7004050">
                <a:moveTo>
                  <a:pt x="6146647" y="1523970"/>
                </a:moveTo>
                <a:lnTo>
                  <a:pt x="6139090" y="1510886"/>
                </a:lnTo>
                <a:lnTo>
                  <a:pt x="6152174" y="1503328"/>
                </a:lnTo>
                <a:lnTo>
                  <a:pt x="6159732" y="1516413"/>
                </a:lnTo>
                <a:lnTo>
                  <a:pt x="6146647" y="1523970"/>
                </a:lnTo>
                <a:close/>
              </a:path>
              <a:path w="6281419" h="7004050">
                <a:moveTo>
                  <a:pt x="6066840" y="1383239"/>
                </a:moveTo>
                <a:lnTo>
                  <a:pt x="6060545" y="1372331"/>
                </a:lnTo>
                <a:lnTo>
                  <a:pt x="6071453" y="1366037"/>
                </a:lnTo>
                <a:lnTo>
                  <a:pt x="6077748" y="1376945"/>
                </a:lnTo>
                <a:lnTo>
                  <a:pt x="6066840" y="1383239"/>
                </a:lnTo>
                <a:close/>
              </a:path>
              <a:path w="6281419" h="7004050">
                <a:moveTo>
                  <a:pt x="5986931" y="1242934"/>
                </a:moveTo>
                <a:lnTo>
                  <a:pt x="5981582" y="1233663"/>
                </a:lnTo>
                <a:lnTo>
                  <a:pt x="5990853" y="1228313"/>
                </a:lnTo>
                <a:lnTo>
                  <a:pt x="5996202" y="1237584"/>
                </a:lnTo>
                <a:lnTo>
                  <a:pt x="5986931" y="1242934"/>
                </a:lnTo>
                <a:close/>
              </a:path>
              <a:path w="6281419" h="7004050">
                <a:moveTo>
                  <a:pt x="5906901" y="1103059"/>
                </a:moveTo>
                <a:lnTo>
                  <a:pt x="5902180" y="1094880"/>
                </a:lnTo>
                <a:lnTo>
                  <a:pt x="5910353" y="1090159"/>
                </a:lnTo>
                <a:lnTo>
                  <a:pt x="5915074" y="1098338"/>
                </a:lnTo>
                <a:lnTo>
                  <a:pt x="5906901" y="1103059"/>
                </a:lnTo>
                <a:close/>
              </a:path>
              <a:path w="6281419" h="7004050">
                <a:moveTo>
                  <a:pt x="5826758" y="963610"/>
                </a:moveTo>
                <a:lnTo>
                  <a:pt x="5822347" y="955977"/>
                </a:lnTo>
                <a:lnTo>
                  <a:pt x="5829981" y="951566"/>
                </a:lnTo>
                <a:lnTo>
                  <a:pt x="5834385" y="959200"/>
                </a:lnTo>
                <a:lnTo>
                  <a:pt x="5826758" y="963610"/>
                </a:lnTo>
                <a:close/>
              </a:path>
              <a:path w="6281419" h="7004050">
                <a:moveTo>
                  <a:pt x="5746842" y="823304"/>
                </a:moveTo>
                <a:lnTo>
                  <a:pt x="5743377" y="817308"/>
                </a:lnTo>
                <a:lnTo>
                  <a:pt x="5749374" y="813843"/>
                </a:lnTo>
                <a:lnTo>
                  <a:pt x="5752838" y="819846"/>
                </a:lnTo>
                <a:lnTo>
                  <a:pt x="5746842" y="823304"/>
                </a:lnTo>
                <a:close/>
              </a:path>
              <a:path w="6281419" h="7004050">
                <a:moveTo>
                  <a:pt x="5666812" y="683430"/>
                </a:moveTo>
                <a:lnTo>
                  <a:pt x="5663976" y="678525"/>
                </a:lnTo>
                <a:lnTo>
                  <a:pt x="5668887" y="675688"/>
                </a:lnTo>
                <a:lnTo>
                  <a:pt x="5671717" y="680600"/>
                </a:lnTo>
                <a:lnTo>
                  <a:pt x="5666812" y="683430"/>
                </a:lnTo>
                <a:close/>
              </a:path>
              <a:path w="6281419" h="7004050">
                <a:moveTo>
                  <a:pt x="5586781" y="543556"/>
                </a:moveTo>
                <a:lnTo>
                  <a:pt x="5584574" y="539736"/>
                </a:lnTo>
                <a:lnTo>
                  <a:pt x="5588393" y="537534"/>
                </a:lnTo>
                <a:lnTo>
                  <a:pt x="5590595" y="541354"/>
                </a:lnTo>
                <a:lnTo>
                  <a:pt x="5586781" y="543556"/>
                </a:lnTo>
                <a:close/>
              </a:path>
              <a:path w="6281419" h="7004050">
                <a:moveTo>
                  <a:pt x="5506746" y="403681"/>
                </a:moveTo>
                <a:lnTo>
                  <a:pt x="5505172" y="400959"/>
                </a:lnTo>
                <a:lnTo>
                  <a:pt x="5507901" y="399385"/>
                </a:lnTo>
                <a:lnTo>
                  <a:pt x="5509474" y="402108"/>
                </a:lnTo>
                <a:lnTo>
                  <a:pt x="5506746" y="403681"/>
                </a:lnTo>
                <a:close/>
              </a:path>
              <a:path w="6281419" h="7004050">
                <a:moveTo>
                  <a:pt x="5426722" y="263807"/>
                </a:moveTo>
                <a:lnTo>
                  <a:pt x="5425777" y="262163"/>
                </a:lnTo>
                <a:lnTo>
                  <a:pt x="5427408" y="261224"/>
                </a:lnTo>
                <a:lnTo>
                  <a:pt x="5428353" y="262861"/>
                </a:lnTo>
                <a:lnTo>
                  <a:pt x="5426722" y="263807"/>
                </a:lnTo>
                <a:close/>
              </a:path>
              <a:path w="6281419" h="7004050">
                <a:moveTo>
                  <a:pt x="6281130" y="1435241"/>
                </a:moveTo>
                <a:lnTo>
                  <a:pt x="6278533" y="1430743"/>
                </a:lnTo>
                <a:lnTo>
                  <a:pt x="6281130" y="1429244"/>
                </a:lnTo>
                <a:lnTo>
                  <a:pt x="6281130" y="1435241"/>
                </a:lnTo>
                <a:close/>
              </a:path>
              <a:path w="6281419" h="7004050">
                <a:moveTo>
                  <a:pt x="6205857" y="1302976"/>
                </a:moveTo>
                <a:lnTo>
                  <a:pt x="6199562" y="1292074"/>
                </a:lnTo>
                <a:lnTo>
                  <a:pt x="6210471" y="1285779"/>
                </a:lnTo>
                <a:lnTo>
                  <a:pt x="6216765" y="1296681"/>
                </a:lnTo>
                <a:lnTo>
                  <a:pt x="6205857" y="1302976"/>
                </a:lnTo>
                <a:close/>
              </a:path>
              <a:path w="6281419" h="7004050">
                <a:moveTo>
                  <a:pt x="6125948" y="1162676"/>
                </a:moveTo>
                <a:lnTo>
                  <a:pt x="6120592" y="1153406"/>
                </a:lnTo>
                <a:lnTo>
                  <a:pt x="6129856" y="1148056"/>
                </a:lnTo>
                <a:lnTo>
                  <a:pt x="6135212" y="1157327"/>
                </a:lnTo>
                <a:lnTo>
                  <a:pt x="6125948" y="1162676"/>
                </a:lnTo>
                <a:close/>
              </a:path>
              <a:path w="6281419" h="7004050">
                <a:moveTo>
                  <a:pt x="6045918" y="1022802"/>
                </a:moveTo>
                <a:lnTo>
                  <a:pt x="6041197" y="1014622"/>
                </a:lnTo>
                <a:lnTo>
                  <a:pt x="6049370" y="1009901"/>
                </a:lnTo>
                <a:lnTo>
                  <a:pt x="6054091" y="1018081"/>
                </a:lnTo>
                <a:lnTo>
                  <a:pt x="6045918" y="1022802"/>
                </a:lnTo>
                <a:close/>
              </a:path>
              <a:path w="6281419" h="7004050">
                <a:moveTo>
                  <a:pt x="5965882" y="882921"/>
                </a:moveTo>
                <a:lnTo>
                  <a:pt x="5961789" y="875833"/>
                </a:lnTo>
                <a:lnTo>
                  <a:pt x="5968883" y="871740"/>
                </a:lnTo>
                <a:lnTo>
                  <a:pt x="5972976" y="878828"/>
                </a:lnTo>
                <a:lnTo>
                  <a:pt x="5965882" y="882921"/>
                </a:lnTo>
                <a:close/>
              </a:path>
              <a:path w="6281419" h="7004050">
                <a:moveTo>
                  <a:pt x="5885967" y="742615"/>
                </a:moveTo>
                <a:lnTo>
                  <a:pt x="5882819" y="737165"/>
                </a:lnTo>
                <a:lnTo>
                  <a:pt x="5888270" y="734017"/>
                </a:lnTo>
                <a:lnTo>
                  <a:pt x="5891417" y="739468"/>
                </a:lnTo>
                <a:lnTo>
                  <a:pt x="5885967" y="742615"/>
                </a:lnTo>
                <a:close/>
              </a:path>
              <a:path w="6281419" h="7004050">
                <a:moveTo>
                  <a:pt x="5805937" y="602741"/>
                </a:moveTo>
                <a:lnTo>
                  <a:pt x="5803418" y="598375"/>
                </a:lnTo>
                <a:lnTo>
                  <a:pt x="5807783" y="595856"/>
                </a:lnTo>
                <a:lnTo>
                  <a:pt x="5810302" y="600222"/>
                </a:lnTo>
                <a:lnTo>
                  <a:pt x="5805937" y="602741"/>
                </a:lnTo>
                <a:close/>
              </a:path>
              <a:path w="6281419" h="7004050">
                <a:moveTo>
                  <a:pt x="5725913" y="462860"/>
                </a:moveTo>
                <a:lnTo>
                  <a:pt x="5724022" y="459593"/>
                </a:lnTo>
                <a:lnTo>
                  <a:pt x="5727290" y="457708"/>
                </a:lnTo>
                <a:lnTo>
                  <a:pt x="5729181" y="460976"/>
                </a:lnTo>
                <a:lnTo>
                  <a:pt x="5725913" y="462860"/>
                </a:lnTo>
                <a:close/>
              </a:path>
              <a:path w="6281419" h="7004050">
                <a:moveTo>
                  <a:pt x="5645877" y="322986"/>
                </a:moveTo>
                <a:lnTo>
                  <a:pt x="5644621" y="320803"/>
                </a:lnTo>
                <a:lnTo>
                  <a:pt x="5646804" y="319547"/>
                </a:lnTo>
                <a:lnTo>
                  <a:pt x="5648060" y="321730"/>
                </a:lnTo>
                <a:lnTo>
                  <a:pt x="5645877" y="322986"/>
                </a:lnTo>
                <a:close/>
              </a:path>
              <a:path w="6281419" h="7004050">
                <a:moveTo>
                  <a:pt x="5566939" y="182484"/>
                </a:moveTo>
                <a:lnTo>
                  <a:pt x="5565484" y="182484"/>
                </a:lnTo>
                <a:lnTo>
                  <a:pt x="5565219" y="182027"/>
                </a:lnTo>
                <a:lnTo>
                  <a:pt x="5566674" y="182027"/>
                </a:lnTo>
                <a:lnTo>
                  <a:pt x="5566939" y="182484"/>
                </a:lnTo>
                <a:close/>
              </a:path>
              <a:path w="6281419" h="7004050">
                <a:moveTo>
                  <a:pt x="6264964" y="1082412"/>
                </a:moveTo>
                <a:lnTo>
                  <a:pt x="6259608" y="1073142"/>
                </a:lnTo>
                <a:lnTo>
                  <a:pt x="6268872" y="1067792"/>
                </a:lnTo>
                <a:lnTo>
                  <a:pt x="6274228" y="1077063"/>
                </a:lnTo>
                <a:lnTo>
                  <a:pt x="6264964" y="1082412"/>
                </a:lnTo>
                <a:close/>
              </a:path>
              <a:path w="6281419" h="7004050">
                <a:moveTo>
                  <a:pt x="6184928" y="942538"/>
                </a:moveTo>
                <a:lnTo>
                  <a:pt x="6180207" y="934358"/>
                </a:lnTo>
                <a:lnTo>
                  <a:pt x="6188386" y="929637"/>
                </a:lnTo>
                <a:lnTo>
                  <a:pt x="6193107" y="937817"/>
                </a:lnTo>
                <a:lnTo>
                  <a:pt x="6184928" y="942538"/>
                </a:lnTo>
                <a:close/>
              </a:path>
              <a:path w="6281419" h="7004050">
                <a:moveTo>
                  <a:pt x="6105012" y="802232"/>
                </a:moveTo>
                <a:lnTo>
                  <a:pt x="6101237" y="795690"/>
                </a:lnTo>
                <a:lnTo>
                  <a:pt x="6107779" y="791914"/>
                </a:lnTo>
                <a:lnTo>
                  <a:pt x="6111554" y="798456"/>
                </a:lnTo>
                <a:lnTo>
                  <a:pt x="6105012" y="802232"/>
                </a:lnTo>
                <a:close/>
              </a:path>
              <a:path w="6281419" h="7004050">
                <a:moveTo>
                  <a:pt x="6024982" y="662358"/>
                </a:moveTo>
                <a:lnTo>
                  <a:pt x="6021835" y="656900"/>
                </a:lnTo>
                <a:lnTo>
                  <a:pt x="6027286" y="653753"/>
                </a:lnTo>
                <a:lnTo>
                  <a:pt x="6030433" y="659210"/>
                </a:lnTo>
                <a:lnTo>
                  <a:pt x="6024982" y="662358"/>
                </a:lnTo>
                <a:close/>
              </a:path>
              <a:path w="6281419" h="7004050">
                <a:moveTo>
                  <a:pt x="5944953" y="522477"/>
                </a:moveTo>
                <a:lnTo>
                  <a:pt x="5942434" y="518118"/>
                </a:lnTo>
                <a:lnTo>
                  <a:pt x="5946799" y="515598"/>
                </a:lnTo>
                <a:lnTo>
                  <a:pt x="5949318" y="519958"/>
                </a:lnTo>
                <a:lnTo>
                  <a:pt x="5944953" y="522477"/>
                </a:lnTo>
                <a:close/>
              </a:path>
              <a:path w="6281419" h="7004050">
                <a:moveTo>
                  <a:pt x="5864923" y="382603"/>
                </a:moveTo>
                <a:lnTo>
                  <a:pt x="5863032" y="379335"/>
                </a:lnTo>
                <a:lnTo>
                  <a:pt x="5866306" y="377444"/>
                </a:lnTo>
                <a:lnTo>
                  <a:pt x="5868197" y="380712"/>
                </a:lnTo>
                <a:lnTo>
                  <a:pt x="5864923" y="382603"/>
                </a:lnTo>
                <a:close/>
              </a:path>
              <a:path w="6281419" h="7004050">
                <a:moveTo>
                  <a:pt x="5784887" y="242728"/>
                </a:moveTo>
                <a:lnTo>
                  <a:pt x="5783630" y="240546"/>
                </a:lnTo>
                <a:lnTo>
                  <a:pt x="5785813" y="239289"/>
                </a:lnTo>
                <a:lnTo>
                  <a:pt x="5787070" y="241472"/>
                </a:lnTo>
                <a:lnTo>
                  <a:pt x="5784887" y="242728"/>
                </a:lnTo>
                <a:close/>
              </a:path>
              <a:path w="6281419" h="7004050">
                <a:moveTo>
                  <a:pt x="5705955" y="102226"/>
                </a:moveTo>
                <a:lnTo>
                  <a:pt x="5704502" y="102226"/>
                </a:lnTo>
                <a:lnTo>
                  <a:pt x="5704235" y="101763"/>
                </a:lnTo>
                <a:lnTo>
                  <a:pt x="5705688" y="101763"/>
                </a:lnTo>
                <a:lnTo>
                  <a:pt x="5705955" y="102226"/>
                </a:lnTo>
                <a:close/>
              </a:path>
              <a:path w="6281419" h="7004050">
                <a:moveTo>
                  <a:pt x="6244143" y="721536"/>
                </a:moveTo>
                <a:lnTo>
                  <a:pt x="6240678" y="715539"/>
                </a:lnTo>
                <a:lnTo>
                  <a:pt x="6246675" y="712081"/>
                </a:lnTo>
                <a:lnTo>
                  <a:pt x="6250139" y="718077"/>
                </a:lnTo>
                <a:lnTo>
                  <a:pt x="6244143" y="721536"/>
                </a:lnTo>
                <a:close/>
              </a:path>
              <a:path w="6281419" h="7004050">
                <a:moveTo>
                  <a:pt x="6164107" y="581662"/>
                </a:moveTo>
                <a:lnTo>
                  <a:pt x="6161277" y="576763"/>
                </a:lnTo>
                <a:lnTo>
                  <a:pt x="6166188" y="573926"/>
                </a:lnTo>
                <a:lnTo>
                  <a:pt x="6169018" y="578831"/>
                </a:lnTo>
                <a:lnTo>
                  <a:pt x="6164107" y="581662"/>
                </a:lnTo>
                <a:close/>
              </a:path>
              <a:path w="6281419" h="7004050">
                <a:moveTo>
                  <a:pt x="6084077" y="441787"/>
                </a:moveTo>
                <a:lnTo>
                  <a:pt x="6081875" y="437974"/>
                </a:lnTo>
                <a:lnTo>
                  <a:pt x="6085695" y="435772"/>
                </a:lnTo>
                <a:lnTo>
                  <a:pt x="6087897" y="439585"/>
                </a:lnTo>
                <a:lnTo>
                  <a:pt x="6084077" y="441787"/>
                </a:lnTo>
                <a:close/>
              </a:path>
              <a:path w="6281419" h="7004050">
                <a:moveTo>
                  <a:pt x="6004053" y="301913"/>
                </a:moveTo>
                <a:lnTo>
                  <a:pt x="6002479" y="299184"/>
                </a:lnTo>
                <a:lnTo>
                  <a:pt x="6005202" y="297611"/>
                </a:lnTo>
                <a:lnTo>
                  <a:pt x="6006776" y="300339"/>
                </a:lnTo>
                <a:lnTo>
                  <a:pt x="6004053" y="301913"/>
                </a:lnTo>
                <a:close/>
              </a:path>
              <a:path w="6281419" h="7004050">
                <a:moveTo>
                  <a:pt x="5924024" y="162039"/>
                </a:moveTo>
                <a:lnTo>
                  <a:pt x="5923078" y="160401"/>
                </a:lnTo>
                <a:lnTo>
                  <a:pt x="5924709" y="159462"/>
                </a:lnTo>
                <a:lnTo>
                  <a:pt x="5925655" y="161100"/>
                </a:lnTo>
                <a:lnTo>
                  <a:pt x="5924024" y="162039"/>
                </a:lnTo>
                <a:close/>
              </a:path>
              <a:path w="6281419" h="7004050">
                <a:moveTo>
                  <a:pt x="6223095" y="361529"/>
                </a:moveTo>
                <a:lnTo>
                  <a:pt x="6220893" y="357716"/>
                </a:lnTo>
                <a:lnTo>
                  <a:pt x="6224713" y="355507"/>
                </a:lnTo>
                <a:lnTo>
                  <a:pt x="6226914" y="359321"/>
                </a:lnTo>
                <a:lnTo>
                  <a:pt x="6223095" y="361529"/>
                </a:lnTo>
                <a:close/>
              </a:path>
              <a:path w="6281419" h="7004050">
                <a:moveTo>
                  <a:pt x="6143065" y="221655"/>
                </a:moveTo>
                <a:lnTo>
                  <a:pt x="6141491" y="218926"/>
                </a:lnTo>
                <a:lnTo>
                  <a:pt x="6144213" y="217353"/>
                </a:lnTo>
                <a:lnTo>
                  <a:pt x="6145787" y="220081"/>
                </a:lnTo>
                <a:lnTo>
                  <a:pt x="6143065" y="221655"/>
                </a:lnTo>
                <a:close/>
              </a:path>
              <a:path w="6281419" h="7004050">
                <a:moveTo>
                  <a:pt x="6063041" y="81781"/>
                </a:moveTo>
                <a:lnTo>
                  <a:pt x="6062096" y="80144"/>
                </a:lnTo>
                <a:lnTo>
                  <a:pt x="6063727" y="79198"/>
                </a:lnTo>
                <a:lnTo>
                  <a:pt x="6064672" y="80835"/>
                </a:lnTo>
                <a:lnTo>
                  <a:pt x="6063041" y="81781"/>
                </a:lnTo>
                <a:close/>
              </a:path>
              <a:path w="6281419" h="7004050">
                <a:moveTo>
                  <a:pt x="6203257" y="463"/>
                </a:moveTo>
                <a:lnTo>
                  <a:pt x="6201804" y="463"/>
                </a:lnTo>
                <a:lnTo>
                  <a:pt x="6201537" y="0"/>
                </a:lnTo>
                <a:lnTo>
                  <a:pt x="6202990" y="0"/>
                </a:lnTo>
                <a:lnTo>
                  <a:pt x="6203257" y="463"/>
                </a:lnTo>
                <a:close/>
              </a:path>
            </a:pathLst>
          </a:custGeom>
          <a:solidFill>
            <a:srgbClr val="57A2B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490135" y="66088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688" y="39377"/>
                </a:moveTo>
                <a:lnTo>
                  <a:pt x="12024" y="37830"/>
                </a:lnTo>
                <a:lnTo>
                  <a:pt x="5766" y="33610"/>
                </a:lnTo>
                <a:lnTo>
                  <a:pt x="1547" y="27352"/>
                </a:lnTo>
                <a:lnTo>
                  <a:pt x="0" y="19688"/>
                </a:lnTo>
                <a:lnTo>
                  <a:pt x="1547" y="12024"/>
                </a:lnTo>
                <a:lnTo>
                  <a:pt x="5766" y="5766"/>
                </a:lnTo>
                <a:lnTo>
                  <a:pt x="12024" y="1547"/>
                </a:lnTo>
                <a:lnTo>
                  <a:pt x="19688" y="0"/>
                </a:lnTo>
                <a:lnTo>
                  <a:pt x="27352" y="1547"/>
                </a:lnTo>
                <a:lnTo>
                  <a:pt x="33610" y="5766"/>
                </a:lnTo>
                <a:lnTo>
                  <a:pt x="37830" y="12024"/>
                </a:lnTo>
                <a:lnTo>
                  <a:pt x="39377" y="19688"/>
                </a:lnTo>
                <a:lnTo>
                  <a:pt x="37830" y="27352"/>
                </a:lnTo>
                <a:lnTo>
                  <a:pt x="33610" y="33610"/>
                </a:lnTo>
                <a:lnTo>
                  <a:pt x="27352" y="37830"/>
                </a:lnTo>
                <a:lnTo>
                  <a:pt x="19688" y="39377"/>
                </a:lnTo>
                <a:close/>
              </a:path>
            </a:pathLst>
          </a:custGeom>
          <a:solidFill>
            <a:srgbClr val="6AC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514448" y="2191733"/>
            <a:ext cx="797560" cy="190500"/>
          </a:xfrm>
          <a:custGeom>
            <a:avLst/>
            <a:gdLst/>
            <a:ahLst/>
            <a:cxnLst/>
            <a:rect l="l" t="t" r="r" b="b"/>
            <a:pathLst>
              <a:path w="797559" h="190500">
                <a:moveTo>
                  <a:pt x="0" y="0"/>
                </a:moveTo>
                <a:lnTo>
                  <a:pt x="797228" y="0"/>
                </a:lnTo>
                <a:lnTo>
                  <a:pt x="797228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1670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482229" y="2191733"/>
            <a:ext cx="797560" cy="190500"/>
          </a:xfrm>
          <a:custGeom>
            <a:avLst/>
            <a:gdLst/>
            <a:ahLst/>
            <a:cxnLst/>
            <a:rect l="l" t="t" r="r" b="b"/>
            <a:pathLst>
              <a:path w="797559" h="190500">
                <a:moveTo>
                  <a:pt x="0" y="0"/>
                </a:moveTo>
                <a:lnTo>
                  <a:pt x="797228" y="0"/>
                </a:lnTo>
                <a:lnTo>
                  <a:pt x="797228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57A2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514448" y="489605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57A2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602" y="0"/>
            <a:ext cx="7367905" cy="7586980"/>
          </a:xfrm>
          <a:custGeom>
            <a:avLst/>
            <a:gdLst/>
            <a:ahLst/>
            <a:cxnLst/>
            <a:rect l="l" t="t" r="r" b="b"/>
            <a:pathLst>
              <a:path w="7367905" h="7586980">
                <a:moveTo>
                  <a:pt x="7366151" y="106962"/>
                </a:moveTo>
                <a:lnTo>
                  <a:pt x="7367607" y="106962"/>
                </a:lnTo>
                <a:lnTo>
                  <a:pt x="7367871" y="107419"/>
                </a:lnTo>
                <a:lnTo>
                  <a:pt x="7366414" y="107419"/>
                </a:lnTo>
                <a:lnTo>
                  <a:pt x="7366151" y="106962"/>
                </a:lnTo>
                <a:close/>
              </a:path>
              <a:path w="7367905" h="7586980">
                <a:moveTo>
                  <a:pt x="7148195" y="46717"/>
                </a:moveTo>
                <a:lnTo>
                  <a:pt x="7149458" y="48901"/>
                </a:lnTo>
                <a:lnTo>
                  <a:pt x="7147275" y="50163"/>
                </a:lnTo>
                <a:lnTo>
                  <a:pt x="7146013" y="47980"/>
                </a:lnTo>
                <a:lnTo>
                  <a:pt x="7148195" y="46717"/>
                </a:lnTo>
                <a:close/>
              </a:path>
              <a:path w="7367905" h="7586980">
                <a:moveTo>
                  <a:pt x="7228460" y="185735"/>
                </a:moveTo>
                <a:lnTo>
                  <a:pt x="7229716" y="187911"/>
                </a:lnTo>
                <a:lnTo>
                  <a:pt x="7227534" y="189174"/>
                </a:lnTo>
                <a:lnTo>
                  <a:pt x="7226277" y="186998"/>
                </a:lnTo>
                <a:lnTo>
                  <a:pt x="7228460" y="185735"/>
                </a:lnTo>
                <a:close/>
              </a:path>
              <a:path w="7367905" h="7586980">
                <a:moveTo>
                  <a:pt x="7307398" y="326244"/>
                </a:moveTo>
                <a:lnTo>
                  <a:pt x="7308855" y="326244"/>
                </a:lnTo>
                <a:lnTo>
                  <a:pt x="7309118" y="326701"/>
                </a:lnTo>
                <a:lnTo>
                  <a:pt x="7307663" y="326701"/>
                </a:lnTo>
                <a:lnTo>
                  <a:pt x="7307398" y="326244"/>
                </a:lnTo>
                <a:close/>
              </a:path>
              <a:path w="7367905" h="7586980">
                <a:moveTo>
                  <a:pt x="7009412" y="126119"/>
                </a:moveTo>
                <a:lnTo>
                  <a:pt x="7011303" y="129387"/>
                </a:lnTo>
                <a:lnTo>
                  <a:pt x="7008029" y="131278"/>
                </a:lnTo>
                <a:lnTo>
                  <a:pt x="7006138" y="128010"/>
                </a:lnTo>
                <a:lnTo>
                  <a:pt x="7009412" y="126119"/>
                </a:lnTo>
                <a:close/>
              </a:path>
              <a:path w="7367905" h="7586980">
                <a:moveTo>
                  <a:pt x="7089556" y="265562"/>
                </a:moveTo>
                <a:lnTo>
                  <a:pt x="7091130" y="268290"/>
                </a:lnTo>
                <a:lnTo>
                  <a:pt x="7088401" y="269864"/>
                </a:lnTo>
                <a:lnTo>
                  <a:pt x="7086828" y="267136"/>
                </a:lnTo>
                <a:lnTo>
                  <a:pt x="7089556" y="265562"/>
                </a:lnTo>
                <a:close/>
              </a:path>
              <a:path w="7367905" h="7586980">
                <a:moveTo>
                  <a:pt x="7169699" y="405011"/>
                </a:moveTo>
                <a:lnTo>
                  <a:pt x="7170957" y="407187"/>
                </a:lnTo>
                <a:lnTo>
                  <a:pt x="7168774" y="408450"/>
                </a:lnTo>
                <a:lnTo>
                  <a:pt x="7167518" y="406267"/>
                </a:lnTo>
                <a:lnTo>
                  <a:pt x="7169699" y="405011"/>
                </a:lnTo>
                <a:close/>
              </a:path>
              <a:path w="7367905" h="7586980">
                <a:moveTo>
                  <a:pt x="7249851" y="544454"/>
                </a:moveTo>
                <a:lnTo>
                  <a:pt x="7250790" y="546085"/>
                </a:lnTo>
                <a:lnTo>
                  <a:pt x="7249153" y="547030"/>
                </a:lnTo>
                <a:lnTo>
                  <a:pt x="7248213" y="545399"/>
                </a:lnTo>
                <a:lnTo>
                  <a:pt x="7249851" y="544454"/>
                </a:lnTo>
                <a:close/>
              </a:path>
              <a:path w="7367905" h="7586980">
                <a:moveTo>
                  <a:pt x="6790486" y="66071"/>
                </a:moveTo>
                <a:lnTo>
                  <a:pt x="6793316" y="70982"/>
                </a:lnTo>
                <a:lnTo>
                  <a:pt x="6788411" y="73812"/>
                </a:lnTo>
                <a:lnTo>
                  <a:pt x="6785574" y="68907"/>
                </a:lnTo>
                <a:lnTo>
                  <a:pt x="6790486" y="66071"/>
                </a:lnTo>
                <a:close/>
              </a:path>
              <a:path w="7367905" h="7586980">
                <a:moveTo>
                  <a:pt x="6870623" y="205513"/>
                </a:moveTo>
                <a:lnTo>
                  <a:pt x="6873143" y="209879"/>
                </a:lnTo>
                <a:lnTo>
                  <a:pt x="6868783" y="212398"/>
                </a:lnTo>
                <a:lnTo>
                  <a:pt x="6866264" y="208032"/>
                </a:lnTo>
                <a:lnTo>
                  <a:pt x="6870623" y="205513"/>
                </a:lnTo>
                <a:close/>
              </a:path>
              <a:path w="7367905" h="7586980">
                <a:moveTo>
                  <a:pt x="6950767" y="344969"/>
                </a:moveTo>
                <a:lnTo>
                  <a:pt x="6952969" y="348782"/>
                </a:lnTo>
                <a:lnTo>
                  <a:pt x="6949156" y="350984"/>
                </a:lnTo>
                <a:lnTo>
                  <a:pt x="6946954" y="347170"/>
                </a:lnTo>
                <a:lnTo>
                  <a:pt x="6950767" y="344969"/>
                </a:lnTo>
                <a:close/>
              </a:path>
              <a:path w="7367905" h="7586980">
                <a:moveTo>
                  <a:pt x="7030916" y="484405"/>
                </a:moveTo>
                <a:lnTo>
                  <a:pt x="7032802" y="487680"/>
                </a:lnTo>
                <a:lnTo>
                  <a:pt x="7029534" y="489564"/>
                </a:lnTo>
                <a:lnTo>
                  <a:pt x="7027650" y="486296"/>
                </a:lnTo>
                <a:lnTo>
                  <a:pt x="7030916" y="484405"/>
                </a:lnTo>
                <a:close/>
              </a:path>
              <a:path w="7367905" h="7586980">
                <a:moveTo>
                  <a:pt x="7110947" y="624280"/>
                </a:moveTo>
                <a:lnTo>
                  <a:pt x="7112210" y="626463"/>
                </a:lnTo>
                <a:lnTo>
                  <a:pt x="7110027" y="627726"/>
                </a:lnTo>
                <a:lnTo>
                  <a:pt x="7108764" y="625542"/>
                </a:lnTo>
                <a:lnTo>
                  <a:pt x="7110947" y="624280"/>
                </a:lnTo>
                <a:close/>
              </a:path>
              <a:path w="7367905" h="7586980">
                <a:moveTo>
                  <a:pt x="7191091" y="763729"/>
                </a:moveTo>
                <a:lnTo>
                  <a:pt x="7192037" y="765366"/>
                </a:lnTo>
                <a:lnTo>
                  <a:pt x="7190400" y="766311"/>
                </a:lnTo>
                <a:lnTo>
                  <a:pt x="7189454" y="764674"/>
                </a:lnTo>
                <a:lnTo>
                  <a:pt x="7191091" y="763729"/>
                </a:lnTo>
                <a:close/>
              </a:path>
              <a:path w="7367905" h="7586980">
                <a:moveTo>
                  <a:pt x="6571432" y="6461"/>
                </a:moveTo>
                <a:lnTo>
                  <a:pt x="6574897" y="12451"/>
                </a:lnTo>
                <a:lnTo>
                  <a:pt x="6568900" y="15916"/>
                </a:lnTo>
                <a:lnTo>
                  <a:pt x="6565442" y="9919"/>
                </a:lnTo>
                <a:lnTo>
                  <a:pt x="6571432" y="6461"/>
                </a:lnTo>
                <a:close/>
              </a:path>
              <a:path w="7367905" h="7586980">
                <a:moveTo>
                  <a:pt x="6651697" y="145472"/>
                </a:moveTo>
                <a:lnTo>
                  <a:pt x="6655155" y="151469"/>
                </a:lnTo>
                <a:lnTo>
                  <a:pt x="6649165" y="154933"/>
                </a:lnTo>
                <a:lnTo>
                  <a:pt x="6645700" y="148937"/>
                </a:lnTo>
                <a:lnTo>
                  <a:pt x="6651697" y="145472"/>
                </a:lnTo>
                <a:close/>
              </a:path>
              <a:path w="7367905" h="7586980">
                <a:moveTo>
                  <a:pt x="6731840" y="284921"/>
                </a:moveTo>
                <a:lnTo>
                  <a:pt x="6734988" y="290372"/>
                </a:lnTo>
                <a:lnTo>
                  <a:pt x="6729537" y="293519"/>
                </a:lnTo>
                <a:lnTo>
                  <a:pt x="6726390" y="288068"/>
                </a:lnTo>
                <a:lnTo>
                  <a:pt x="6731840" y="284921"/>
                </a:lnTo>
                <a:close/>
              </a:path>
              <a:path w="7367905" h="7586980">
                <a:moveTo>
                  <a:pt x="6811870" y="424795"/>
                </a:moveTo>
                <a:lnTo>
                  <a:pt x="6814390" y="429155"/>
                </a:lnTo>
                <a:lnTo>
                  <a:pt x="6810030" y="431674"/>
                </a:lnTo>
                <a:lnTo>
                  <a:pt x="6807511" y="427308"/>
                </a:lnTo>
                <a:lnTo>
                  <a:pt x="6811870" y="424795"/>
                </a:lnTo>
                <a:close/>
              </a:path>
              <a:path w="7367905" h="7586980">
                <a:moveTo>
                  <a:pt x="6892021" y="564238"/>
                </a:moveTo>
                <a:lnTo>
                  <a:pt x="6894223" y="568052"/>
                </a:lnTo>
                <a:lnTo>
                  <a:pt x="6890403" y="570260"/>
                </a:lnTo>
                <a:lnTo>
                  <a:pt x="6888201" y="566447"/>
                </a:lnTo>
                <a:lnTo>
                  <a:pt x="6892021" y="564238"/>
                </a:lnTo>
                <a:close/>
              </a:path>
              <a:path w="7367905" h="7586980">
                <a:moveTo>
                  <a:pt x="6972165" y="703688"/>
                </a:moveTo>
                <a:lnTo>
                  <a:pt x="6974049" y="706955"/>
                </a:lnTo>
                <a:lnTo>
                  <a:pt x="6970781" y="708847"/>
                </a:lnTo>
                <a:lnTo>
                  <a:pt x="6968890" y="705572"/>
                </a:lnTo>
                <a:lnTo>
                  <a:pt x="6972165" y="703688"/>
                </a:lnTo>
                <a:close/>
              </a:path>
              <a:path w="7367905" h="7586980">
                <a:moveTo>
                  <a:pt x="7052302" y="843130"/>
                </a:moveTo>
                <a:lnTo>
                  <a:pt x="7053876" y="845858"/>
                </a:lnTo>
                <a:lnTo>
                  <a:pt x="7051153" y="847432"/>
                </a:lnTo>
                <a:lnTo>
                  <a:pt x="7049580" y="844704"/>
                </a:lnTo>
                <a:lnTo>
                  <a:pt x="7052302" y="843130"/>
                </a:lnTo>
                <a:close/>
              </a:path>
              <a:path w="7367905" h="7586980">
                <a:moveTo>
                  <a:pt x="7132338" y="983004"/>
                </a:moveTo>
                <a:lnTo>
                  <a:pt x="7133283" y="984641"/>
                </a:lnTo>
                <a:lnTo>
                  <a:pt x="7131646" y="985587"/>
                </a:lnTo>
                <a:lnTo>
                  <a:pt x="7130701" y="983950"/>
                </a:lnTo>
                <a:lnTo>
                  <a:pt x="7132338" y="983004"/>
                </a:lnTo>
                <a:close/>
              </a:path>
              <a:path w="7367905" h="7586980">
                <a:moveTo>
                  <a:pt x="7211391" y="1123082"/>
                </a:moveTo>
                <a:lnTo>
                  <a:pt x="7212852" y="1123082"/>
                </a:lnTo>
                <a:lnTo>
                  <a:pt x="7213117" y="1123538"/>
                </a:lnTo>
                <a:lnTo>
                  <a:pt x="7211653" y="1123538"/>
                </a:lnTo>
                <a:lnTo>
                  <a:pt x="7211391" y="1123082"/>
                </a:lnTo>
                <a:close/>
              </a:path>
              <a:path w="7367905" h="7586980">
                <a:moveTo>
                  <a:pt x="6432884" y="84999"/>
                </a:moveTo>
                <a:lnTo>
                  <a:pt x="6437605" y="93178"/>
                </a:lnTo>
                <a:lnTo>
                  <a:pt x="6429425" y="97899"/>
                </a:lnTo>
                <a:lnTo>
                  <a:pt x="6424704" y="89720"/>
                </a:lnTo>
                <a:lnTo>
                  <a:pt x="6432884" y="84999"/>
                </a:lnTo>
                <a:close/>
              </a:path>
              <a:path w="7367905" h="7586980">
                <a:moveTo>
                  <a:pt x="6512907" y="224880"/>
                </a:moveTo>
                <a:lnTo>
                  <a:pt x="6517000" y="231961"/>
                </a:lnTo>
                <a:lnTo>
                  <a:pt x="6509918" y="236054"/>
                </a:lnTo>
                <a:lnTo>
                  <a:pt x="6505825" y="228967"/>
                </a:lnTo>
                <a:lnTo>
                  <a:pt x="6512907" y="224880"/>
                </a:lnTo>
                <a:close/>
              </a:path>
              <a:path w="7367905" h="7586980">
                <a:moveTo>
                  <a:pt x="6593057" y="364316"/>
                </a:moveTo>
                <a:lnTo>
                  <a:pt x="6596833" y="370858"/>
                </a:lnTo>
                <a:lnTo>
                  <a:pt x="6590285" y="374640"/>
                </a:lnTo>
                <a:lnTo>
                  <a:pt x="6586509" y="368098"/>
                </a:lnTo>
                <a:lnTo>
                  <a:pt x="6593057" y="364316"/>
                </a:lnTo>
                <a:close/>
              </a:path>
              <a:path w="7367905" h="7586980">
                <a:moveTo>
                  <a:pt x="6673087" y="504197"/>
                </a:moveTo>
                <a:lnTo>
                  <a:pt x="6676234" y="509648"/>
                </a:lnTo>
                <a:lnTo>
                  <a:pt x="6670784" y="512795"/>
                </a:lnTo>
                <a:lnTo>
                  <a:pt x="6667636" y="507345"/>
                </a:lnTo>
                <a:lnTo>
                  <a:pt x="6673087" y="504197"/>
                </a:lnTo>
                <a:close/>
              </a:path>
              <a:path w="7367905" h="7586980">
                <a:moveTo>
                  <a:pt x="6753231" y="643640"/>
                </a:moveTo>
                <a:lnTo>
                  <a:pt x="6756061" y="648546"/>
                </a:lnTo>
                <a:lnTo>
                  <a:pt x="6751156" y="651382"/>
                </a:lnTo>
                <a:lnTo>
                  <a:pt x="6748319" y="646470"/>
                </a:lnTo>
                <a:lnTo>
                  <a:pt x="6753231" y="643640"/>
                </a:lnTo>
                <a:close/>
              </a:path>
              <a:path w="7367905" h="7586980">
                <a:moveTo>
                  <a:pt x="6833261" y="783514"/>
                </a:moveTo>
                <a:lnTo>
                  <a:pt x="6835469" y="787334"/>
                </a:lnTo>
                <a:lnTo>
                  <a:pt x="6831649" y="789536"/>
                </a:lnTo>
                <a:lnTo>
                  <a:pt x="6829441" y="785716"/>
                </a:lnTo>
                <a:lnTo>
                  <a:pt x="6833261" y="783514"/>
                </a:lnTo>
                <a:close/>
              </a:path>
              <a:path w="7367905" h="7586980">
                <a:moveTo>
                  <a:pt x="6913405" y="922963"/>
                </a:moveTo>
                <a:lnTo>
                  <a:pt x="6915295" y="926231"/>
                </a:lnTo>
                <a:lnTo>
                  <a:pt x="6912028" y="928123"/>
                </a:lnTo>
                <a:lnTo>
                  <a:pt x="6910137" y="924855"/>
                </a:lnTo>
                <a:lnTo>
                  <a:pt x="6913405" y="922963"/>
                </a:lnTo>
                <a:close/>
              </a:path>
              <a:path w="7367905" h="7586980">
                <a:moveTo>
                  <a:pt x="6993555" y="1062406"/>
                </a:moveTo>
                <a:lnTo>
                  <a:pt x="6995128" y="1065128"/>
                </a:lnTo>
                <a:lnTo>
                  <a:pt x="6992400" y="1066702"/>
                </a:lnTo>
                <a:lnTo>
                  <a:pt x="6990826" y="1063980"/>
                </a:lnTo>
                <a:lnTo>
                  <a:pt x="6993555" y="1062406"/>
                </a:lnTo>
                <a:close/>
              </a:path>
              <a:path w="7367905" h="7586980">
                <a:moveTo>
                  <a:pt x="7073578" y="1202280"/>
                </a:moveTo>
                <a:lnTo>
                  <a:pt x="7074524" y="1203924"/>
                </a:lnTo>
                <a:lnTo>
                  <a:pt x="7072893" y="1204863"/>
                </a:lnTo>
                <a:lnTo>
                  <a:pt x="7071947" y="1203226"/>
                </a:lnTo>
                <a:lnTo>
                  <a:pt x="7073578" y="1202280"/>
                </a:lnTo>
                <a:close/>
              </a:path>
              <a:path w="7367905" h="7586980">
                <a:moveTo>
                  <a:pt x="7152631" y="1342358"/>
                </a:moveTo>
                <a:lnTo>
                  <a:pt x="7154092" y="1342358"/>
                </a:lnTo>
                <a:lnTo>
                  <a:pt x="7154357" y="1342821"/>
                </a:lnTo>
                <a:lnTo>
                  <a:pt x="7152900" y="1342821"/>
                </a:lnTo>
                <a:lnTo>
                  <a:pt x="7152631" y="1342358"/>
                </a:lnTo>
                <a:close/>
              </a:path>
              <a:path w="7367905" h="7586980">
                <a:moveTo>
                  <a:pt x="6213716" y="25815"/>
                </a:moveTo>
                <a:lnTo>
                  <a:pt x="6218754" y="34539"/>
                </a:lnTo>
                <a:lnTo>
                  <a:pt x="6210035" y="39578"/>
                </a:lnTo>
                <a:lnTo>
                  <a:pt x="6204997" y="30847"/>
                </a:lnTo>
                <a:lnTo>
                  <a:pt x="6213716" y="25815"/>
                </a:lnTo>
                <a:close/>
              </a:path>
              <a:path w="7367905" h="7586980">
                <a:moveTo>
                  <a:pt x="6293980" y="164833"/>
                </a:moveTo>
                <a:lnTo>
                  <a:pt x="6299012" y="173551"/>
                </a:lnTo>
                <a:lnTo>
                  <a:pt x="6290293" y="178590"/>
                </a:lnTo>
                <a:lnTo>
                  <a:pt x="6285255" y="169865"/>
                </a:lnTo>
                <a:lnTo>
                  <a:pt x="6293980" y="164833"/>
                </a:lnTo>
                <a:close/>
              </a:path>
              <a:path w="7367905" h="7586980">
                <a:moveTo>
                  <a:pt x="6374124" y="304275"/>
                </a:moveTo>
                <a:lnTo>
                  <a:pt x="6378845" y="312448"/>
                </a:lnTo>
                <a:lnTo>
                  <a:pt x="6370666" y="317169"/>
                </a:lnTo>
                <a:lnTo>
                  <a:pt x="6365945" y="308996"/>
                </a:lnTo>
                <a:lnTo>
                  <a:pt x="6374124" y="304275"/>
                </a:lnTo>
                <a:close/>
              </a:path>
              <a:path w="7367905" h="7586980">
                <a:moveTo>
                  <a:pt x="6454268" y="443724"/>
                </a:moveTo>
                <a:lnTo>
                  <a:pt x="6458678" y="451358"/>
                </a:lnTo>
                <a:lnTo>
                  <a:pt x="6451045" y="455762"/>
                </a:lnTo>
                <a:lnTo>
                  <a:pt x="6446634" y="448128"/>
                </a:lnTo>
                <a:lnTo>
                  <a:pt x="6454268" y="443724"/>
                </a:lnTo>
                <a:close/>
              </a:path>
              <a:path w="7367905" h="7586980">
                <a:moveTo>
                  <a:pt x="6534304" y="583598"/>
                </a:moveTo>
                <a:lnTo>
                  <a:pt x="6538080" y="590134"/>
                </a:lnTo>
                <a:lnTo>
                  <a:pt x="6531537" y="593910"/>
                </a:lnTo>
                <a:lnTo>
                  <a:pt x="6527762" y="587374"/>
                </a:lnTo>
                <a:lnTo>
                  <a:pt x="6534304" y="583598"/>
                </a:lnTo>
                <a:close/>
              </a:path>
              <a:path w="7367905" h="7586980">
                <a:moveTo>
                  <a:pt x="6614334" y="723472"/>
                </a:moveTo>
                <a:lnTo>
                  <a:pt x="6617481" y="728923"/>
                </a:lnTo>
                <a:lnTo>
                  <a:pt x="6612030" y="732070"/>
                </a:lnTo>
                <a:lnTo>
                  <a:pt x="6608883" y="726620"/>
                </a:lnTo>
                <a:lnTo>
                  <a:pt x="6614334" y="723472"/>
                </a:lnTo>
                <a:close/>
              </a:path>
              <a:path w="7367905" h="7586980">
                <a:moveTo>
                  <a:pt x="6694471" y="862915"/>
                </a:moveTo>
                <a:lnTo>
                  <a:pt x="6697308" y="867827"/>
                </a:lnTo>
                <a:lnTo>
                  <a:pt x="6692403" y="870657"/>
                </a:lnTo>
                <a:lnTo>
                  <a:pt x="6689566" y="865751"/>
                </a:lnTo>
                <a:lnTo>
                  <a:pt x="6694471" y="862915"/>
                </a:lnTo>
                <a:close/>
              </a:path>
              <a:path w="7367905" h="7586980">
                <a:moveTo>
                  <a:pt x="6774622" y="1002358"/>
                </a:moveTo>
                <a:lnTo>
                  <a:pt x="6777141" y="1006724"/>
                </a:lnTo>
                <a:lnTo>
                  <a:pt x="6772775" y="1009243"/>
                </a:lnTo>
                <a:lnTo>
                  <a:pt x="6770256" y="1004877"/>
                </a:lnTo>
                <a:lnTo>
                  <a:pt x="6774622" y="1002358"/>
                </a:lnTo>
                <a:close/>
              </a:path>
              <a:path w="7367905" h="7586980">
                <a:moveTo>
                  <a:pt x="6854645" y="1142239"/>
                </a:moveTo>
                <a:lnTo>
                  <a:pt x="6856536" y="1145513"/>
                </a:lnTo>
                <a:lnTo>
                  <a:pt x="6853268" y="1147398"/>
                </a:lnTo>
                <a:lnTo>
                  <a:pt x="6851377" y="1144123"/>
                </a:lnTo>
                <a:lnTo>
                  <a:pt x="6854645" y="1142239"/>
                </a:lnTo>
                <a:close/>
              </a:path>
              <a:path w="7367905" h="7586980">
                <a:moveTo>
                  <a:pt x="6934801" y="1281682"/>
                </a:moveTo>
                <a:lnTo>
                  <a:pt x="6936375" y="1284410"/>
                </a:lnTo>
                <a:lnTo>
                  <a:pt x="6933647" y="1285984"/>
                </a:lnTo>
                <a:lnTo>
                  <a:pt x="6932073" y="1283256"/>
                </a:lnTo>
                <a:lnTo>
                  <a:pt x="6934801" y="1281682"/>
                </a:lnTo>
                <a:close/>
              </a:path>
              <a:path w="7367905" h="7586980">
                <a:moveTo>
                  <a:pt x="7014831" y="1421556"/>
                </a:moveTo>
                <a:lnTo>
                  <a:pt x="7015770" y="1423187"/>
                </a:lnTo>
                <a:lnTo>
                  <a:pt x="7014133" y="1424133"/>
                </a:lnTo>
                <a:lnTo>
                  <a:pt x="7013194" y="1422502"/>
                </a:lnTo>
                <a:lnTo>
                  <a:pt x="7014831" y="1421556"/>
                </a:lnTo>
                <a:close/>
              </a:path>
              <a:path w="7367905" h="7586980">
                <a:moveTo>
                  <a:pt x="7093884" y="1561633"/>
                </a:moveTo>
                <a:lnTo>
                  <a:pt x="7095334" y="1561633"/>
                </a:lnTo>
                <a:lnTo>
                  <a:pt x="7095603" y="1562096"/>
                </a:lnTo>
                <a:lnTo>
                  <a:pt x="7094153" y="1562096"/>
                </a:lnTo>
                <a:lnTo>
                  <a:pt x="7093884" y="1561633"/>
                </a:lnTo>
                <a:close/>
              </a:path>
              <a:path w="7367905" h="7586980">
                <a:moveTo>
                  <a:pt x="6075167" y="104353"/>
                </a:moveTo>
                <a:lnTo>
                  <a:pt x="6081462" y="115261"/>
                </a:lnTo>
                <a:lnTo>
                  <a:pt x="6070554" y="121556"/>
                </a:lnTo>
                <a:lnTo>
                  <a:pt x="6064259" y="110647"/>
                </a:lnTo>
                <a:lnTo>
                  <a:pt x="6075167" y="104353"/>
                </a:lnTo>
                <a:close/>
              </a:path>
              <a:path w="7367905" h="7586980">
                <a:moveTo>
                  <a:pt x="6155197" y="244234"/>
                </a:moveTo>
                <a:lnTo>
                  <a:pt x="6160864" y="254044"/>
                </a:lnTo>
                <a:lnTo>
                  <a:pt x="6151047" y="259710"/>
                </a:lnTo>
                <a:lnTo>
                  <a:pt x="6145380" y="249900"/>
                </a:lnTo>
                <a:lnTo>
                  <a:pt x="6155197" y="244234"/>
                </a:lnTo>
                <a:close/>
              </a:path>
              <a:path w="7367905" h="7586980">
                <a:moveTo>
                  <a:pt x="6235335" y="383676"/>
                </a:moveTo>
                <a:lnTo>
                  <a:pt x="6240690" y="392947"/>
                </a:lnTo>
                <a:lnTo>
                  <a:pt x="6231426" y="398297"/>
                </a:lnTo>
                <a:lnTo>
                  <a:pt x="6226070" y="389025"/>
                </a:lnTo>
                <a:lnTo>
                  <a:pt x="6235335" y="383676"/>
                </a:lnTo>
                <a:close/>
              </a:path>
              <a:path w="7367905" h="7586980">
                <a:moveTo>
                  <a:pt x="6315371" y="523551"/>
                </a:moveTo>
                <a:lnTo>
                  <a:pt x="6320092" y="531730"/>
                </a:lnTo>
                <a:lnTo>
                  <a:pt x="6311912" y="536451"/>
                </a:lnTo>
                <a:lnTo>
                  <a:pt x="6307191" y="528272"/>
                </a:lnTo>
                <a:lnTo>
                  <a:pt x="6315371" y="523551"/>
                </a:lnTo>
                <a:close/>
              </a:path>
              <a:path w="7367905" h="7586980">
                <a:moveTo>
                  <a:pt x="6395514" y="663000"/>
                </a:moveTo>
                <a:lnTo>
                  <a:pt x="6399918" y="670627"/>
                </a:lnTo>
                <a:lnTo>
                  <a:pt x="6392291" y="675031"/>
                </a:lnTo>
                <a:lnTo>
                  <a:pt x="6387887" y="667404"/>
                </a:lnTo>
                <a:lnTo>
                  <a:pt x="6395514" y="663000"/>
                </a:lnTo>
                <a:close/>
              </a:path>
              <a:path w="7367905" h="7586980">
                <a:moveTo>
                  <a:pt x="6475544" y="802874"/>
                </a:moveTo>
                <a:lnTo>
                  <a:pt x="6479320" y="809416"/>
                </a:lnTo>
                <a:lnTo>
                  <a:pt x="6472784" y="813191"/>
                </a:lnTo>
                <a:lnTo>
                  <a:pt x="6469009" y="806649"/>
                </a:lnTo>
                <a:lnTo>
                  <a:pt x="6475544" y="802874"/>
                </a:lnTo>
                <a:close/>
              </a:path>
              <a:path w="7367905" h="7586980">
                <a:moveTo>
                  <a:pt x="6555574" y="942748"/>
                </a:moveTo>
                <a:lnTo>
                  <a:pt x="6558721" y="948199"/>
                </a:lnTo>
                <a:lnTo>
                  <a:pt x="6553271" y="951346"/>
                </a:lnTo>
                <a:lnTo>
                  <a:pt x="6550123" y="945895"/>
                </a:lnTo>
                <a:lnTo>
                  <a:pt x="6555574" y="942748"/>
                </a:lnTo>
                <a:close/>
              </a:path>
              <a:path w="7367905" h="7586980">
                <a:moveTo>
                  <a:pt x="6635718" y="1082197"/>
                </a:moveTo>
                <a:lnTo>
                  <a:pt x="6638554" y="1087102"/>
                </a:lnTo>
                <a:lnTo>
                  <a:pt x="6633649" y="1089932"/>
                </a:lnTo>
                <a:lnTo>
                  <a:pt x="6630819" y="1085027"/>
                </a:lnTo>
                <a:lnTo>
                  <a:pt x="6635718" y="1082197"/>
                </a:lnTo>
                <a:close/>
              </a:path>
              <a:path w="7367905" h="7586980">
                <a:moveTo>
                  <a:pt x="6715868" y="1221634"/>
                </a:moveTo>
                <a:lnTo>
                  <a:pt x="6718388" y="1225999"/>
                </a:lnTo>
                <a:lnTo>
                  <a:pt x="6714022" y="1228518"/>
                </a:lnTo>
                <a:lnTo>
                  <a:pt x="6711503" y="1224153"/>
                </a:lnTo>
                <a:lnTo>
                  <a:pt x="6715868" y="1221634"/>
                </a:lnTo>
                <a:close/>
              </a:path>
              <a:path w="7367905" h="7586980">
                <a:moveTo>
                  <a:pt x="6795898" y="1361508"/>
                </a:moveTo>
                <a:lnTo>
                  <a:pt x="6797783" y="1364782"/>
                </a:lnTo>
                <a:lnTo>
                  <a:pt x="6794508" y="1366673"/>
                </a:lnTo>
                <a:lnTo>
                  <a:pt x="6792624" y="1363399"/>
                </a:lnTo>
                <a:lnTo>
                  <a:pt x="6795898" y="1361508"/>
                </a:lnTo>
                <a:close/>
              </a:path>
              <a:path w="7367905" h="7586980">
                <a:moveTo>
                  <a:pt x="6876042" y="1500963"/>
                </a:moveTo>
                <a:lnTo>
                  <a:pt x="6877616" y="1503685"/>
                </a:lnTo>
                <a:lnTo>
                  <a:pt x="6874893" y="1505259"/>
                </a:lnTo>
                <a:lnTo>
                  <a:pt x="6873320" y="1502537"/>
                </a:lnTo>
                <a:lnTo>
                  <a:pt x="6876042" y="1500963"/>
                </a:lnTo>
                <a:close/>
              </a:path>
              <a:path w="7367905" h="7586980">
                <a:moveTo>
                  <a:pt x="6956072" y="1640837"/>
                </a:moveTo>
                <a:lnTo>
                  <a:pt x="6957017" y="1642468"/>
                </a:lnTo>
                <a:lnTo>
                  <a:pt x="6955380" y="1643414"/>
                </a:lnTo>
                <a:lnTo>
                  <a:pt x="6954434" y="1641783"/>
                </a:lnTo>
                <a:lnTo>
                  <a:pt x="6956072" y="1640837"/>
                </a:lnTo>
                <a:close/>
              </a:path>
              <a:path w="7367905" h="7586980">
                <a:moveTo>
                  <a:pt x="7035131" y="1780908"/>
                </a:moveTo>
                <a:lnTo>
                  <a:pt x="7036579" y="1780908"/>
                </a:lnTo>
                <a:lnTo>
                  <a:pt x="7036844" y="1781365"/>
                </a:lnTo>
                <a:lnTo>
                  <a:pt x="7035395" y="1781365"/>
                </a:lnTo>
                <a:lnTo>
                  <a:pt x="7035131" y="1780908"/>
                </a:lnTo>
                <a:close/>
              </a:path>
              <a:path w="7367905" h="7586980">
                <a:moveTo>
                  <a:pt x="5856348" y="43879"/>
                </a:moveTo>
                <a:lnTo>
                  <a:pt x="5863906" y="56963"/>
                </a:lnTo>
                <a:lnTo>
                  <a:pt x="5850821" y="64521"/>
                </a:lnTo>
                <a:lnTo>
                  <a:pt x="5843264" y="51436"/>
                </a:lnTo>
                <a:lnTo>
                  <a:pt x="5856348" y="43879"/>
                </a:lnTo>
                <a:close/>
              </a:path>
              <a:path w="7367905" h="7586980">
                <a:moveTo>
                  <a:pt x="5936492" y="183321"/>
                </a:moveTo>
                <a:lnTo>
                  <a:pt x="5943732" y="195866"/>
                </a:lnTo>
                <a:lnTo>
                  <a:pt x="5931194" y="203107"/>
                </a:lnTo>
                <a:lnTo>
                  <a:pt x="5923954" y="190562"/>
                </a:lnTo>
                <a:lnTo>
                  <a:pt x="5936492" y="183321"/>
                </a:lnTo>
                <a:close/>
              </a:path>
              <a:path w="7367905" h="7586980">
                <a:moveTo>
                  <a:pt x="6016408" y="323634"/>
                </a:moveTo>
                <a:lnTo>
                  <a:pt x="6022702" y="334535"/>
                </a:lnTo>
                <a:lnTo>
                  <a:pt x="6011801" y="340830"/>
                </a:lnTo>
                <a:lnTo>
                  <a:pt x="6005506" y="329928"/>
                </a:lnTo>
                <a:lnTo>
                  <a:pt x="6016408" y="323634"/>
                </a:lnTo>
                <a:close/>
              </a:path>
              <a:path w="7367905" h="7586980">
                <a:moveTo>
                  <a:pt x="6096437" y="463508"/>
                </a:moveTo>
                <a:lnTo>
                  <a:pt x="6102104" y="473318"/>
                </a:lnTo>
                <a:lnTo>
                  <a:pt x="6092287" y="478984"/>
                </a:lnTo>
                <a:lnTo>
                  <a:pt x="6086627" y="469174"/>
                </a:lnTo>
                <a:lnTo>
                  <a:pt x="6096437" y="463508"/>
                </a:lnTo>
                <a:close/>
              </a:path>
              <a:path w="7367905" h="7586980">
                <a:moveTo>
                  <a:pt x="6176588" y="602951"/>
                </a:moveTo>
                <a:lnTo>
                  <a:pt x="6181937" y="612215"/>
                </a:lnTo>
                <a:lnTo>
                  <a:pt x="6172666" y="617564"/>
                </a:lnTo>
                <a:lnTo>
                  <a:pt x="6167317" y="608300"/>
                </a:lnTo>
                <a:lnTo>
                  <a:pt x="6176588" y="602951"/>
                </a:lnTo>
                <a:close/>
              </a:path>
              <a:path w="7367905" h="7586980">
                <a:moveTo>
                  <a:pt x="6256732" y="742394"/>
                </a:moveTo>
                <a:lnTo>
                  <a:pt x="6261770" y="751119"/>
                </a:lnTo>
                <a:lnTo>
                  <a:pt x="6253045" y="756157"/>
                </a:lnTo>
                <a:lnTo>
                  <a:pt x="6248006" y="747426"/>
                </a:lnTo>
                <a:lnTo>
                  <a:pt x="6256732" y="742394"/>
                </a:lnTo>
                <a:close/>
              </a:path>
              <a:path w="7367905" h="7586980">
                <a:moveTo>
                  <a:pt x="6336761" y="882268"/>
                </a:moveTo>
                <a:lnTo>
                  <a:pt x="6341165" y="889902"/>
                </a:lnTo>
                <a:lnTo>
                  <a:pt x="6333538" y="894306"/>
                </a:lnTo>
                <a:lnTo>
                  <a:pt x="6329128" y="886679"/>
                </a:lnTo>
                <a:lnTo>
                  <a:pt x="6336761" y="882268"/>
                </a:lnTo>
                <a:close/>
              </a:path>
              <a:path w="7367905" h="7586980">
                <a:moveTo>
                  <a:pt x="6416905" y="1021717"/>
                </a:moveTo>
                <a:lnTo>
                  <a:pt x="6420998" y="1028805"/>
                </a:lnTo>
                <a:lnTo>
                  <a:pt x="6413904" y="1032898"/>
                </a:lnTo>
                <a:lnTo>
                  <a:pt x="6409817" y="1025810"/>
                </a:lnTo>
                <a:lnTo>
                  <a:pt x="6416905" y="1021717"/>
                </a:lnTo>
                <a:close/>
              </a:path>
              <a:path w="7367905" h="7586980">
                <a:moveTo>
                  <a:pt x="6496935" y="1161591"/>
                </a:moveTo>
                <a:lnTo>
                  <a:pt x="6500400" y="1167588"/>
                </a:lnTo>
                <a:lnTo>
                  <a:pt x="6494403" y="1171052"/>
                </a:lnTo>
                <a:lnTo>
                  <a:pt x="6490945" y="1165056"/>
                </a:lnTo>
                <a:lnTo>
                  <a:pt x="6496935" y="1161591"/>
                </a:lnTo>
                <a:close/>
              </a:path>
              <a:path w="7367905" h="7586980">
                <a:moveTo>
                  <a:pt x="6576971" y="1301466"/>
                </a:moveTo>
                <a:lnTo>
                  <a:pt x="6579801" y="1306370"/>
                </a:lnTo>
                <a:lnTo>
                  <a:pt x="6574889" y="1309200"/>
                </a:lnTo>
                <a:lnTo>
                  <a:pt x="6572059" y="1304302"/>
                </a:lnTo>
                <a:lnTo>
                  <a:pt x="6576971" y="1301466"/>
                </a:lnTo>
                <a:close/>
              </a:path>
              <a:path w="7367905" h="7586980">
                <a:moveTo>
                  <a:pt x="6657109" y="1440914"/>
                </a:moveTo>
                <a:lnTo>
                  <a:pt x="6659628" y="1445274"/>
                </a:lnTo>
                <a:lnTo>
                  <a:pt x="6655268" y="1447793"/>
                </a:lnTo>
                <a:lnTo>
                  <a:pt x="6652749" y="1443433"/>
                </a:lnTo>
                <a:lnTo>
                  <a:pt x="6657109" y="1440914"/>
                </a:lnTo>
                <a:close/>
              </a:path>
              <a:path w="7367905" h="7586980">
                <a:moveTo>
                  <a:pt x="6737145" y="1580789"/>
                </a:moveTo>
                <a:lnTo>
                  <a:pt x="6739029" y="1584056"/>
                </a:lnTo>
                <a:lnTo>
                  <a:pt x="6735761" y="1585948"/>
                </a:lnTo>
                <a:lnTo>
                  <a:pt x="6733871" y="1582673"/>
                </a:lnTo>
                <a:lnTo>
                  <a:pt x="6737145" y="1580789"/>
                </a:lnTo>
                <a:close/>
              </a:path>
              <a:path w="7367905" h="7586980">
                <a:moveTo>
                  <a:pt x="6817282" y="1720231"/>
                </a:moveTo>
                <a:lnTo>
                  <a:pt x="6818856" y="1722959"/>
                </a:lnTo>
                <a:lnTo>
                  <a:pt x="6816134" y="1724534"/>
                </a:lnTo>
                <a:lnTo>
                  <a:pt x="6814560" y="1721805"/>
                </a:lnTo>
                <a:lnTo>
                  <a:pt x="6817282" y="1720231"/>
                </a:lnTo>
                <a:close/>
              </a:path>
              <a:path w="7367905" h="7586980">
                <a:moveTo>
                  <a:pt x="6897318" y="1860105"/>
                </a:moveTo>
                <a:lnTo>
                  <a:pt x="6898264" y="1861742"/>
                </a:lnTo>
                <a:lnTo>
                  <a:pt x="6896627" y="1862688"/>
                </a:lnTo>
                <a:lnTo>
                  <a:pt x="6895681" y="1861051"/>
                </a:lnTo>
                <a:lnTo>
                  <a:pt x="6897318" y="1860105"/>
                </a:lnTo>
                <a:close/>
              </a:path>
              <a:path w="7367905" h="7586980">
                <a:moveTo>
                  <a:pt x="5628941" y="0"/>
                </a:moveTo>
                <a:lnTo>
                  <a:pt x="5640269" y="0"/>
                </a:lnTo>
                <a:lnTo>
                  <a:pt x="5631774" y="4903"/>
                </a:lnTo>
                <a:lnTo>
                  <a:pt x="5628941" y="0"/>
                </a:lnTo>
                <a:close/>
              </a:path>
              <a:path w="7367905" h="7586980">
                <a:moveTo>
                  <a:pt x="5717679" y="122848"/>
                </a:moveTo>
                <a:lnTo>
                  <a:pt x="5726176" y="137563"/>
                </a:lnTo>
                <a:lnTo>
                  <a:pt x="5711454" y="146066"/>
                </a:lnTo>
                <a:lnTo>
                  <a:pt x="5702958" y="131351"/>
                </a:lnTo>
                <a:lnTo>
                  <a:pt x="5717679" y="122848"/>
                </a:lnTo>
                <a:close/>
              </a:path>
              <a:path w="7367905" h="7586980">
                <a:moveTo>
                  <a:pt x="5797822" y="262290"/>
                </a:moveTo>
                <a:lnTo>
                  <a:pt x="5806009" y="276472"/>
                </a:lnTo>
                <a:lnTo>
                  <a:pt x="5791833" y="284652"/>
                </a:lnTo>
                <a:lnTo>
                  <a:pt x="5783648" y="270476"/>
                </a:lnTo>
                <a:lnTo>
                  <a:pt x="5797822" y="262290"/>
                </a:lnTo>
                <a:close/>
              </a:path>
              <a:path w="7367905" h="7586980">
                <a:moveTo>
                  <a:pt x="5877853" y="402171"/>
                </a:moveTo>
                <a:lnTo>
                  <a:pt x="5885411" y="415256"/>
                </a:lnTo>
                <a:lnTo>
                  <a:pt x="5872326" y="422807"/>
                </a:lnTo>
                <a:lnTo>
                  <a:pt x="5864769" y="409723"/>
                </a:lnTo>
                <a:lnTo>
                  <a:pt x="5877853" y="402171"/>
                </a:lnTo>
                <a:close/>
              </a:path>
              <a:path w="7367905" h="7586980">
                <a:moveTo>
                  <a:pt x="5957769" y="542477"/>
                </a:moveTo>
                <a:lnTo>
                  <a:pt x="5964381" y="553925"/>
                </a:lnTo>
                <a:lnTo>
                  <a:pt x="5952933" y="560531"/>
                </a:lnTo>
                <a:lnTo>
                  <a:pt x="5946321" y="549083"/>
                </a:lnTo>
                <a:lnTo>
                  <a:pt x="5957769" y="542477"/>
                </a:lnTo>
                <a:close/>
              </a:path>
              <a:path w="7367905" h="7586980">
                <a:moveTo>
                  <a:pt x="6037798" y="682352"/>
                </a:moveTo>
                <a:lnTo>
                  <a:pt x="6043782" y="692708"/>
                </a:lnTo>
                <a:lnTo>
                  <a:pt x="6033420" y="698691"/>
                </a:lnTo>
                <a:lnTo>
                  <a:pt x="6027443" y="688329"/>
                </a:lnTo>
                <a:lnTo>
                  <a:pt x="6037798" y="682352"/>
                </a:lnTo>
                <a:close/>
              </a:path>
              <a:path w="7367905" h="7586980">
                <a:moveTo>
                  <a:pt x="6117834" y="822226"/>
                </a:moveTo>
                <a:lnTo>
                  <a:pt x="6123184" y="831490"/>
                </a:lnTo>
                <a:lnTo>
                  <a:pt x="6113913" y="836846"/>
                </a:lnTo>
                <a:lnTo>
                  <a:pt x="6108564" y="827582"/>
                </a:lnTo>
                <a:lnTo>
                  <a:pt x="6117834" y="822226"/>
                </a:lnTo>
                <a:close/>
              </a:path>
              <a:path w="7367905" h="7586980">
                <a:moveTo>
                  <a:pt x="6197971" y="961669"/>
                </a:moveTo>
                <a:lnTo>
                  <a:pt x="6203010" y="970394"/>
                </a:lnTo>
                <a:lnTo>
                  <a:pt x="6194285" y="975425"/>
                </a:lnTo>
                <a:lnTo>
                  <a:pt x="6189253" y="966707"/>
                </a:lnTo>
                <a:lnTo>
                  <a:pt x="6197971" y="961669"/>
                </a:lnTo>
                <a:close/>
              </a:path>
              <a:path w="7367905" h="7586980">
                <a:moveTo>
                  <a:pt x="6278008" y="1101543"/>
                </a:moveTo>
                <a:lnTo>
                  <a:pt x="6282412" y="1109177"/>
                </a:lnTo>
                <a:lnTo>
                  <a:pt x="6274778" y="1113587"/>
                </a:lnTo>
                <a:lnTo>
                  <a:pt x="6270374" y="1105953"/>
                </a:lnTo>
                <a:lnTo>
                  <a:pt x="6278008" y="1101543"/>
                </a:lnTo>
                <a:close/>
              </a:path>
              <a:path w="7367905" h="7586980">
                <a:moveTo>
                  <a:pt x="6358146" y="1240992"/>
                </a:moveTo>
                <a:lnTo>
                  <a:pt x="6362239" y="1248080"/>
                </a:lnTo>
                <a:lnTo>
                  <a:pt x="6355157" y="1252166"/>
                </a:lnTo>
                <a:lnTo>
                  <a:pt x="6351064" y="1245078"/>
                </a:lnTo>
                <a:lnTo>
                  <a:pt x="6358146" y="1240992"/>
                </a:lnTo>
                <a:close/>
              </a:path>
              <a:path w="7367905" h="7586980">
                <a:moveTo>
                  <a:pt x="6438182" y="1380866"/>
                </a:moveTo>
                <a:lnTo>
                  <a:pt x="6441646" y="1386863"/>
                </a:lnTo>
                <a:lnTo>
                  <a:pt x="6435650" y="1390327"/>
                </a:lnTo>
                <a:lnTo>
                  <a:pt x="6432185" y="1384324"/>
                </a:lnTo>
                <a:lnTo>
                  <a:pt x="6438182" y="1380866"/>
                </a:lnTo>
                <a:close/>
              </a:path>
              <a:path w="7367905" h="7586980">
                <a:moveTo>
                  <a:pt x="6518211" y="1520740"/>
                </a:moveTo>
                <a:lnTo>
                  <a:pt x="6521041" y="1525645"/>
                </a:lnTo>
                <a:lnTo>
                  <a:pt x="6516136" y="1528482"/>
                </a:lnTo>
                <a:lnTo>
                  <a:pt x="6513300" y="1523570"/>
                </a:lnTo>
                <a:lnTo>
                  <a:pt x="6518211" y="1520740"/>
                </a:lnTo>
                <a:close/>
              </a:path>
              <a:path w="7367905" h="7586980">
                <a:moveTo>
                  <a:pt x="6598355" y="1660189"/>
                </a:moveTo>
                <a:lnTo>
                  <a:pt x="6600874" y="1664549"/>
                </a:lnTo>
                <a:lnTo>
                  <a:pt x="6596515" y="1667061"/>
                </a:lnTo>
                <a:lnTo>
                  <a:pt x="6593996" y="1662702"/>
                </a:lnTo>
                <a:lnTo>
                  <a:pt x="6598355" y="1660189"/>
                </a:lnTo>
                <a:close/>
              </a:path>
              <a:path w="7367905" h="7586980">
                <a:moveTo>
                  <a:pt x="6678385" y="1800063"/>
                </a:moveTo>
                <a:lnTo>
                  <a:pt x="6680276" y="1803331"/>
                </a:lnTo>
                <a:lnTo>
                  <a:pt x="6677008" y="1805223"/>
                </a:lnTo>
                <a:lnTo>
                  <a:pt x="6675117" y="1801954"/>
                </a:lnTo>
                <a:lnTo>
                  <a:pt x="6678385" y="1800063"/>
                </a:lnTo>
                <a:close/>
              </a:path>
              <a:path w="7367905" h="7586980">
                <a:moveTo>
                  <a:pt x="6758535" y="1939506"/>
                </a:moveTo>
                <a:lnTo>
                  <a:pt x="6760109" y="1942228"/>
                </a:lnTo>
                <a:lnTo>
                  <a:pt x="6757381" y="1943802"/>
                </a:lnTo>
                <a:lnTo>
                  <a:pt x="6755807" y="1941080"/>
                </a:lnTo>
                <a:lnTo>
                  <a:pt x="6758535" y="1939506"/>
                </a:lnTo>
                <a:close/>
              </a:path>
              <a:path w="7367905" h="7586980">
                <a:moveTo>
                  <a:pt x="6838559" y="2079380"/>
                </a:moveTo>
                <a:lnTo>
                  <a:pt x="6839504" y="2081024"/>
                </a:lnTo>
                <a:lnTo>
                  <a:pt x="6837874" y="2081963"/>
                </a:lnTo>
                <a:lnTo>
                  <a:pt x="6836928" y="2080326"/>
                </a:lnTo>
                <a:lnTo>
                  <a:pt x="6838559" y="2079380"/>
                </a:lnTo>
                <a:close/>
              </a:path>
              <a:path w="7367905" h="7586980">
                <a:moveTo>
                  <a:pt x="5498981" y="61942"/>
                </a:moveTo>
                <a:lnTo>
                  <a:pt x="5509052" y="79392"/>
                </a:lnTo>
                <a:lnTo>
                  <a:pt x="5491608" y="89463"/>
                </a:lnTo>
                <a:lnTo>
                  <a:pt x="5481537" y="72013"/>
                </a:lnTo>
                <a:lnTo>
                  <a:pt x="5498981" y="61942"/>
                </a:lnTo>
                <a:close/>
              </a:path>
              <a:path w="7367905" h="7586980">
                <a:moveTo>
                  <a:pt x="5579011" y="201816"/>
                </a:moveTo>
                <a:lnTo>
                  <a:pt x="5588453" y="218169"/>
                </a:lnTo>
                <a:lnTo>
                  <a:pt x="5572101" y="227611"/>
                </a:lnTo>
                <a:lnTo>
                  <a:pt x="5562659" y="211258"/>
                </a:lnTo>
                <a:lnTo>
                  <a:pt x="5579011" y="201816"/>
                </a:lnTo>
                <a:close/>
              </a:path>
              <a:path w="7367905" h="7586980">
                <a:moveTo>
                  <a:pt x="5659041" y="341691"/>
                </a:moveTo>
                <a:lnTo>
                  <a:pt x="5667855" y="356958"/>
                </a:lnTo>
                <a:lnTo>
                  <a:pt x="5652587" y="365771"/>
                </a:lnTo>
                <a:lnTo>
                  <a:pt x="5643773" y="350504"/>
                </a:lnTo>
                <a:lnTo>
                  <a:pt x="5659041" y="341691"/>
                </a:lnTo>
                <a:close/>
              </a:path>
              <a:path w="7367905" h="7586980">
                <a:moveTo>
                  <a:pt x="5739070" y="481572"/>
                </a:moveTo>
                <a:lnTo>
                  <a:pt x="5747250" y="495741"/>
                </a:lnTo>
                <a:lnTo>
                  <a:pt x="5733080" y="503927"/>
                </a:lnTo>
                <a:lnTo>
                  <a:pt x="5724895" y="489751"/>
                </a:lnTo>
                <a:lnTo>
                  <a:pt x="5739070" y="481572"/>
                </a:lnTo>
                <a:close/>
              </a:path>
              <a:path w="7367905" h="7586980">
                <a:moveTo>
                  <a:pt x="5819100" y="621446"/>
                </a:moveTo>
                <a:lnTo>
                  <a:pt x="5826651" y="634530"/>
                </a:lnTo>
                <a:lnTo>
                  <a:pt x="5813567" y="642082"/>
                </a:lnTo>
                <a:lnTo>
                  <a:pt x="5806016" y="628997"/>
                </a:lnTo>
                <a:lnTo>
                  <a:pt x="5819100" y="621446"/>
                </a:lnTo>
                <a:close/>
              </a:path>
              <a:path w="7367905" h="7586980">
                <a:moveTo>
                  <a:pt x="5899016" y="761752"/>
                </a:moveTo>
                <a:lnTo>
                  <a:pt x="5905622" y="773199"/>
                </a:lnTo>
                <a:lnTo>
                  <a:pt x="5894174" y="779811"/>
                </a:lnTo>
                <a:lnTo>
                  <a:pt x="5887568" y="768364"/>
                </a:lnTo>
                <a:lnTo>
                  <a:pt x="5899016" y="761752"/>
                </a:lnTo>
                <a:close/>
              </a:path>
              <a:path w="7367905" h="7586980">
                <a:moveTo>
                  <a:pt x="5979046" y="901627"/>
                </a:moveTo>
                <a:lnTo>
                  <a:pt x="5985023" y="911982"/>
                </a:lnTo>
                <a:lnTo>
                  <a:pt x="5974667" y="917959"/>
                </a:lnTo>
                <a:lnTo>
                  <a:pt x="5968690" y="907610"/>
                </a:lnTo>
                <a:lnTo>
                  <a:pt x="5979046" y="901627"/>
                </a:lnTo>
                <a:close/>
              </a:path>
              <a:path w="7367905" h="7586980">
                <a:moveTo>
                  <a:pt x="6059075" y="1041500"/>
                </a:moveTo>
                <a:lnTo>
                  <a:pt x="6064425" y="1050771"/>
                </a:lnTo>
                <a:lnTo>
                  <a:pt x="6055160" y="1056120"/>
                </a:lnTo>
                <a:lnTo>
                  <a:pt x="6049811" y="1046849"/>
                </a:lnTo>
                <a:lnTo>
                  <a:pt x="6059075" y="1041500"/>
                </a:lnTo>
                <a:close/>
              </a:path>
              <a:path w="7367905" h="7586980">
                <a:moveTo>
                  <a:pt x="6139219" y="1180950"/>
                </a:moveTo>
                <a:lnTo>
                  <a:pt x="6144251" y="1189668"/>
                </a:lnTo>
                <a:lnTo>
                  <a:pt x="6135532" y="1194707"/>
                </a:lnTo>
                <a:lnTo>
                  <a:pt x="6130500" y="1185982"/>
                </a:lnTo>
                <a:lnTo>
                  <a:pt x="6139219" y="1180950"/>
                </a:lnTo>
                <a:close/>
              </a:path>
              <a:path w="7367905" h="7586980">
                <a:moveTo>
                  <a:pt x="6219249" y="1320823"/>
                </a:moveTo>
                <a:lnTo>
                  <a:pt x="6223659" y="1328457"/>
                </a:lnTo>
                <a:lnTo>
                  <a:pt x="6216026" y="1332861"/>
                </a:lnTo>
                <a:lnTo>
                  <a:pt x="6211615" y="1325227"/>
                </a:lnTo>
                <a:lnTo>
                  <a:pt x="6219249" y="1320823"/>
                </a:lnTo>
                <a:close/>
              </a:path>
              <a:path w="7367905" h="7586980">
                <a:moveTo>
                  <a:pt x="6299399" y="1460266"/>
                </a:moveTo>
                <a:lnTo>
                  <a:pt x="6303492" y="1467354"/>
                </a:lnTo>
                <a:lnTo>
                  <a:pt x="6296404" y="1471447"/>
                </a:lnTo>
                <a:lnTo>
                  <a:pt x="6292311" y="1464359"/>
                </a:lnTo>
                <a:lnTo>
                  <a:pt x="6299399" y="1460266"/>
                </a:lnTo>
                <a:close/>
              </a:path>
              <a:path w="7367905" h="7586980">
                <a:moveTo>
                  <a:pt x="6379315" y="1600572"/>
                </a:moveTo>
                <a:lnTo>
                  <a:pt x="6382462" y="1606023"/>
                </a:lnTo>
                <a:lnTo>
                  <a:pt x="6377011" y="1609170"/>
                </a:lnTo>
                <a:lnTo>
                  <a:pt x="6373864" y="1603719"/>
                </a:lnTo>
                <a:lnTo>
                  <a:pt x="6379315" y="1600572"/>
                </a:lnTo>
                <a:close/>
              </a:path>
              <a:path w="7367905" h="7586980">
                <a:moveTo>
                  <a:pt x="6459452" y="1740015"/>
                </a:moveTo>
                <a:lnTo>
                  <a:pt x="6462289" y="1744927"/>
                </a:lnTo>
                <a:lnTo>
                  <a:pt x="6457384" y="1747757"/>
                </a:lnTo>
                <a:lnTo>
                  <a:pt x="6454547" y="1742851"/>
                </a:lnTo>
                <a:lnTo>
                  <a:pt x="6459452" y="1740015"/>
                </a:lnTo>
                <a:close/>
              </a:path>
              <a:path w="7367905" h="7586980">
                <a:moveTo>
                  <a:pt x="6539609" y="1879464"/>
                </a:moveTo>
                <a:lnTo>
                  <a:pt x="6542122" y="1883823"/>
                </a:lnTo>
                <a:lnTo>
                  <a:pt x="6537756" y="1886342"/>
                </a:lnTo>
                <a:lnTo>
                  <a:pt x="6535243" y="1881983"/>
                </a:lnTo>
                <a:lnTo>
                  <a:pt x="6539609" y="1879464"/>
                </a:lnTo>
                <a:close/>
              </a:path>
              <a:path w="7367905" h="7586980">
                <a:moveTo>
                  <a:pt x="6619631" y="2019338"/>
                </a:moveTo>
                <a:lnTo>
                  <a:pt x="6621517" y="2022613"/>
                </a:lnTo>
                <a:lnTo>
                  <a:pt x="6618249" y="2024497"/>
                </a:lnTo>
                <a:lnTo>
                  <a:pt x="6616364" y="2021229"/>
                </a:lnTo>
                <a:lnTo>
                  <a:pt x="6619631" y="2019338"/>
                </a:lnTo>
                <a:close/>
              </a:path>
              <a:path w="7367905" h="7586980">
                <a:moveTo>
                  <a:pt x="6699661" y="2159212"/>
                </a:moveTo>
                <a:lnTo>
                  <a:pt x="6700918" y="2161389"/>
                </a:lnTo>
                <a:lnTo>
                  <a:pt x="6698736" y="2162652"/>
                </a:lnTo>
                <a:lnTo>
                  <a:pt x="6697479" y="2160468"/>
                </a:lnTo>
                <a:lnTo>
                  <a:pt x="6699661" y="2159212"/>
                </a:lnTo>
                <a:close/>
              </a:path>
              <a:path w="7367905" h="7586980">
                <a:moveTo>
                  <a:pt x="6779812" y="2298655"/>
                </a:moveTo>
                <a:lnTo>
                  <a:pt x="6780751" y="2300286"/>
                </a:lnTo>
                <a:lnTo>
                  <a:pt x="6779114" y="2301232"/>
                </a:lnTo>
                <a:lnTo>
                  <a:pt x="6778175" y="2299601"/>
                </a:lnTo>
                <a:lnTo>
                  <a:pt x="6779812" y="2298655"/>
                </a:lnTo>
                <a:close/>
              </a:path>
              <a:path w="7367905" h="7586980">
                <a:moveTo>
                  <a:pt x="5279699" y="3188"/>
                </a:moveTo>
                <a:lnTo>
                  <a:pt x="5289776" y="20632"/>
                </a:lnTo>
                <a:lnTo>
                  <a:pt x="5272332" y="30702"/>
                </a:lnTo>
                <a:lnTo>
                  <a:pt x="5262262" y="13258"/>
                </a:lnTo>
                <a:lnTo>
                  <a:pt x="5279699" y="3188"/>
                </a:lnTo>
                <a:close/>
              </a:path>
              <a:path w="7367905" h="7586980">
                <a:moveTo>
                  <a:pt x="5360306" y="140911"/>
                </a:moveTo>
                <a:lnTo>
                  <a:pt x="5371322" y="159992"/>
                </a:lnTo>
                <a:lnTo>
                  <a:pt x="5352241" y="171008"/>
                </a:lnTo>
                <a:lnTo>
                  <a:pt x="5341225" y="151927"/>
                </a:lnTo>
                <a:lnTo>
                  <a:pt x="5360306" y="140911"/>
                </a:lnTo>
                <a:close/>
              </a:path>
              <a:path w="7367905" h="7586980">
                <a:moveTo>
                  <a:pt x="5440342" y="280785"/>
                </a:moveTo>
                <a:lnTo>
                  <a:pt x="5450730" y="298775"/>
                </a:lnTo>
                <a:lnTo>
                  <a:pt x="5432734" y="309162"/>
                </a:lnTo>
                <a:lnTo>
                  <a:pt x="5422347" y="291173"/>
                </a:lnTo>
                <a:lnTo>
                  <a:pt x="5440342" y="280785"/>
                </a:lnTo>
                <a:close/>
              </a:path>
              <a:path w="7367905" h="7586980">
                <a:moveTo>
                  <a:pt x="5520258" y="421091"/>
                </a:moveTo>
                <a:lnTo>
                  <a:pt x="5529700" y="437450"/>
                </a:lnTo>
                <a:lnTo>
                  <a:pt x="5513341" y="446892"/>
                </a:lnTo>
                <a:lnTo>
                  <a:pt x="5503899" y="430533"/>
                </a:lnTo>
                <a:lnTo>
                  <a:pt x="5520258" y="421091"/>
                </a:lnTo>
                <a:close/>
              </a:path>
              <a:path w="7367905" h="7586980">
                <a:moveTo>
                  <a:pt x="5600288" y="560972"/>
                </a:moveTo>
                <a:lnTo>
                  <a:pt x="5609102" y="576233"/>
                </a:lnTo>
                <a:lnTo>
                  <a:pt x="5593834" y="585047"/>
                </a:lnTo>
                <a:lnTo>
                  <a:pt x="5585020" y="569786"/>
                </a:lnTo>
                <a:lnTo>
                  <a:pt x="5600288" y="560972"/>
                </a:lnTo>
                <a:close/>
              </a:path>
              <a:path w="7367905" h="7586980">
                <a:moveTo>
                  <a:pt x="5680317" y="700846"/>
                </a:moveTo>
                <a:lnTo>
                  <a:pt x="5688503" y="715016"/>
                </a:lnTo>
                <a:lnTo>
                  <a:pt x="5674321" y="723202"/>
                </a:lnTo>
                <a:lnTo>
                  <a:pt x="5666141" y="709032"/>
                </a:lnTo>
                <a:lnTo>
                  <a:pt x="5680317" y="700846"/>
                </a:lnTo>
                <a:close/>
              </a:path>
              <a:path w="7367905" h="7586980">
                <a:moveTo>
                  <a:pt x="5760341" y="840721"/>
                </a:moveTo>
                <a:lnTo>
                  <a:pt x="5767898" y="853805"/>
                </a:lnTo>
                <a:lnTo>
                  <a:pt x="5754820" y="861357"/>
                </a:lnTo>
                <a:lnTo>
                  <a:pt x="5747263" y="848272"/>
                </a:lnTo>
                <a:lnTo>
                  <a:pt x="5760341" y="840721"/>
                </a:lnTo>
                <a:close/>
              </a:path>
              <a:path w="7367905" h="7586980">
                <a:moveTo>
                  <a:pt x="5840377" y="980595"/>
                </a:moveTo>
                <a:lnTo>
                  <a:pt x="5847300" y="992588"/>
                </a:lnTo>
                <a:lnTo>
                  <a:pt x="5835307" y="999511"/>
                </a:lnTo>
                <a:lnTo>
                  <a:pt x="5828384" y="987518"/>
                </a:lnTo>
                <a:lnTo>
                  <a:pt x="5840377" y="980595"/>
                </a:lnTo>
                <a:close/>
              </a:path>
              <a:path w="7367905" h="7586980">
                <a:moveTo>
                  <a:pt x="5920286" y="1120901"/>
                </a:moveTo>
                <a:lnTo>
                  <a:pt x="5926270" y="1131257"/>
                </a:lnTo>
                <a:lnTo>
                  <a:pt x="5915914" y="1137234"/>
                </a:lnTo>
                <a:lnTo>
                  <a:pt x="5909937" y="1126878"/>
                </a:lnTo>
                <a:lnTo>
                  <a:pt x="5920286" y="1120901"/>
                </a:lnTo>
                <a:close/>
              </a:path>
              <a:path w="7367905" h="7586980">
                <a:moveTo>
                  <a:pt x="6000316" y="1260775"/>
                </a:moveTo>
                <a:lnTo>
                  <a:pt x="6005671" y="1270046"/>
                </a:lnTo>
                <a:lnTo>
                  <a:pt x="5996407" y="1275395"/>
                </a:lnTo>
                <a:lnTo>
                  <a:pt x="5991051" y="1266124"/>
                </a:lnTo>
                <a:lnTo>
                  <a:pt x="6000316" y="1260775"/>
                </a:lnTo>
                <a:close/>
              </a:path>
              <a:path w="7367905" h="7586980">
                <a:moveTo>
                  <a:pt x="6080472" y="1400224"/>
                </a:moveTo>
                <a:lnTo>
                  <a:pt x="6085504" y="1408943"/>
                </a:lnTo>
                <a:lnTo>
                  <a:pt x="6076779" y="1413982"/>
                </a:lnTo>
                <a:lnTo>
                  <a:pt x="6071741" y="1405263"/>
                </a:lnTo>
                <a:lnTo>
                  <a:pt x="6080472" y="1400224"/>
                </a:lnTo>
                <a:close/>
              </a:path>
              <a:path w="7367905" h="7586980">
                <a:moveTo>
                  <a:pt x="6160496" y="1540098"/>
                </a:moveTo>
                <a:lnTo>
                  <a:pt x="6164899" y="1547725"/>
                </a:lnTo>
                <a:lnTo>
                  <a:pt x="6157272" y="1552129"/>
                </a:lnTo>
                <a:lnTo>
                  <a:pt x="6152868" y="1544502"/>
                </a:lnTo>
                <a:lnTo>
                  <a:pt x="6160496" y="1540098"/>
                </a:lnTo>
                <a:close/>
              </a:path>
              <a:path w="7367905" h="7586980">
                <a:moveTo>
                  <a:pt x="6240525" y="1679972"/>
                </a:moveTo>
                <a:lnTo>
                  <a:pt x="6244301" y="1686514"/>
                </a:lnTo>
                <a:lnTo>
                  <a:pt x="6237765" y="1690290"/>
                </a:lnTo>
                <a:lnTo>
                  <a:pt x="6233990" y="1683748"/>
                </a:lnTo>
                <a:lnTo>
                  <a:pt x="6240525" y="1679972"/>
                </a:lnTo>
                <a:close/>
              </a:path>
              <a:path w="7367905" h="7586980">
                <a:moveTo>
                  <a:pt x="6320555" y="1819846"/>
                </a:moveTo>
                <a:lnTo>
                  <a:pt x="6323703" y="1825297"/>
                </a:lnTo>
                <a:lnTo>
                  <a:pt x="6318252" y="1828445"/>
                </a:lnTo>
                <a:lnTo>
                  <a:pt x="6315104" y="1822994"/>
                </a:lnTo>
                <a:lnTo>
                  <a:pt x="6320555" y="1819846"/>
                </a:lnTo>
                <a:close/>
              </a:path>
              <a:path w="7367905" h="7586980">
                <a:moveTo>
                  <a:pt x="6400699" y="1959296"/>
                </a:moveTo>
                <a:lnTo>
                  <a:pt x="6403536" y="1964201"/>
                </a:lnTo>
                <a:lnTo>
                  <a:pt x="6398631" y="1967031"/>
                </a:lnTo>
                <a:lnTo>
                  <a:pt x="6395800" y="1962126"/>
                </a:lnTo>
                <a:lnTo>
                  <a:pt x="6400699" y="1959296"/>
                </a:lnTo>
                <a:close/>
              </a:path>
              <a:path w="7367905" h="7586980">
                <a:moveTo>
                  <a:pt x="6480729" y="2099170"/>
                </a:moveTo>
                <a:lnTo>
                  <a:pt x="6482931" y="2102983"/>
                </a:lnTo>
                <a:lnTo>
                  <a:pt x="6479117" y="2105185"/>
                </a:lnTo>
                <a:lnTo>
                  <a:pt x="6476915" y="2101371"/>
                </a:lnTo>
                <a:lnTo>
                  <a:pt x="6480729" y="2099170"/>
                </a:lnTo>
                <a:close/>
              </a:path>
              <a:path w="7367905" h="7586980">
                <a:moveTo>
                  <a:pt x="6560879" y="2238606"/>
                </a:moveTo>
                <a:lnTo>
                  <a:pt x="6562764" y="2241881"/>
                </a:lnTo>
                <a:lnTo>
                  <a:pt x="6559489" y="2243772"/>
                </a:lnTo>
                <a:lnTo>
                  <a:pt x="6557605" y="2240498"/>
                </a:lnTo>
                <a:lnTo>
                  <a:pt x="6560879" y="2238606"/>
                </a:lnTo>
                <a:close/>
              </a:path>
              <a:path w="7367905" h="7586980">
                <a:moveTo>
                  <a:pt x="6640902" y="2378487"/>
                </a:moveTo>
                <a:lnTo>
                  <a:pt x="6642165" y="2380670"/>
                </a:lnTo>
                <a:lnTo>
                  <a:pt x="6639989" y="2381927"/>
                </a:lnTo>
                <a:lnTo>
                  <a:pt x="6638726" y="2379744"/>
                </a:lnTo>
                <a:lnTo>
                  <a:pt x="6640902" y="2378487"/>
                </a:lnTo>
                <a:close/>
              </a:path>
              <a:path w="7367905" h="7586980">
                <a:moveTo>
                  <a:pt x="6721053" y="2517936"/>
                </a:moveTo>
                <a:lnTo>
                  <a:pt x="6721998" y="2519567"/>
                </a:lnTo>
                <a:lnTo>
                  <a:pt x="6720361" y="2520513"/>
                </a:lnTo>
                <a:lnTo>
                  <a:pt x="6719416" y="2518882"/>
                </a:lnTo>
                <a:lnTo>
                  <a:pt x="6721053" y="2517936"/>
                </a:lnTo>
                <a:close/>
              </a:path>
              <a:path w="7367905" h="7586980">
                <a:moveTo>
                  <a:pt x="5141608" y="80012"/>
                </a:moveTo>
                <a:lnTo>
                  <a:pt x="5154197" y="101816"/>
                </a:lnTo>
                <a:lnTo>
                  <a:pt x="5132394" y="114405"/>
                </a:lnTo>
                <a:lnTo>
                  <a:pt x="5119805" y="92602"/>
                </a:lnTo>
                <a:lnTo>
                  <a:pt x="5141608" y="80012"/>
                </a:lnTo>
                <a:close/>
              </a:path>
              <a:path w="7367905" h="7586980">
                <a:moveTo>
                  <a:pt x="5221530" y="220311"/>
                </a:moveTo>
                <a:lnTo>
                  <a:pt x="5233174" y="240484"/>
                </a:lnTo>
                <a:lnTo>
                  <a:pt x="5213002" y="252128"/>
                </a:lnTo>
                <a:lnTo>
                  <a:pt x="5201351" y="231955"/>
                </a:lnTo>
                <a:lnTo>
                  <a:pt x="5221530" y="220311"/>
                </a:lnTo>
                <a:close/>
              </a:path>
              <a:path w="7367905" h="7586980">
                <a:moveTo>
                  <a:pt x="5301553" y="360186"/>
                </a:moveTo>
                <a:lnTo>
                  <a:pt x="5312569" y="379267"/>
                </a:lnTo>
                <a:lnTo>
                  <a:pt x="5293488" y="390283"/>
                </a:lnTo>
                <a:lnTo>
                  <a:pt x="5282472" y="371202"/>
                </a:lnTo>
                <a:lnTo>
                  <a:pt x="5301553" y="360186"/>
                </a:lnTo>
                <a:close/>
              </a:path>
              <a:path w="7367905" h="7586980">
                <a:moveTo>
                  <a:pt x="5381583" y="500060"/>
                </a:moveTo>
                <a:lnTo>
                  <a:pt x="5391971" y="518056"/>
                </a:lnTo>
                <a:lnTo>
                  <a:pt x="5373981" y="528444"/>
                </a:lnTo>
                <a:lnTo>
                  <a:pt x="5363593" y="510447"/>
                </a:lnTo>
                <a:lnTo>
                  <a:pt x="5381583" y="500060"/>
                </a:lnTo>
                <a:close/>
              </a:path>
              <a:path w="7367905" h="7586980">
                <a:moveTo>
                  <a:pt x="5461613" y="639934"/>
                </a:moveTo>
                <a:lnTo>
                  <a:pt x="5471372" y="656838"/>
                </a:lnTo>
                <a:lnTo>
                  <a:pt x="5454474" y="666591"/>
                </a:lnTo>
                <a:lnTo>
                  <a:pt x="5444715" y="649693"/>
                </a:lnTo>
                <a:lnTo>
                  <a:pt x="5461613" y="639934"/>
                </a:lnTo>
                <a:close/>
              </a:path>
              <a:path w="7367905" h="7586980">
                <a:moveTo>
                  <a:pt x="5541528" y="780246"/>
                </a:moveTo>
                <a:lnTo>
                  <a:pt x="5550342" y="795507"/>
                </a:lnTo>
                <a:lnTo>
                  <a:pt x="5535075" y="804321"/>
                </a:lnTo>
                <a:lnTo>
                  <a:pt x="5526268" y="789060"/>
                </a:lnTo>
                <a:lnTo>
                  <a:pt x="5541528" y="780246"/>
                </a:lnTo>
                <a:close/>
              </a:path>
              <a:path w="7367905" h="7586980">
                <a:moveTo>
                  <a:pt x="5621564" y="920121"/>
                </a:moveTo>
                <a:lnTo>
                  <a:pt x="5629744" y="934290"/>
                </a:lnTo>
                <a:lnTo>
                  <a:pt x="5615574" y="942476"/>
                </a:lnTo>
                <a:lnTo>
                  <a:pt x="5607389" y="928300"/>
                </a:lnTo>
                <a:lnTo>
                  <a:pt x="5621564" y="920121"/>
                </a:lnTo>
                <a:close/>
              </a:path>
              <a:path w="7367905" h="7586980">
                <a:moveTo>
                  <a:pt x="5701594" y="1059994"/>
                </a:moveTo>
                <a:lnTo>
                  <a:pt x="5709145" y="1073073"/>
                </a:lnTo>
                <a:lnTo>
                  <a:pt x="5696061" y="1080630"/>
                </a:lnTo>
                <a:lnTo>
                  <a:pt x="5688510" y="1067552"/>
                </a:lnTo>
                <a:lnTo>
                  <a:pt x="5701594" y="1059994"/>
                </a:lnTo>
                <a:close/>
              </a:path>
              <a:path w="7367905" h="7586980">
                <a:moveTo>
                  <a:pt x="5781617" y="1199875"/>
                </a:moveTo>
                <a:lnTo>
                  <a:pt x="5788540" y="1211862"/>
                </a:lnTo>
                <a:lnTo>
                  <a:pt x="5776554" y="1218785"/>
                </a:lnTo>
                <a:lnTo>
                  <a:pt x="5769631" y="1206798"/>
                </a:lnTo>
                <a:lnTo>
                  <a:pt x="5781617" y="1199875"/>
                </a:lnTo>
                <a:close/>
              </a:path>
              <a:path w="7367905" h="7586980">
                <a:moveTo>
                  <a:pt x="5861539" y="1340175"/>
                </a:moveTo>
                <a:lnTo>
                  <a:pt x="5867517" y="1350531"/>
                </a:lnTo>
                <a:lnTo>
                  <a:pt x="5857161" y="1356514"/>
                </a:lnTo>
                <a:lnTo>
                  <a:pt x="5851177" y="1346152"/>
                </a:lnTo>
                <a:lnTo>
                  <a:pt x="5861539" y="1340175"/>
                </a:lnTo>
                <a:close/>
              </a:path>
              <a:path w="7367905" h="7586980">
                <a:moveTo>
                  <a:pt x="5941563" y="1480049"/>
                </a:moveTo>
                <a:lnTo>
                  <a:pt x="5946918" y="1489320"/>
                </a:lnTo>
                <a:lnTo>
                  <a:pt x="5937648" y="1494669"/>
                </a:lnTo>
                <a:lnTo>
                  <a:pt x="5932298" y="1485398"/>
                </a:lnTo>
                <a:lnTo>
                  <a:pt x="5941563" y="1480049"/>
                </a:lnTo>
                <a:close/>
              </a:path>
              <a:path w="7367905" h="7586980">
                <a:moveTo>
                  <a:pt x="6021713" y="1619492"/>
                </a:moveTo>
                <a:lnTo>
                  <a:pt x="6026751" y="1628217"/>
                </a:lnTo>
                <a:lnTo>
                  <a:pt x="6018026" y="1633255"/>
                </a:lnTo>
                <a:lnTo>
                  <a:pt x="6012988" y="1624524"/>
                </a:lnTo>
                <a:lnTo>
                  <a:pt x="6021713" y="1619492"/>
                </a:lnTo>
                <a:close/>
              </a:path>
              <a:path w="7367905" h="7586980">
                <a:moveTo>
                  <a:pt x="6101743" y="1759366"/>
                </a:moveTo>
                <a:lnTo>
                  <a:pt x="6106147" y="1767000"/>
                </a:lnTo>
                <a:lnTo>
                  <a:pt x="6098519" y="1771404"/>
                </a:lnTo>
                <a:lnTo>
                  <a:pt x="6094109" y="1763777"/>
                </a:lnTo>
                <a:lnTo>
                  <a:pt x="6101743" y="1759366"/>
                </a:lnTo>
                <a:close/>
              </a:path>
              <a:path w="7367905" h="7586980">
                <a:moveTo>
                  <a:pt x="6181766" y="1899247"/>
                </a:moveTo>
                <a:lnTo>
                  <a:pt x="6185548" y="1905789"/>
                </a:lnTo>
                <a:lnTo>
                  <a:pt x="6179006" y="1909564"/>
                </a:lnTo>
                <a:lnTo>
                  <a:pt x="6175230" y="1903022"/>
                </a:lnTo>
                <a:lnTo>
                  <a:pt x="6181766" y="1899247"/>
                </a:lnTo>
                <a:close/>
              </a:path>
              <a:path w="7367905" h="7586980">
                <a:moveTo>
                  <a:pt x="6261802" y="2039121"/>
                </a:moveTo>
                <a:lnTo>
                  <a:pt x="6264949" y="2044571"/>
                </a:lnTo>
                <a:lnTo>
                  <a:pt x="6259499" y="2047719"/>
                </a:lnTo>
                <a:lnTo>
                  <a:pt x="6256351" y="2042268"/>
                </a:lnTo>
                <a:lnTo>
                  <a:pt x="6261802" y="2039121"/>
                </a:lnTo>
                <a:close/>
              </a:path>
              <a:path w="7367905" h="7586980">
                <a:moveTo>
                  <a:pt x="6341952" y="2178564"/>
                </a:moveTo>
                <a:lnTo>
                  <a:pt x="6344782" y="2183475"/>
                </a:lnTo>
                <a:lnTo>
                  <a:pt x="6339877" y="2186305"/>
                </a:lnTo>
                <a:lnTo>
                  <a:pt x="6337041" y="2181400"/>
                </a:lnTo>
                <a:lnTo>
                  <a:pt x="6341952" y="2178564"/>
                </a:lnTo>
                <a:close/>
              </a:path>
              <a:path w="7367905" h="7586980">
                <a:moveTo>
                  <a:pt x="6421976" y="2318445"/>
                </a:moveTo>
                <a:lnTo>
                  <a:pt x="6424178" y="2322258"/>
                </a:lnTo>
                <a:lnTo>
                  <a:pt x="6420364" y="2324460"/>
                </a:lnTo>
                <a:lnTo>
                  <a:pt x="6418162" y="2320646"/>
                </a:lnTo>
                <a:lnTo>
                  <a:pt x="6421976" y="2318445"/>
                </a:lnTo>
                <a:close/>
              </a:path>
              <a:path w="7367905" h="7586980">
                <a:moveTo>
                  <a:pt x="6502006" y="2458319"/>
                </a:moveTo>
                <a:lnTo>
                  <a:pt x="6503579" y="2461047"/>
                </a:lnTo>
                <a:lnTo>
                  <a:pt x="6500857" y="2462621"/>
                </a:lnTo>
                <a:lnTo>
                  <a:pt x="6499283" y="2459893"/>
                </a:lnTo>
                <a:lnTo>
                  <a:pt x="6502006" y="2458319"/>
                </a:lnTo>
                <a:close/>
              </a:path>
              <a:path w="7367905" h="7586980">
                <a:moveTo>
                  <a:pt x="6582156" y="2597762"/>
                </a:moveTo>
                <a:lnTo>
                  <a:pt x="6583412" y="2599945"/>
                </a:lnTo>
                <a:lnTo>
                  <a:pt x="6581236" y="2601201"/>
                </a:lnTo>
                <a:lnTo>
                  <a:pt x="6579973" y="2599018"/>
                </a:lnTo>
                <a:lnTo>
                  <a:pt x="6582156" y="2597762"/>
                </a:lnTo>
                <a:close/>
              </a:path>
              <a:path w="7367905" h="7586980">
                <a:moveTo>
                  <a:pt x="6661094" y="2738264"/>
                </a:moveTo>
                <a:lnTo>
                  <a:pt x="6662541" y="2738264"/>
                </a:lnTo>
                <a:lnTo>
                  <a:pt x="6662807" y="2738727"/>
                </a:lnTo>
                <a:lnTo>
                  <a:pt x="6661361" y="2738727"/>
                </a:lnTo>
                <a:lnTo>
                  <a:pt x="6661094" y="2738264"/>
                </a:lnTo>
                <a:close/>
              </a:path>
              <a:path w="7367905" h="7586980">
                <a:moveTo>
                  <a:pt x="4922567" y="20394"/>
                </a:moveTo>
                <a:lnTo>
                  <a:pt x="4935785" y="43289"/>
                </a:lnTo>
                <a:lnTo>
                  <a:pt x="4912884" y="56506"/>
                </a:lnTo>
                <a:lnTo>
                  <a:pt x="4899666" y="33612"/>
                </a:lnTo>
                <a:lnTo>
                  <a:pt x="4922567" y="20394"/>
                </a:lnTo>
                <a:close/>
              </a:path>
              <a:path w="7367905" h="7586980">
                <a:moveTo>
                  <a:pt x="5002938" y="158980"/>
                </a:moveTo>
                <a:lnTo>
                  <a:pt x="5016468" y="182414"/>
                </a:lnTo>
                <a:lnTo>
                  <a:pt x="4993034" y="195949"/>
                </a:lnTo>
                <a:lnTo>
                  <a:pt x="4979499" y="172509"/>
                </a:lnTo>
                <a:lnTo>
                  <a:pt x="5002938" y="158980"/>
                </a:lnTo>
                <a:close/>
              </a:path>
              <a:path w="7367905" h="7586980">
                <a:moveTo>
                  <a:pt x="5082969" y="298855"/>
                </a:moveTo>
                <a:lnTo>
                  <a:pt x="5095876" y="321203"/>
                </a:lnTo>
                <a:lnTo>
                  <a:pt x="5073527" y="334104"/>
                </a:lnTo>
                <a:lnTo>
                  <a:pt x="5060620" y="311755"/>
                </a:lnTo>
                <a:lnTo>
                  <a:pt x="5082969" y="298855"/>
                </a:lnTo>
                <a:close/>
              </a:path>
              <a:path w="7367905" h="7586980">
                <a:moveTo>
                  <a:pt x="5162885" y="439154"/>
                </a:moveTo>
                <a:lnTo>
                  <a:pt x="5174846" y="459872"/>
                </a:lnTo>
                <a:lnTo>
                  <a:pt x="5154134" y="471833"/>
                </a:lnTo>
                <a:lnTo>
                  <a:pt x="5142173" y="451115"/>
                </a:lnTo>
                <a:lnTo>
                  <a:pt x="5162885" y="439154"/>
                </a:lnTo>
                <a:close/>
              </a:path>
              <a:path w="7367905" h="7586980">
                <a:moveTo>
                  <a:pt x="5242915" y="579028"/>
                </a:moveTo>
                <a:lnTo>
                  <a:pt x="5254248" y="598661"/>
                </a:lnTo>
                <a:lnTo>
                  <a:pt x="5234621" y="609988"/>
                </a:lnTo>
                <a:lnTo>
                  <a:pt x="5223288" y="590361"/>
                </a:lnTo>
                <a:lnTo>
                  <a:pt x="5242915" y="579028"/>
                </a:lnTo>
                <a:close/>
              </a:path>
              <a:path w="7367905" h="7586980">
                <a:moveTo>
                  <a:pt x="5322944" y="718902"/>
                </a:moveTo>
                <a:lnTo>
                  <a:pt x="5333649" y="737444"/>
                </a:lnTo>
                <a:lnTo>
                  <a:pt x="5315114" y="748142"/>
                </a:lnTo>
                <a:lnTo>
                  <a:pt x="5304409" y="729607"/>
                </a:lnTo>
                <a:lnTo>
                  <a:pt x="5322944" y="718902"/>
                </a:lnTo>
                <a:close/>
              </a:path>
              <a:path w="7367905" h="7586980">
                <a:moveTo>
                  <a:pt x="5402860" y="859214"/>
                </a:moveTo>
                <a:lnTo>
                  <a:pt x="5412619" y="876112"/>
                </a:lnTo>
                <a:lnTo>
                  <a:pt x="5395721" y="885866"/>
                </a:lnTo>
                <a:lnTo>
                  <a:pt x="5385962" y="868968"/>
                </a:lnTo>
                <a:lnTo>
                  <a:pt x="5402860" y="859214"/>
                </a:lnTo>
                <a:close/>
              </a:path>
              <a:path w="7367905" h="7586980">
                <a:moveTo>
                  <a:pt x="5482890" y="999089"/>
                </a:moveTo>
                <a:lnTo>
                  <a:pt x="5492021" y="1014895"/>
                </a:lnTo>
                <a:lnTo>
                  <a:pt x="5476208" y="1024026"/>
                </a:lnTo>
                <a:lnTo>
                  <a:pt x="5467083" y="1008213"/>
                </a:lnTo>
                <a:lnTo>
                  <a:pt x="5482890" y="999089"/>
                </a:lnTo>
                <a:close/>
              </a:path>
              <a:path w="7367905" h="7586980">
                <a:moveTo>
                  <a:pt x="5562926" y="1138963"/>
                </a:moveTo>
                <a:lnTo>
                  <a:pt x="5571422" y="1153678"/>
                </a:lnTo>
                <a:lnTo>
                  <a:pt x="5556701" y="1162181"/>
                </a:lnTo>
                <a:lnTo>
                  <a:pt x="5548204" y="1147460"/>
                </a:lnTo>
                <a:lnTo>
                  <a:pt x="5562926" y="1138963"/>
                </a:lnTo>
                <a:close/>
              </a:path>
              <a:path w="7367905" h="7586980">
                <a:moveTo>
                  <a:pt x="5642835" y="1279269"/>
                </a:moveTo>
                <a:lnTo>
                  <a:pt x="5650392" y="1292353"/>
                </a:lnTo>
                <a:lnTo>
                  <a:pt x="5637308" y="1299905"/>
                </a:lnTo>
                <a:lnTo>
                  <a:pt x="5629750" y="1286820"/>
                </a:lnTo>
                <a:lnTo>
                  <a:pt x="5642835" y="1279269"/>
                </a:lnTo>
                <a:close/>
              </a:path>
              <a:path w="7367905" h="7586980">
                <a:moveTo>
                  <a:pt x="5722750" y="1419575"/>
                </a:moveTo>
                <a:lnTo>
                  <a:pt x="5729362" y="1431022"/>
                </a:lnTo>
                <a:lnTo>
                  <a:pt x="5717915" y="1437628"/>
                </a:lnTo>
                <a:lnTo>
                  <a:pt x="5711303" y="1426181"/>
                </a:lnTo>
                <a:lnTo>
                  <a:pt x="5722750" y="1419575"/>
                </a:lnTo>
                <a:close/>
              </a:path>
              <a:path w="7367905" h="7586980">
                <a:moveTo>
                  <a:pt x="5802780" y="1559449"/>
                </a:moveTo>
                <a:lnTo>
                  <a:pt x="5808764" y="1569805"/>
                </a:lnTo>
                <a:lnTo>
                  <a:pt x="5798402" y="1575789"/>
                </a:lnTo>
                <a:lnTo>
                  <a:pt x="5792424" y="1565426"/>
                </a:lnTo>
                <a:lnTo>
                  <a:pt x="5802780" y="1559449"/>
                </a:lnTo>
                <a:close/>
              </a:path>
              <a:path w="7367905" h="7586980">
                <a:moveTo>
                  <a:pt x="5882816" y="1699323"/>
                </a:moveTo>
                <a:lnTo>
                  <a:pt x="5888166" y="1708587"/>
                </a:lnTo>
                <a:lnTo>
                  <a:pt x="5878895" y="1713943"/>
                </a:lnTo>
                <a:lnTo>
                  <a:pt x="5873545" y="1704679"/>
                </a:lnTo>
                <a:lnTo>
                  <a:pt x="5882816" y="1699323"/>
                </a:lnTo>
                <a:close/>
              </a:path>
              <a:path w="7367905" h="7586980">
                <a:moveTo>
                  <a:pt x="5962846" y="1839197"/>
                </a:moveTo>
                <a:lnTo>
                  <a:pt x="5967567" y="1847376"/>
                </a:lnTo>
                <a:lnTo>
                  <a:pt x="5959381" y="1852098"/>
                </a:lnTo>
                <a:lnTo>
                  <a:pt x="5954660" y="1843925"/>
                </a:lnTo>
                <a:lnTo>
                  <a:pt x="5962846" y="1839197"/>
                </a:lnTo>
                <a:close/>
              </a:path>
              <a:path w="7367905" h="7586980">
                <a:moveTo>
                  <a:pt x="6042990" y="1978640"/>
                </a:moveTo>
                <a:lnTo>
                  <a:pt x="6047393" y="1986274"/>
                </a:lnTo>
                <a:lnTo>
                  <a:pt x="6039760" y="1990684"/>
                </a:lnTo>
                <a:lnTo>
                  <a:pt x="6035356" y="1983050"/>
                </a:lnTo>
                <a:lnTo>
                  <a:pt x="6042990" y="1978640"/>
                </a:lnTo>
                <a:close/>
              </a:path>
              <a:path w="7367905" h="7586980">
                <a:moveTo>
                  <a:pt x="6123019" y="2118521"/>
                </a:moveTo>
                <a:lnTo>
                  <a:pt x="6126795" y="2125063"/>
                </a:lnTo>
                <a:lnTo>
                  <a:pt x="6120253" y="2128839"/>
                </a:lnTo>
                <a:lnTo>
                  <a:pt x="6116471" y="2122297"/>
                </a:lnTo>
                <a:lnTo>
                  <a:pt x="6123019" y="2118521"/>
                </a:lnTo>
                <a:close/>
              </a:path>
              <a:path w="7367905" h="7586980">
                <a:moveTo>
                  <a:pt x="6203043" y="2258395"/>
                </a:moveTo>
                <a:lnTo>
                  <a:pt x="6206190" y="2263846"/>
                </a:lnTo>
                <a:lnTo>
                  <a:pt x="6200739" y="2266993"/>
                </a:lnTo>
                <a:lnTo>
                  <a:pt x="6197592" y="2261543"/>
                </a:lnTo>
                <a:lnTo>
                  <a:pt x="6203043" y="2258395"/>
                </a:lnTo>
                <a:close/>
              </a:path>
              <a:path w="7367905" h="7586980">
                <a:moveTo>
                  <a:pt x="6283079" y="2398269"/>
                </a:moveTo>
                <a:lnTo>
                  <a:pt x="6285598" y="2402635"/>
                </a:lnTo>
                <a:lnTo>
                  <a:pt x="6281239" y="2405148"/>
                </a:lnTo>
                <a:lnTo>
                  <a:pt x="6278719" y="2400788"/>
                </a:lnTo>
                <a:lnTo>
                  <a:pt x="6283079" y="2398269"/>
                </a:lnTo>
                <a:close/>
              </a:path>
              <a:path w="7367905" h="7586980">
                <a:moveTo>
                  <a:pt x="6363223" y="2537712"/>
                </a:moveTo>
                <a:lnTo>
                  <a:pt x="6365431" y="2541532"/>
                </a:lnTo>
                <a:lnTo>
                  <a:pt x="6361611" y="2543734"/>
                </a:lnTo>
                <a:lnTo>
                  <a:pt x="6359403" y="2539914"/>
                </a:lnTo>
                <a:lnTo>
                  <a:pt x="6363223" y="2537712"/>
                </a:lnTo>
                <a:close/>
              </a:path>
              <a:path w="7367905" h="7586980">
                <a:moveTo>
                  <a:pt x="6443246" y="2677593"/>
                </a:moveTo>
                <a:lnTo>
                  <a:pt x="6444820" y="2680315"/>
                </a:lnTo>
                <a:lnTo>
                  <a:pt x="6442097" y="2681889"/>
                </a:lnTo>
                <a:lnTo>
                  <a:pt x="6440524" y="2679167"/>
                </a:lnTo>
                <a:lnTo>
                  <a:pt x="6443246" y="2677593"/>
                </a:lnTo>
                <a:close/>
              </a:path>
              <a:path w="7367905" h="7586980">
                <a:moveTo>
                  <a:pt x="6523282" y="2817467"/>
                </a:moveTo>
                <a:lnTo>
                  <a:pt x="6524228" y="2819104"/>
                </a:lnTo>
                <a:lnTo>
                  <a:pt x="6522597" y="2820044"/>
                </a:lnTo>
                <a:lnTo>
                  <a:pt x="6521651" y="2818407"/>
                </a:lnTo>
                <a:lnTo>
                  <a:pt x="6523282" y="2817467"/>
                </a:lnTo>
                <a:close/>
              </a:path>
              <a:path w="7367905" h="7586980">
                <a:moveTo>
                  <a:pt x="4784241" y="98068"/>
                </a:moveTo>
                <a:lnTo>
                  <a:pt x="4799350" y="124237"/>
                </a:lnTo>
                <a:lnTo>
                  <a:pt x="4773180" y="139346"/>
                </a:lnTo>
                <a:lnTo>
                  <a:pt x="4758072" y="113177"/>
                </a:lnTo>
                <a:lnTo>
                  <a:pt x="4784241" y="98068"/>
                </a:lnTo>
                <a:close/>
              </a:path>
              <a:path w="7367905" h="7586980">
                <a:moveTo>
                  <a:pt x="4864156" y="238374"/>
                </a:moveTo>
                <a:lnTo>
                  <a:pt x="4878319" y="262906"/>
                </a:lnTo>
                <a:lnTo>
                  <a:pt x="4853787" y="277070"/>
                </a:lnTo>
                <a:lnTo>
                  <a:pt x="4839624" y="252538"/>
                </a:lnTo>
                <a:lnTo>
                  <a:pt x="4864156" y="238374"/>
                </a:lnTo>
                <a:close/>
              </a:path>
              <a:path w="7367905" h="7586980">
                <a:moveTo>
                  <a:pt x="4944186" y="378255"/>
                </a:moveTo>
                <a:lnTo>
                  <a:pt x="4957721" y="401689"/>
                </a:lnTo>
                <a:lnTo>
                  <a:pt x="4934274" y="415224"/>
                </a:lnTo>
                <a:lnTo>
                  <a:pt x="4920746" y="391790"/>
                </a:lnTo>
                <a:lnTo>
                  <a:pt x="4944186" y="378255"/>
                </a:lnTo>
                <a:close/>
              </a:path>
              <a:path w="7367905" h="7586980">
                <a:moveTo>
                  <a:pt x="5024209" y="518123"/>
                </a:moveTo>
                <a:lnTo>
                  <a:pt x="5037116" y="540479"/>
                </a:lnTo>
                <a:lnTo>
                  <a:pt x="5014767" y="553386"/>
                </a:lnTo>
                <a:lnTo>
                  <a:pt x="5001860" y="531030"/>
                </a:lnTo>
                <a:lnTo>
                  <a:pt x="5024209" y="518123"/>
                </a:lnTo>
                <a:close/>
              </a:path>
              <a:path w="7367905" h="7586980">
                <a:moveTo>
                  <a:pt x="5104131" y="658429"/>
                </a:moveTo>
                <a:lnTo>
                  <a:pt x="5116093" y="679148"/>
                </a:lnTo>
                <a:lnTo>
                  <a:pt x="5095375" y="691109"/>
                </a:lnTo>
                <a:lnTo>
                  <a:pt x="5083413" y="670391"/>
                </a:lnTo>
                <a:lnTo>
                  <a:pt x="5104131" y="658429"/>
                </a:lnTo>
                <a:close/>
              </a:path>
              <a:path w="7367905" h="7586980">
                <a:moveTo>
                  <a:pt x="5184161" y="798311"/>
                </a:moveTo>
                <a:lnTo>
                  <a:pt x="5195488" y="817931"/>
                </a:lnTo>
                <a:lnTo>
                  <a:pt x="5175868" y="829264"/>
                </a:lnTo>
                <a:lnTo>
                  <a:pt x="5164535" y="809638"/>
                </a:lnTo>
                <a:lnTo>
                  <a:pt x="5184161" y="798311"/>
                </a:lnTo>
                <a:close/>
              </a:path>
              <a:path w="7367905" h="7586980">
                <a:moveTo>
                  <a:pt x="5264191" y="938185"/>
                </a:moveTo>
                <a:lnTo>
                  <a:pt x="5274889" y="956720"/>
                </a:lnTo>
                <a:lnTo>
                  <a:pt x="5256354" y="967419"/>
                </a:lnTo>
                <a:lnTo>
                  <a:pt x="5245656" y="948883"/>
                </a:lnTo>
                <a:lnTo>
                  <a:pt x="5264191" y="938185"/>
                </a:lnTo>
                <a:close/>
              </a:path>
              <a:path w="7367905" h="7586980">
                <a:moveTo>
                  <a:pt x="5344106" y="1078491"/>
                </a:moveTo>
                <a:lnTo>
                  <a:pt x="5353860" y="1095389"/>
                </a:lnTo>
                <a:lnTo>
                  <a:pt x="5336961" y="1105148"/>
                </a:lnTo>
                <a:lnTo>
                  <a:pt x="5327208" y="1088250"/>
                </a:lnTo>
                <a:lnTo>
                  <a:pt x="5344106" y="1078491"/>
                </a:lnTo>
                <a:close/>
              </a:path>
              <a:path w="7367905" h="7586980">
                <a:moveTo>
                  <a:pt x="5424136" y="1218365"/>
                </a:moveTo>
                <a:lnTo>
                  <a:pt x="5433261" y="1234172"/>
                </a:lnTo>
                <a:lnTo>
                  <a:pt x="5417454" y="1243296"/>
                </a:lnTo>
                <a:lnTo>
                  <a:pt x="5408329" y="1227496"/>
                </a:lnTo>
                <a:lnTo>
                  <a:pt x="5424136" y="1218365"/>
                </a:lnTo>
                <a:close/>
              </a:path>
              <a:path w="7367905" h="7586980">
                <a:moveTo>
                  <a:pt x="5504052" y="1358671"/>
                </a:moveTo>
                <a:lnTo>
                  <a:pt x="5512231" y="1372840"/>
                </a:lnTo>
                <a:lnTo>
                  <a:pt x="5498062" y="1381026"/>
                </a:lnTo>
                <a:lnTo>
                  <a:pt x="5489876" y="1366851"/>
                </a:lnTo>
                <a:lnTo>
                  <a:pt x="5504052" y="1358671"/>
                </a:lnTo>
                <a:close/>
              </a:path>
              <a:path w="7367905" h="7586980">
                <a:moveTo>
                  <a:pt x="5584081" y="1498545"/>
                </a:moveTo>
                <a:lnTo>
                  <a:pt x="5591633" y="1511630"/>
                </a:lnTo>
                <a:lnTo>
                  <a:pt x="5578548" y="1519181"/>
                </a:lnTo>
                <a:lnTo>
                  <a:pt x="5570997" y="1506096"/>
                </a:lnTo>
                <a:lnTo>
                  <a:pt x="5584081" y="1498545"/>
                </a:lnTo>
                <a:close/>
              </a:path>
              <a:path w="7367905" h="7586980">
                <a:moveTo>
                  <a:pt x="5663997" y="1638851"/>
                </a:moveTo>
                <a:lnTo>
                  <a:pt x="5670603" y="1650298"/>
                </a:lnTo>
                <a:lnTo>
                  <a:pt x="5659155" y="1656910"/>
                </a:lnTo>
                <a:lnTo>
                  <a:pt x="5652550" y="1645463"/>
                </a:lnTo>
                <a:lnTo>
                  <a:pt x="5663997" y="1638851"/>
                </a:lnTo>
                <a:close/>
              </a:path>
              <a:path w="7367905" h="7586980">
                <a:moveTo>
                  <a:pt x="5744027" y="1778726"/>
                </a:moveTo>
                <a:lnTo>
                  <a:pt x="5750004" y="1789081"/>
                </a:lnTo>
                <a:lnTo>
                  <a:pt x="5739648" y="1795059"/>
                </a:lnTo>
                <a:lnTo>
                  <a:pt x="5733671" y="1784709"/>
                </a:lnTo>
                <a:lnTo>
                  <a:pt x="5744027" y="1778726"/>
                </a:lnTo>
                <a:close/>
              </a:path>
              <a:path w="7367905" h="7586980">
                <a:moveTo>
                  <a:pt x="5824057" y="1918599"/>
                </a:moveTo>
                <a:lnTo>
                  <a:pt x="5829406" y="1927870"/>
                </a:lnTo>
                <a:lnTo>
                  <a:pt x="5820135" y="1933219"/>
                </a:lnTo>
                <a:lnTo>
                  <a:pt x="5814786" y="1923955"/>
                </a:lnTo>
                <a:lnTo>
                  <a:pt x="5824057" y="1918599"/>
                </a:lnTo>
                <a:close/>
              </a:path>
              <a:path w="7367905" h="7586980">
                <a:moveTo>
                  <a:pt x="5904093" y="2058473"/>
                </a:moveTo>
                <a:lnTo>
                  <a:pt x="5908814" y="2066653"/>
                </a:lnTo>
                <a:lnTo>
                  <a:pt x="5900634" y="2071374"/>
                </a:lnTo>
                <a:lnTo>
                  <a:pt x="5895913" y="2063195"/>
                </a:lnTo>
                <a:lnTo>
                  <a:pt x="5904093" y="2058473"/>
                </a:lnTo>
                <a:close/>
              </a:path>
              <a:path w="7367905" h="7586980">
                <a:moveTo>
                  <a:pt x="5984230" y="2197922"/>
                </a:moveTo>
                <a:lnTo>
                  <a:pt x="5988640" y="2205556"/>
                </a:lnTo>
                <a:lnTo>
                  <a:pt x="5981007" y="2209960"/>
                </a:lnTo>
                <a:lnTo>
                  <a:pt x="5976597" y="2202326"/>
                </a:lnTo>
                <a:lnTo>
                  <a:pt x="5984230" y="2197922"/>
                </a:lnTo>
                <a:close/>
              </a:path>
              <a:path w="7367905" h="7586980">
                <a:moveTo>
                  <a:pt x="6064146" y="2338222"/>
                </a:moveTo>
                <a:lnTo>
                  <a:pt x="6067610" y="2344225"/>
                </a:lnTo>
                <a:lnTo>
                  <a:pt x="6061614" y="2347683"/>
                </a:lnTo>
                <a:lnTo>
                  <a:pt x="6058149" y="2341686"/>
                </a:lnTo>
                <a:lnTo>
                  <a:pt x="6064146" y="2338222"/>
                </a:lnTo>
                <a:close/>
              </a:path>
              <a:path w="7367905" h="7586980">
                <a:moveTo>
                  <a:pt x="6144175" y="2478096"/>
                </a:moveTo>
                <a:lnTo>
                  <a:pt x="6147006" y="2483007"/>
                </a:lnTo>
                <a:lnTo>
                  <a:pt x="6142100" y="2485838"/>
                </a:lnTo>
                <a:lnTo>
                  <a:pt x="6139270" y="2480932"/>
                </a:lnTo>
                <a:lnTo>
                  <a:pt x="6144175" y="2478096"/>
                </a:lnTo>
                <a:close/>
              </a:path>
              <a:path w="7367905" h="7586980">
                <a:moveTo>
                  <a:pt x="6224326" y="2617545"/>
                </a:moveTo>
                <a:lnTo>
                  <a:pt x="6226845" y="2621904"/>
                </a:lnTo>
                <a:lnTo>
                  <a:pt x="6222479" y="2624423"/>
                </a:lnTo>
                <a:lnTo>
                  <a:pt x="6219960" y="2620064"/>
                </a:lnTo>
                <a:lnTo>
                  <a:pt x="6224326" y="2617545"/>
                </a:lnTo>
                <a:close/>
              </a:path>
              <a:path w="7367905" h="7586980">
                <a:moveTo>
                  <a:pt x="6304349" y="2757426"/>
                </a:moveTo>
                <a:lnTo>
                  <a:pt x="6306240" y="2760694"/>
                </a:lnTo>
                <a:lnTo>
                  <a:pt x="6302972" y="2762578"/>
                </a:lnTo>
                <a:lnTo>
                  <a:pt x="6301081" y="2759310"/>
                </a:lnTo>
                <a:lnTo>
                  <a:pt x="6304349" y="2757426"/>
                </a:lnTo>
                <a:close/>
              </a:path>
              <a:path w="7367905" h="7586980">
                <a:moveTo>
                  <a:pt x="6384384" y="2897300"/>
                </a:moveTo>
                <a:lnTo>
                  <a:pt x="6385641" y="2899476"/>
                </a:lnTo>
                <a:lnTo>
                  <a:pt x="6383459" y="2900739"/>
                </a:lnTo>
                <a:lnTo>
                  <a:pt x="6382202" y="2898556"/>
                </a:lnTo>
                <a:lnTo>
                  <a:pt x="6384384" y="2897300"/>
                </a:lnTo>
                <a:close/>
              </a:path>
              <a:path w="7367905" h="7586980">
                <a:moveTo>
                  <a:pt x="6464529" y="3036737"/>
                </a:moveTo>
                <a:lnTo>
                  <a:pt x="6465474" y="3038380"/>
                </a:lnTo>
                <a:lnTo>
                  <a:pt x="6463837" y="3039326"/>
                </a:lnTo>
                <a:lnTo>
                  <a:pt x="6462892" y="3037682"/>
                </a:lnTo>
                <a:lnTo>
                  <a:pt x="6464529" y="3036737"/>
                </a:lnTo>
                <a:close/>
              </a:path>
              <a:path w="7367905" h="7586980">
                <a:moveTo>
                  <a:pt x="4565542" y="37164"/>
                </a:moveTo>
                <a:lnTo>
                  <a:pt x="4582225" y="66061"/>
                </a:lnTo>
                <a:lnTo>
                  <a:pt x="4553327" y="82744"/>
                </a:lnTo>
                <a:lnTo>
                  <a:pt x="4536645" y="53846"/>
                </a:lnTo>
                <a:lnTo>
                  <a:pt x="4565542" y="37164"/>
                </a:lnTo>
                <a:close/>
              </a:path>
              <a:path w="7367905" h="7586980">
                <a:moveTo>
                  <a:pt x="4645686" y="176613"/>
                </a:moveTo>
                <a:lnTo>
                  <a:pt x="4662051" y="204958"/>
                </a:lnTo>
                <a:lnTo>
                  <a:pt x="4633706" y="221323"/>
                </a:lnTo>
                <a:lnTo>
                  <a:pt x="4617341" y="192978"/>
                </a:lnTo>
                <a:lnTo>
                  <a:pt x="4645686" y="176613"/>
                </a:lnTo>
                <a:close/>
              </a:path>
              <a:path w="7367905" h="7586980">
                <a:moveTo>
                  <a:pt x="4725596" y="316919"/>
                </a:moveTo>
                <a:lnTo>
                  <a:pt x="4741022" y="343627"/>
                </a:lnTo>
                <a:lnTo>
                  <a:pt x="4714307" y="359053"/>
                </a:lnTo>
                <a:lnTo>
                  <a:pt x="4698887" y="332338"/>
                </a:lnTo>
                <a:lnTo>
                  <a:pt x="4725596" y="316919"/>
                </a:lnTo>
                <a:close/>
              </a:path>
              <a:path w="7367905" h="7586980">
                <a:moveTo>
                  <a:pt x="4805517" y="457218"/>
                </a:moveTo>
                <a:lnTo>
                  <a:pt x="4819998" y="482295"/>
                </a:lnTo>
                <a:lnTo>
                  <a:pt x="4794914" y="496776"/>
                </a:lnTo>
                <a:lnTo>
                  <a:pt x="4780440" y="471699"/>
                </a:lnTo>
                <a:lnTo>
                  <a:pt x="4805517" y="457218"/>
                </a:lnTo>
                <a:close/>
              </a:path>
              <a:path w="7367905" h="7586980">
                <a:moveTo>
                  <a:pt x="4885433" y="597524"/>
                </a:moveTo>
                <a:lnTo>
                  <a:pt x="4898968" y="620965"/>
                </a:lnTo>
                <a:lnTo>
                  <a:pt x="4875521" y="634500"/>
                </a:lnTo>
                <a:lnTo>
                  <a:pt x="4861986" y="611059"/>
                </a:lnTo>
                <a:lnTo>
                  <a:pt x="4885433" y="597524"/>
                </a:lnTo>
                <a:close/>
              </a:path>
              <a:path w="7367905" h="7586980">
                <a:moveTo>
                  <a:pt x="4965463" y="737398"/>
                </a:moveTo>
                <a:lnTo>
                  <a:pt x="4978369" y="759754"/>
                </a:lnTo>
                <a:lnTo>
                  <a:pt x="4956014" y="772661"/>
                </a:lnTo>
                <a:lnTo>
                  <a:pt x="4943108" y="750305"/>
                </a:lnTo>
                <a:lnTo>
                  <a:pt x="4965463" y="737398"/>
                </a:lnTo>
                <a:close/>
              </a:path>
              <a:path w="7367905" h="7586980">
                <a:moveTo>
                  <a:pt x="5045378" y="877704"/>
                </a:moveTo>
                <a:lnTo>
                  <a:pt x="5057340" y="898423"/>
                </a:lnTo>
                <a:lnTo>
                  <a:pt x="5036622" y="910384"/>
                </a:lnTo>
                <a:lnTo>
                  <a:pt x="5024660" y="889665"/>
                </a:lnTo>
                <a:lnTo>
                  <a:pt x="5045378" y="877704"/>
                </a:lnTo>
                <a:close/>
              </a:path>
              <a:path w="7367905" h="7586980">
                <a:moveTo>
                  <a:pt x="5125408" y="1017585"/>
                </a:moveTo>
                <a:lnTo>
                  <a:pt x="5136741" y="1037206"/>
                </a:lnTo>
                <a:lnTo>
                  <a:pt x="5117108" y="1048539"/>
                </a:lnTo>
                <a:lnTo>
                  <a:pt x="5105781" y="1028919"/>
                </a:lnTo>
                <a:lnTo>
                  <a:pt x="5125408" y="1017585"/>
                </a:lnTo>
                <a:close/>
              </a:path>
              <a:path w="7367905" h="7586980">
                <a:moveTo>
                  <a:pt x="5205438" y="1157460"/>
                </a:moveTo>
                <a:lnTo>
                  <a:pt x="5216136" y="1175995"/>
                </a:lnTo>
                <a:lnTo>
                  <a:pt x="5197601" y="1186700"/>
                </a:lnTo>
                <a:lnTo>
                  <a:pt x="5186896" y="1168164"/>
                </a:lnTo>
                <a:lnTo>
                  <a:pt x="5205438" y="1157460"/>
                </a:lnTo>
                <a:close/>
              </a:path>
              <a:path w="7367905" h="7586980">
                <a:moveTo>
                  <a:pt x="5285353" y="1297759"/>
                </a:moveTo>
                <a:lnTo>
                  <a:pt x="5295113" y="1314663"/>
                </a:lnTo>
                <a:lnTo>
                  <a:pt x="5278208" y="1324422"/>
                </a:lnTo>
                <a:lnTo>
                  <a:pt x="5268449" y="1307518"/>
                </a:lnTo>
                <a:lnTo>
                  <a:pt x="5285353" y="1297759"/>
                </a:lnTo>
                <a:close/>
              </a:path>
              <a:path w="7367905" h="7586980">
                <a:moveTo>
                  <a:pt x="5365269" y="1438071"/>
                </a:moveTo>
                <a:lnTo>
                  <a:pt x="5374083" y="1453332"/>
                </a:lnTo>
                <a:lnTo>
                  <a:pt x="5358815" y="1462146"/>
                </a:lnTo>
                <a:lnTo>
                  <a:pt x="5350001" y="1446885"/>
                </a:lnTo>
                <a:lnTo>
                  <a:pt x="5365269" y="1438071"/>
                </a:lnTo>
                <a:close/>
              </a:path>
              <a:path w="7367905" h="7586980">
                <a:moveTo>
                  <a:pt x="5445298" y="1577945"/>
                </a:moveTo>
                <a:lnTo>
                  <a:pt x="5453484" y="1592115"/>
                </a:lnTo>
                <a:lnTo>
                  <a:pt x="5439302" y="1600301"/>
                </a:lnTo>
                <a:lnTo>
                  <a:pt x="5431122" y="1586131"/>
                </a:lnTo>
                <a:lnTo>
                  <a:pt x="5445298" y="1577945"/>
                </a:lnTo>
                <a:close/>
              </a:path>
              <a:path w="7367905" h="7586980">
                <a:moveTo>
                  <a:pt x="5525322" y="1717819"/>
                </a:moveTo>
                <a:lnTo>
                  <a:pt x="5532879" y="1730904"/>
                </a:lnTo>
                <a:lnTo>
                  <a:pt x="5519801" y="1738455"/>
                </a:lnTo>
                <a:lnTo>
                  <a:pt x="5512244" y="1725371"/>
                </a:lnTo>
                <a:lnTo>
                  <a:pt x="5525322" y="1717819"/>
                </a:lnTo>
                <a:close/>
              </a:path>
              <a:path w="7367905" h="7586980">
                <a:moveTo>
                  <a:pt x="5605244" y="1858119"/>
                </a:moveTo>
                <a:lnTo>
                  <a:pt x="5611856" y="1869572"/>
                </a:lnTo>
                <a:lnTo>
                  <a:pt x="5600402" y="1876184"/>
                </a:lnTo>
                <a:lnTo>
                  <a:pt x="5593790" y="1864731"/>
                </a:lnTo>
                <a:lnTo>
                  <a:pt x="5605244" y="1858119"/>
                </a:lnTo>
                <a:close/>
              </a:path>
              <a:path w="7367905" h="7586980">
                <a:moveTo>
                  <a:pt x="5685159" y="1998431"/>
                </a:moveTo>
                <a:lnTo>
                  <a:pt x="5690826" y="2008241"/>
                </a:lnTo>
                <a:lnTo>
                  <a:pt x="5681009" y="2013907"/>
                </a:lnTo>
                <a:lnTo>
                  <a:pt x="5675343" y="2004097"/>
                </a:lnTo>
                <a:lnTo>
                  <a:pt x="5685159" y="1998431"/>
                </a:lnTo>
                <a:close/>
              </a:path>
              <a:path w="7367905" h="7586980">
                <a:moveTo>
                  <a:pt x="5765189" y="2138305"/>
                </a:moveTo>
                <a:lnTo>
                  <a:pt x="5770227" y="2147024"/>
                </a:lnTo>
                <a:lnTo>
                  <a:pt x="5761496" y="2152062"/>
                </a:lnTo>
                <a:lnTo>
                  <a:pt x="5756464" y="2143344"/>
                </a:lnTo>
                <a:lnTo>
                  <a:pt x="5765189" y="2138305"/>
                </a:lnTo>
                <a:close/>
              </a:path>
              <a:path w="7367905" h="7586980">
                <a:moveTo>
                  <a:pt x="5845333" y="2277748"/>
                </a:moveTo>
                <a:lnTo>
                  <a:pt x="5850054" y="2285927"/>
                </a:lnTo>
                <a:lnTo>
                  <a:pt x="5841874" y="2290648"/>
                </a:lnTo>
                <a:lnTo>
                  <a:pt x="5837153" y="2282469"/>
                </a:lnTo>
                <a:lnTo>
                  <a:pt x="5845333" y="2277748"/>
                </a:lnTo>
                <a:close/>
              </a:path>
              <a:path w="7367905" h="7586980">
                <a:moveTo>
                  <a:pt x="5925363" y="2417622"/>
                </a:moveTo>
                <a:lnTo>
                  <a:pt x="5929456" y="2424710"/>
                </a:lnTo>
                <a:lnTo>
                  <a:pt x="5922368" y="2428803"/>
                </a:lnTo>
                <a:lnTo>
                  <a:pt x="5918275" y="2421715"/>
                </a:lnTo>
                <a:lnTo>
                  <a:pt x="5925363" y="2417622"/>
                </a:lnTo>
                <a:close/>
              </a:path>
              <a:path w="7367905" h="7586980">
                <a:moveTo>
                  <a:pt x="6005392" y="2557496"/>
                </a:moveTo>
                <a:lnTo>
                  <a:pt x="6008857" y="2563493"/>
                </a:lnTo>
                <a:lnTo>
                  <a:pt x="6002854" y="2566957"/>
                </a:lnTo>
                <a:lnTo>
                  <a:pt x="5999396" y="2560961"/>
                </a:lnTo>
                <a:lnTo>
                  <a:pt x="6005392" y="2557496"/>
                </a:lnTo>
                <a:close/>
              </a:path>
              <a:path w="7367905" h="7586980">
                <a:moveTo>
                  <a:pt x="6085422" y="2697377"/>
                </a:moveTo>
                <a:lnTo>
                  <a:pt x="6088252" y="2702282"/>
                </a:lnTo>
                <a:lnTo>
                  <a:pt x="6083354" y="2705112"/>
                </a:lnTo>
                <a:lnTo>
                  <a:pt x="6080517" y="2700207"/>
                </a:lnTo>
                <a:lnTo>
                  <a:pt x="6085422" y="2697377"/>
                </a:lnTo>
                <a:close/>
              </a:path>
              <a:path w="7367905" h="7586980">
                <a:moveTo>
                  <a:pt x="6165452" y="2837251"/>
                </a:moveTo>
                <a:lnTo>
                  <a:pt x="6167654" y="2841071"/>
                </a:lnTo>
                <a:lnTo>
                  <a:pt x="6163841" y="2843273"/>
                </a:lnTo>
                <a:lnTo>
                  <a:pt x="6161639" y="2839453"/>
                </a:lnTo>
                <a:lnTo>
                  <a:pt x="6165452" y="2837251"/>
                </a:lnTo>
                <a:close/>
              </a:path>
              <a:path w="7367905" h="7586980">
                <a:moveTo>
                  <a:pt x="6245602" y="2976694"/>
                </a:moveTo>
                <a:lnTo>
                  <a:pt x="6247487" y="2979968"/>
                </a:lnTo>
                <a:lnTo>
                  <a:pt x="6244213" y="2981860"/>
                </a:lnTo>
                <a:lnTo>
                  <a:pt x="6242328" y="2978585"/>
                </a:lnTo>
                <a:lnTo>
                  <a:pt x="6245602" y="2976694"/>
                </a:lnTo>
                <a:close/>
              </a:path>
              <a:path w="7367905" h="7586980">
                <a:moveTo>
                  <a:pt x="6325626" y="3116575"/>
                </a:moveTo>
                <a:lnTo>
                  <a:pt x="6326882" y="3118751"/>
                </a:lnTo>
                <a:lnTo>
                  <a:pt x="6324706" y="3120008"/>
                </a:lnTo>
                <a:lnTo>
                  <a:pt x="6323449" y="3117832"/>
                </a:lnTo>
                <a:lnTo>
                  <a:pt x="6325626" y="3116575"/>
                </a:lnTo>
                <a:close/>
              </a:path>
              <a:path w="7367905" h="7586980">
                <a:moveTo>
                  <a:pt x="6404570" y="3257077"/>
                </a:moveTo>
                <a:lnTo>
                  <a:pt x="6406024" y="3257077"/>
                </a:lnTo>
                <a:lnTo>
                  <a:pt x="6406290" y="3257540"/>
                </a:lnTo>
                <a:lnTo>
                  <a:pt x="6404837" y="3257540"/>
                </a:lnTo>
                <a:lnTo>
                  <a:pt x="6404570" y="3257077"/>
                </a:lnTo>
                <a:close/>
              </a:path>
              <a:path w="7367905" h="7586980">
                <a:moveTo>
                  <a:pt x="4322387" y="0"/>
                </a:moveTo>
                <a:lnTo>
                  <a:pt x="4356546" y="0"/>
                </a:lnTo>
                <a:lnTo>
                  <a:pt x="4360367" y="6615"/>
                </a:lnTo>
                <a:lnTo>
                  <a:pt x="4334744" y="21407"/>
                </a:lnTo>
                <a:lnTo>
                  <a:pt x="4322387" y="0"/>
                </a:lnTo>
                <a:close/>
              </a:path>
              <a:path w="7367905" h="7586980">
                <a:moveTo>
                  <a:pt x="4426868" y="116133"/>
                </a:moveTo>
                <a:lnTo>
                  <a:pt x="4444496" y="146667"/>
                </a:lnTo>
                <a:lnTo>
                  <a:pt x="4413974" y="164289"/>
                </a:lnTo>
                <a:lnTo>
                  <a:pt x="4396346" y="133754"/>
                </a:lnTo>
                <a:lnTo>
                  <a:pt x="4426868" y="116133"/>
                </a:lnTo>
                <a:close/>
              </a:path>
              <a:path w="7367905" h="7586980">
                <a:moveTo>
                  <a:pt x="4506903" y="256007"/>
                </a:moveTo>
                <a:lnTo>
                  <a:pt x="4523897" y="285443"/>
                </a:lnTo>
                <a:lnTo>
                  <a:pt x="4494460" y="302443"/>
                </a:lnTo>
                <a:lnTo>
                  <a:pt x="4477461" y="273000"/>
                </a:lnTo>
                <a:lnTo>
                  <a:pt x="4506903" y="256007"/>
                </a:lnTo>
                <a:close/>
              </a:path>
              <a:path w="7367905" h="7586980">
                <a:moveTo>
                  <a:pt x="4586927" y="395888"/>
                </a:moveTo>
                <a:lnTo>
                  <a:pt x="4603299" y="424233"/>
                </a:lnTo>
                <a:lnTo>
                  <a:pt x="4574953" y="440598"/>
                </a:lnTo>
                <a:lnTo>
                  <a:pt x="4558582" y="412253"/>
                </a:lnTo>
                <a:lnTo>
                  <a:pt x="4586927" y="395888"/>
                </a:lnTo>
                <a:close/>
              </a:path>
              <a:path w="7367905" h="7586980">
                <a:moveTo>
                  <a:pt x="4666957" y="535762"/>
                </a:moveTo>
                <a:lnTo>
                  <a:pt x="4682694" y="563016"/>
                </a:lnTo>
                <a:lnTo>
                  <a:pt x="4655440" y="578753"/>
                </a:lnTo>
                <a:lnTo>
                  <a:pt x="4639703" y="551499"/>
                </a:lnTo>
                <a:lnTo>
                  <a:pt x="4666957" y="535762"/>
                </a:lnTo>
                <a:close/>
              </a:path>
              <a:path w="7367905" h="7586980">
                <a:moveTo>
                  <a:pt x="4746758" y="676493"/>
                </a:moveTo>
                <a:lnTo>
                  <a:pt x="4761239" y="701577"/>
                </a:lnTo>
                <a:lnTo>
                  <a:pt x="4736168" y="716051"/>
                </a:lnTo>
                <a:lnTo>
                  <a:pt x="4721687" y="690967"/>
                </a:lnTo>
                <a:lnTo>
                  <a:pt x="4746758" y="676493"/>
                </a:lnTo>
                <a:close/>
              </a:path>
              <a:path w="7367905" h="7586980">
                <a:moveTo>
                  <a:pt x="4826674" y="816799"/>
                </a:moveTo>
                <a:lnTo>
                  <a:pt x="4840209" y="840246"/>
                </a:lnTo>
                <a:lnTo>
                  <a:pt x="4816768" y="853781"/>
                </a:lnTo>
                <a:lnTo>
                  <a:pt x="4803233" y="830334"/>
                </a:lnTo>
                <a:lnTo>
                  <a:pt x="4826674" y="816799"/>
                </a:lnTo>
                <a:close/>
              </a:path>
              <a:path w="7367905" h="7586980">
                <a:moveTo>
                  <a:pt x="4906710" y="956674"/>
                </a:moveTo>
                <a:lnTo>
                  <a:pt x="4919610" y="979029"/>
                </a:lnTo>
                <a:lnTo>
                  <a:pt x="4897261" y="991929"/>
                </a:lnTo>
                <a:lnTo>
                  <a:pt x="4884354" y="969581"/>
                </a:lnTo>
                <a:lnTo>
                  <a:pt x="4906710" y="956674"/>
                </a:lnTo>
                <a:close/>
              </a:path>
              <a:path w="7367905" h="7586980">
                <a:moveTo>
                  <a:pt x="4986619" y="1096986"/>
                </a:moveTo>
                <a:lnTo>
                  <a:pt x="4998580" y="1117697"/>
                </a:lnTo>
                <a:lnTo>
                  <a:pt x="4977862" y="1129658"/>
                </a:lnTo>
                <a:lnTo>
                  <a:pt x="4965907" y="1108947"/>
                </a:lnTo>
                <a:lnTo>
                  <a:pt x="4986619" y="1096986"/>
                </a:lnTo>
                <a:close/>
              </a:path>
              <a:path w="7367905" h="7586980">
                <a:moveTo>
                  <a:pt x="5066655" y="1236860"/>
                </a:moveTo>
                <a:lnTo>
                  <a:pt x="5077982" y="1256480"/>
                </a:lnTo>
                <a:lnTo>
                  <a:pt x="5058361" y="1267813"/>
                </a:lnTo>
                <a:lnTo>
                  <a:pt x="5047028" y="1248187"/>
                </a:lnTo>
                <a:lnTo>
                  <a:pt x="5066655" y="1236860"/>
                </a:lnTo>
                <a:close/>
              </a:path>
              <a:path w="7367905" h="7586980">
                <a:moveTo>
                  <a:pt x="5146564" y="1377159"/>
                </a:moveTo>
                <a:lnTo>
                  <a:pt x="5156952" y="1395155"/>
                </a:lnTo>
                <a:lnTo>
                  <a:pt x="5138962" y="1405543"/>
                </a:lnTo>
                <a:lnTo>
                  <a:pt x="5128575" y="1387547"/>
                </a:lnTo>
                <a:lnTo>
                  <a:pt x="5146564" y="1377159"/>
                </a:lnTo>
                <a:close/>
              </a:path>
              <a:path w="7367905" h="7586980">
                <a:moveTo>
                  <a:pt x="5226480" y="1517471"/>
                </a:moveTo>
                <a:lnTo>
                  <a:pt x="5235922" y="1533823"/>
                </a:lnTo>
                <a:lnTo>
                  <a:pt x="5219569" y="1543265"/>
                </a:lnTo>
                <a:lnTo>
                  <a:pt x="5210127" y="1526913"/>
                </a:lnTo>
                <a:lnTo>
                  <a:pt x="5226480" y="1517471"/>
                </a:lnTo>
                <a:close/>
              </a:path>
              <a:path w="7367905" h="7586980">
                <a:moveTo>
                  <a:pt x="5306509" y="1657345"/>
                </a:moveTo>
                <a:lnTo>
                  <a:pt x="5315324" y="1672606"/>
                </a:lnTo>
                <a:lnTo>
                  <a:pt x="5300056" y="1681420"/>
                </a:lnTo>
                <a:lnTo>
                  <a:pt x="5291249" y="1666159"/>
                </a:lnTo>
                <a:lnTo>
                  <a:pt x="5306509" y="1657345"/>
                </a:lnTo>
                <a:close/>
              </a:path>
              <a:path w="7367905" h="7586980">
                <a:moveTo>
                  <a:pt x="5386545" y="1797220"/>
                </a:moveTo>
                <a:lnTo>
                  <a:pt x="5394725" y="1811389"/>
                </a:lnTo>
                <a:lnTo>
                  <a:pt x="5380555" y="1819575"/>
                </a:lnTo>
                <a:lnTo>
                  <a:pt x="5372370" y="1805399"/>
                </a:lnTo>
                <a:lnTo>
                  <a:pt x="5386545" y="1797220"/>
                </a:lnTo>
                <a:close/>
              </a:path>
              <a:path w="7367905" h="7586980">
                <a:moveTo>
                  <a:pt x="5466455" y="1937519"/>
                </a:moveTo>
                <a:lnTo>
                  <a:pt x="5473695" y="1950064"/>
                </a:lnTo>
                <a:lnTo>
                  <a:pt x="5461156" y="1957304"/>
                </a:lnTo>
                <a:lnTo>
                  <a:pt x="5453916" y="1944759"/>
                </a:lnTo>
                <a:lnTo>
                  <a:pt x="5466455" y="1937519"/>
                </a:lnTo>
                <a:close/>
              </a:path>
              <a:path w="7367905" h="7586980">
                <a:moveTo>
                  <a:pt x="5546370" y="2077831"/>
                </a:moveTo>
                <a:lnTo>
                  <a:pt x="5552665" y="2088732"/>
                </a:lnTo>
                <a:lnTo>
                  <a:pt x="5541763" y="2095027"/>
                </a:lnTo>
                <a:lnTo>
                  <a:pt x="5535469" y="2084126"/>
                </a:lnTo>
                <a:lnTo>
                  <a:pt x="5546370" y="2077831"/>
                </a:lnTo>
                <a:close/>
              </a:path>
              <a:path w="7367905" h="7586980">
                <a:moveTo>
                  <a:pt x="5626400" y="2217705"/>
                </a:moveTo>
                <a:lnTo>
                  <a:pt x="5632067" y="2227515"/>
                </a:lnTo>
                <a:lnTo>
                  <a:pt x="5622250" y="2233182"/>
                </a:lnTo>
                <a:lnTo>
                  <a:pt x="5616590" y="2223371"/>
                </a:lnTo>
                <a:lnTo>
                  <a:pt x="5626400" y="2217705"/>
                </a:lnTo>
                <a:close/>
              </a:path>
              <a:path w="7367905" h="7586980">
                <a:moveTo>
                  <a:pt x="5706436" y="2357579"/>
                </a:moveTo>
                <a:lnTo>
                  <a:pt x="5711468" y="2366298"/>
                </a:lnTo>
                <a:lnTo>
                  <a:pt x="5702749" y="2371337"/>
                </a:lnTo>
                <a:lnTo>
                  <a:pt x="5697711" y="2362618"/>
                </a:lnTo>
                <a:lnTo>
                  <a:pt x="5706436" y="2357579"/>
                </a:lnTo>
                <a:close/>
              </a:path>
              <a:path w="7367905" h="7586980">
                <a:moveTo>
                  <a:pt x="5786466" y="2497453"/>
                </a:moveTo>
                <a:lnTo>
                  <a:pt x="5790870" y="2505087"/>
                </a:lnTo>
                <a:lnTo>
                  <a:pt x="5783242" y="2509497"/>
                </a:lnTo>
                <a:lnTo>
                  <a:pt x="5778832" y="2501864"/>
                </a:lnTo>
                <a:lnTo>
                  <a:pt x="5786466" y="2497453"/>
                </a:lnTo>
                <a:close/>
              </a:path>
              <a:path w="7367905" h="7586980">
                <a:moveTo>
                  <a:pt x="5866489" y="2637334"/>
                </a:moveTo>
                <a:lnTo>
                  <a:pt x="5870265" y="2643870"/>
                </a:lnTo>
                <a:lnTo>
                  <a:pt x="5863729" y="2647646"/>
                </a:lnTo>
                <a:lnTo>
                  <a:pt x="5859953" y="2641110"/>
                </a:lnTo>
                <a:lnTo>
                  <a:pt x="5866489" y="2637334"/>
                </a:lnTo>
                <a:close/>
              </a:path>
              <a:path w="7367905" h="7586980">
                <a:moveTo>
                  <a:pt x="5946525" y="2777209"/>
                </a:moveTo>
                <a:lnTo>
                  <a:pt x="5949672" y="2782659"/>
                </a:lnTo>
                <a:lnTo>
                  <a:pt x="5944215" y="2785807"/>
                </a:lnTo>
                <a:lnTo>
                  <a:pt x="5941068" y="2780356"/>
                </a:lnTo>
                <a:lnTo>
                  <a:pt x="5946525" y="2777209"/>
                </a:lnTo>
                <a:close/>
              </a:path>
              <a:path w="7367905" h="7586980">
                <a:moveTo>
                  <a:pt x="6026555" y="2917083"/>
                </a:moveTo>
                <a:lnTo>
                  <a:pt x="6029068" y="2921442"/>
                </a:lnTo>
                <a:lnTo>
                  <a:pt x="6024708" y="2923961"/>
                </a:lnTo>
                <a:lnTo>
                  <a:pt x="6022189" y="2919602"/>
                </a:lnTo>
                <a:lnTo>
                  <a:pt x="6026555" y="2917083"/>
                </a:lnTo>
                <a:close/>
              </a:path>
              <a:path w="7367905" h="7586980">
                <a:moveTo>
                  <a:pt x="6106699" y="3056526"/>
                </a:moveTo>
                <a:lnTo>
                  <a:pt x="6108901" y="3060339"/>
                </a:lnTo>
                <a:lnTo>
                  <a:pt x="6105087" y="3062541"/>
                </a:lnTo>
                <a:lnTo>
                  <a:pt x="6102885" y="3058727"/>
                </a:lnTo>
                <a:lnTo>
                  <a:pt x="6106699" y="3056526"/>
                </a:lnTo>
                <a:close/>
              </a:path>
              <a:path w="7367905" h="7586980">
                <a:moveTo>
                  <a:pt x="6186729" y="3196400"/>
                </a:moveTo>
                <a:lnTo>
                  <a:pt x="6188302" y="3199128"/>
                </a:lnTo>
                <a:lnTo>
                  <a:pt x="6185574" y="3200702"/>
                </a:lnTo>
                <a:lnTo>
                  <a:pt x="6184000" y="3197974"/>
                </a:lnTo>
                <a:lnTo>
                  <a:pt x="6186729" y="3196400"/>
                </a:lnTo>
                <a:close/>
              </a:path>
              <a:path w="7367905" h="7586980">
                <a:moveTo>
                  <a:pt x="6266758" y="3336274"/>
                </a:moveTo>
                <a:lnTo>
                  <a:pt x="6267704" y="3337911"/>
                </a:lnTo>
                <a:lnTo>
                  <a:pt x="6266067" y="3338857"/>
                </a:lnTo>
                <a:lnTo>
                  <a:pt x="6265121" y="3337219"/>
                </a:lnTo>
                <a:lnTo>
                  <a:pt x="6266758" y="3336274"/>
                </a:lnTo>
                <a:close/>
              </a:path>
              <a:path w="7367905" h="7586980">
                <a:moveTo>
                  <a:pt x="4208398" y="54370"/>
                </a:moveTo>
                <a:lnTo>
                  <a:pt x="4228228" y="88712"/>
                </a:lnTo>
                <a:lnTo>
                  <a:pt x="4193886" y="108542"/>
                </a:lnTo>
                <a:lnTo>
                  <a:pt x="4174056" y="74193"/>
                </a:lnTo>
                <a:lnTo>
                  <a:pt x="4208398" y="54370"/>
                </a:lnTo>
                <a:close/>
              </a:path>
              <a:path w="7367905" h="7586980">
                <a:moveTo>
                  <a:pt x="4288320" y="194669"/>
                </a:moveTo>
                <a:lnTo>
                  <a:pt x="4307204" y="227380"/>
                </a:lnTo>
                <a:lnTo>
                  <a:pt x="4274487" y="246270"/>
                </a:lnTo>
                <a:lnTo>
                  <a:pt x="4255603" y="213559"/>
                </a:lnTo>
                <a:lnTo>
                  <a:pt x="4288320" y="194669"/>
                </a:lnTo>
                <a:close/>
              </a:path>
              <a:path w="7367905" h="7586980">
                <a:moveTo>
                  <a:pt x="4368236" y="334982"/>
                </a:moveTo>
                <a:lnTo>
                  <a:pt x="4386174" y="366049"/>
                </a:lnTo>
                <a:lnTo>
                  <a:pt x="4355094" y="383994"/>
                </a:lnTo>
                <a:lnTo>
                  <a:pt x="4337155" y="352920"/>
                </a:lnTo>
                <a:lnTo>
                  <a:pt x="4368236" y="334982"/>
                </a:lnTo>
                <a:close/>
              </a:path>
              <a:path w="7367905" h="7586980">
                <a:moveTo>
                  <a:pt x="4448266" y="474855"/>
                </a:moveTo>
                <a:lnTo>
                  <a:pt x="4465576" y="504838"/>
                </a:lnTo>
                <a:lnTo>
                  <a:pt x="4435587" y="522149"/>
                </a:lnTo>
                <a:lnTo>
                  <a:pt x="4418277" y="492166"/>
                </a:lnTo>
                <a:lnTo>
                  <a:pt x="4448266" y="474855"/>
                </a:lnTo>
                <a:close/>
              </a:path>
              <a:path w="7367905" h="7586980">
                <a:moveTo>
                  <a:pt x="4528289" y="614730"/>
                </a:moveTo>
                <a:lnTo>
                  <a:pt x="4544971" y="643621"/>
                </a:lnTo>
                <a:lnTo>
                  <a:pt x="4516080" y="660303"/>
                </a:lnTo>
                <a:lnTo>
                  <a:pt x="4499404" y="631412"/>
                </a:lnTo>
                <a:lnTo>
                  <a:pt x="4528289" y="614730"/>
                </a:lnTo>
                <a:close/>
              </a:path>
              <a:path w="7367905" h="7586980">
                <a:moveTo>
                  <a:pt x="4608204" y="755036"/>
                </a:moveTo>
                <a:lnTo>
                  <a:pt x="4623941" y="782290"/>
                </a:lnTo>
                <a:lnTo>
                  <a:pt x="4596681" y="798027"/>
                </a:lnTo>
                <a:lnTo>
                  <a:pt x="4580944" y="770772"/>
                </a:lnTo>
                <a:lnTo>
                  <a:pt x="4608204" y="755036"/>
                </a:lnTo>
                <a:close/>
              </a:path>
              <a:path w="7367905" h="7586980">
                <a:moveTo>
                  <a:pt x="4688005" y="895767"/>
                </a:moveTo>
                <a:lnTo>
                  <a:pt x="4702486" y="920851"/>
                </a:lnTo>
                <a:lnTo>
                  <a:pt x="4677408" y="935325"/>
                </a:lnTo>
                <a:lnTo>
                  <a:pt x="4662928" y="910248"/>
                </a:lnTo>
                <a:lnTo>
                  <a:pt x="4688005" y="895767"/>
                </a:lnTo>
                <a:close/>
              </a:path>
              <a:path w="7367905" h="7586980">
                <a:moveTo>
                  <a:pt x="4767921" y="1036079"/>
                </a:moveTo>
                <a:lnTo>
                  <a:pt x="4781456" y="1059520"/>
                </a:lnTo>
                <a:lnTo>
                  <a:pt x="4758016" y="1073055"/>
                </a:lnTo>
                <a:lnTo>
                  <a:pt x="4744481" y="1049608"/>
                </a:lnTo>
                <a:lnTo>
                  <a:pt x="4767921" y="1036079"/>
                </a:lnTo>
                <a:close/>
              </a:path>
              <a:path w="7367905" h="7586980">
                <a:moveTo>
                  <a:pt x="4847951" y="1175953"/>
                </a:moveTo>
                <a:lnTo>
                  <a:pt x="4860857" y="1198302"/>
                </a:lnTo>
                <a:lnTo>
                  <a:pt x="4838508" y="1211202"/>
                </a:lnTo>
                <a:lnTo>
                  <a:pt x="4825602" y="1188854"/>
                </a:lnTo>
                <a:lnTo>
                  <a:pt x="4847951" y="1175953"/>
                </a:lnTo>
                <a:close/>
              </a:path>
              <a:path w="7367905" h="7586980">
                <a:moveTo>
                  <a:pt x="4927866" y="1316252"/>
                </a:moveTo>
                <a:lnTo>
                  <a:pt x="4939828" y="1336971"/>
                </a:lnTo>
                <a:lnTo>
                  <a:pt x="4919116" y="1348932"/>
                </a:lnTo>
                <a:lnTo>
                  <a:pt x="4907154" y="1328214"/>
                </a:lnTo>
                <a:lnTo>
                  <a:pt x="4927866" y="1316252"/>
                </a:lnTo>
                <a:close/>
              </a:path>
              <a:path w="7367905" h="7586980">
                <a:moveTo>
                  <a:pt x="5007896" y="1456127"/>
                </a:moveTo>
                <a:lnTo>
                  <a:pt x="5019229" y="1475760"/>
                </a:lnTo>
                <a:lnTo>
                  <a:pt x="4999602" y="1487086"/>
                </a:lnTo>
                <a:lnTo>
                  <a:pt x="4988269" y="1467460"/>
                </a:lnTo>
                <a:lnTo>
                  <a:pt x="5007896" y="1456127"/>
                </a:lnTo>
                <a:close/>
              </a:path>
              <a:path w="7367905" h="7586980">
                <a:moveTo>
                  <a:pt x="5087810" y="1596439"/>
                </a:moveTo>
                <a:lnTo>
                  <a:pt x="5098199" y="1614428"/>
                </a:lnTo>
                <a:lnTo>
                  <a:pt x="5080210" y="1624816"/>
                </a:lnTo>
                <a:lnTo>
                  <a:pt x="5069822" y="1606820"/>
                </a:lnTo>
                <a:lnTo>
                  <a:pt x="5087810" y="1596439"/>
                </a:lnTo>
                <a:close/>
              </a:path>
              <a:path w="7367905" h="7586980">
                <a:moveTo>
                  <a:pt x="5167721" y="1736738"/>
                </a:moveTo>
                <a:lnTo>
                  <a:pt x="5177169" y="1753097"/>
                </a:lnTo>
                <a:lnTo>
                  <a:pt x="5160817" y="1762539"/>
                </a:lnTo>
                <a:lnTo>
                  <a:pt x="5151368" y="1746180"/>
                </a:lnTo>
                <a:lnTo>
                  <a:pt x="5167721" y="1736738"/>
                </a:lnTo>
                <a:close/>
              </a:path>
              <a:path w="7367905" h="7586980">
                <a:moveTo>
                  <a:pt x="5247757" y="1876612"/>
                </a:moveTo>
                <a:lnTo>
                  <a:pt x="5256571" y="1891879"/>
                </a:lnTo>
                <a:lnTo>
                  <a:pt x="5241310" y="1900693"/>
                </a:lnTo>
                <a:lnTo>
                  <a:pt x="5232496" y="1885426"/>
                </a:lnTo>
                <a:lnTo>
                  <a:pt x="5247757" y="1876612"/>
                </a:lnTo>
                <a:close/>
              </a:path>
              <a:path w="7367905" h="7586980">
                <a:moveTo>
                  <a:pt x="5327672" y="2016924"/>
                </a:moveTo>
                <a:lnTo>
                  <a:pt x="5335541" y="2030548"/>
                </a:lnTo>
                <a:lnTo>
                  <a:pt x="5321910" y="2038417"/>
                </a:lnTo>
                <a:lnTo>
                  <a:pt x="5314042" y="2024793"/>
                </a:lnTo>
                <a:lnTo>
                  <a:pt x="5327672" y="2016924"/>
                </a:lnTo>
                <a:close/>
              </a:path>
              <a:path w="7367905" h="7586980">
                <a:moveTo>
                  <a:pt x="5407587" y="2157231"/>
                </a:moveTo>
                <a:lnTo>
                  <a:pt x="5414511" y="2169217"/>
                </a:lnTo>
                <a:lnTo>
                  <a:pt x="5402518" y="2176146"/>
                </a:lnTo>
                <a:lnTo>
                  <a:pt x="5395595" y="2164153"/>
                </a:lnTo>
                <a:lnTo>
                  <a:pt x="5407587" y="2157231"/>
                </a:lnTo>
                <a:close/>
              </a:path>
              <a:path w="7367905" h="7586980">
                <a:moveTo>
                  <a:pt x="5487503" y="2297530"/>
                </a:moveTo>
                <a:lnTo>
                  <a:pt x="5493481" y="2307892"/>
                </a:lnTo>
                <a:lnTo>
                  <a:pt x="5483125" y="2313870"/>
                </a:lnTo>
                <a:lnTo>
                  <a:pt x="5477141" y="2303513"/>
                </a:lnTo>
                <a:lnTo>
                  <a:pt x="5487503" y="2297530"/>
                </a:lnTo>
                <a:close/>
              </a:path>
              <a:path w="7367905" h="7586980">
                <a:moveTo>
                  <a:pt x="5567533" y="2437404"/>
                </a:moveTo>
                <a:lnTo>
                  <a:pt x="5572889" y="2446675"/>
                </a:lnTo>
                <a:lnTo>
                  <a:pt x="5563618" y="2452031"/>
                </a:lnTo>
                <a:lnTo>
                  <a:pt x="5558262" y="2442760"/>
                </a:lnTo>
                <a:lnTo>
                  <a:pt x="5567533" y="2437404"/>
                </a:lnTo>
                <a:close/>
              </a:path>
              <a:path w="7367905" h="7586980">
                <a:moveTo>
                  <a:pt x="5647563" y="2577285"/>
                </a:moveTo>
                <a:lnTo>
                  <a:pt x="5652284" y="2585458"/>
                </a:lnTo>
                <a:lnTo>
                  <a:pt x="5644104" y="2590179"/>
                </a:lnTo>
                <a:lnTo>
                  <a:pt x="5639383" y="2582006"/>
                </a:lnTo>
                <a:lnTo>
                  <a:pt x="5647563" y="2577285"/>
                </a:lnTo>
                <a:close/>
              </a:path>
              <a:path w="7367905" h="7586980">
                <a:moveTo>
                  <a:pt x="5727705" y="2716728"/>
                </a:moveTo>
                <a:lnTo>
                  <a:pt x="5732117" y="2724355"/>
                </a:lnTo>
                <a:lnTo>
                  <a:pt x="5724483" y="2728765"/>
                </a:lnTo>
                <a:lnTo>
                  <a:pt x="5720073" y="2721131"/>
                </a:lnTo>
                <a:lnTo>
                  <a:pt x="5727705" y="2716728"/>
                </a:lnTo>
                <a:close/>
              </a:path>
              <a:path w="7367905" h="7586980">
                <a:moveTo>
                  <a:pt x="5807622" y="2857034"/>
                </a:moveTo>
                <a:lnTo>
                  <a:pt x="5811087" y="2863030"/>
                </a:lnTo>
                <a:lnTo>
                  <a:pt x="5805090" y="2866489"/>
                </a:lnTo>
                <a:lnTo>
                  <a:pt x="5801625" y="2860492"/>
                </a:lnTo>
                <a:lnTo>
                  <a:pt x="5807622" y="2857034"/>
                </a:lnTo>
                <a:close/>
              </a:path>
              <a:path w="7367905" h="7586980">
                <a:moveTo>
                  <a:pt x="5887652" y="2996908"/>
                </a:moveTo>
                <a:lnTo>
                  <a:pt x="5890488" y="3001813"/>
                </a:lnTo>
                <a:lnTo>
                  <a:pt x="5885577" y="3004650"/>
                </a:lnTo>
                <a:lnTo>
                  <a:pt x="5882747" y="2999744"/>
                </a:lnTo>
                <a:lnTo>
                  <a:pt x="5887652" y="2996908"/>
                </a:lnTo>
                <a:close/>
              </a:path>
              <a:path w="7367905" h="7586980">
                <a:moveTo>
                  <a:pt x="5967796" y="3136351"/>
                </a:moveTo>
                <a:lnTo>
                  <a:pt x="5970315" y="3140716"/>
                </a:lnTo>
                <a:lnTo>
                  <a:pt x="5965955" y="3143229"/>
                </a:lnTo>
                <a:lnTo>
                  <a:pt x="5963436" y="3138870"/>
                </a:lnTo>
                <a:lnTo>
                  <a:pt x="5967796" y="3136351"/>
                </a:lnTo>
                <a:close/>
              </a:path>
              <a:path w="7367905" h="7586980">
                <a:moveTo>
                  <a:pt x="6047824" y="3276225"/>
                </a:moveTo>
                <a:lnTo>
                  <a:pt x="6049716" y="3279506"/>
                </a:lnTo>
                <a:lnTo>
                  <a:pt x="6046448" y="3281390"/>
                </a:lnTo>
                <a:lnTo>
                  <a:pt x="6044557" y="3278116"/>
                </a:lnTo>
                <a:lnTo>
                  <a:pt x="6047824" y="3276225"/>
                </a:lnTo>
                <a:close/>
              </a:path>
              <a:path w="7367905" h="7586980">
                <a:moveTo>
                  <a:pt x="6127861" y="3416099"/>
                </a:moveTo>
                <a:lnTo>
                  <a:pt x="6129118" y="3418282"/>
                </a:lnTo>
                <a:lnTo>
                  <a:pt x="6126935" y="3419545"/>
                </a:lnTo>
                <a:lnTo>
                  <a:pt x="6125679" y="3417362"/>
                </a:lnTo>
                <a:lnTo>
                  <a:pt x="6127861" y="3416099"/>
                </a:lnTo>
                <a:close/>
              </a:path>
              <a:path w="7367905" h="7586980">
                <a:moveTo>
                  <a:pt x="6208005" y="3555554"/>
                </a:moveTo>
                <a:lnTo>
                  <a:pt x="6208944" y="3557185"/>
                </a:lnTo>
                <a:lnTo>
                  <a:pt x="6207314" y="3558125"/>
                </a:lnTo>
                <a:lnTo>
                  <a:pt x="6206375" y="3556494"/>
                </a:lnTo>
                <a:lnTo>
                  <a:pt x="6208005" y="3555554"/>
                </a:lnTo>
                <a:close/>
              </a:path>
              <a:path w="7367905" h="7586980">
                <a:moveTo>
                  <a:pt x="3982151" y="0"/>
                </a:moveTo>
                <a:lnTo>
                  <a:pt x="3991294" y="0"/>
                </a:lnTo>
                <a:lnTo>
                  <a:pt x="4008526" y="29842"/>
                </a:lnTo>
                <a:lnTo>
                  <a:pt x="3974724" y="49355"/>
                </a:lnTo>
                <a:lnTo>
                  <a:pt x="3955205" y="15559"/>
                </a:lnTo>
                <a:lnTo>
                  <a:pt x="3982151" y="0"/>
                </a:lnTo>
                <a:close/>
              </a:path>
              <a:path w="7367905" h="7586980">
                <a:moveTo>
                  <a:pt x="4069729" y="133338"/>
                </a:moveTo>
                <a:lnTo>
                  <a:pt x="4090505" y="169317"/>
                </a:lnTo>
                <a:lnTo>
                  <a:pt x="4054525" y="190093"/>
                </a:lnTo>
                <a:lnTo>
                  <a:pt x="4033750" y="154114"/>
                </a:lnTo>
                <a:lnTo>
                  <a:pt x="4069729" y="133338"/>
                </a:lnTo>
                <a:close/>
              </a:path>
              <a:path w="7367905" h="7586980">
                <a:moveTo>
                  <a:pt x="4149759" y="273212"/>
                </a:moveTo>
                <a:lnTo>
                  <a:pt x="4169906" y="308106"/>
                </a:lnTo>
                <a:lnTo>
                  <a:pt x="4135018" y="328247"/>
                </a:lnTo>
                <a:lnTo>
                  <a:pt x="4114871" y="293359"/>
                </a:lnTo>
                <a:lnTo>
                  <a:pt x="4149759" y="273212"/>
                </a:lnTo>
                <a:close/>
              </a:path>
              <a:path w="7367905" h="7586980">
                <a:moveTo>
                  <a:pt x="4229675" y="413518"/>
                </a:moveTo>
                <a:lnTo>
                  <a:pt x="4248876" y="446775"/>
                </a:lnTo>
                <a:lnTo>
                  <a:pt x="4215625" y="465977"/>
                </a:lnTo>
                <a:lnTo>
                  <a:pt x="4196424" y="432714"/>
                </a:lnTo>
                <a:lnTo>
                  <a:pt x="4229675" y="413518"/>
                </a:lnTo>
                <a:close/>
              </a:path>
              <a:path w="7367905" h="7586980">
                <a:moveTo>
                  <a:pt x="4309476" y="554249"/>
                </a:moveTo>
                <a:lnTo>
                  <a:pt x="4327414" y="585330"/>
                </a:lnTo>
                <a:lnTo>
                  <a:pt x="4296340" y="603269"/>
                </a:lnTo>
                <a:lnTo>
                  <a:pt x="4278402" y="572195"/>
                </a:lnTo>
                <a:lnTo>
                  <a:pt x="4309476" y="554249"/>
                </a:lnTo>
                <a:close/>
              </a:path>
              <a:path w="7367905" h="7586980">
                <a:moveTo>
                  <a:pt x="4389506" y="694124"/>
                </a:moveTo>
                <a:lnTo>
                  <a:pt x="4406816" y="724106"/>
                </a:lnTo>
                <a:lnTo>
                  <a:pt x="4376834" y="741417"/>
                </a:lnTo>
                <a:lnTo>
                  <a:pt x="4359523" y="711434"/>
                </a:lnTo>
                <a:lnTo>
                  <a:pt x="4389506" y="694124"/>
                </a:lnTo>
                <a:close/>
              </a:path>
              <a:path w="7367905" h="7586980">
                <a:moveTo>
                  <a:pt x="4469535" y="833998"/>
                </a:moveTo>
                <a:lnTo>
                  <a:pt x="4486218" y="862895"/>
                </a:lnTo>
                <a:lnTo>
                  <a:pt x="4457327" y="879578"/>
                </a:lnTo>
                <a:lnTo>
                  <a:pt x="4440644" y="850680"/>
                </a:lnTo>
                <a:lnTo>
                  <a:pt x="4469535" y="833998"/>
                </a:lnTo>
                <a:close/>
              </a:path>
              <a:path w="7367905" h="7586980">
                <a:moveTo>
                  <a:pt x="4549451" y="974310"/>
                </a:moveTo>
                <a:lnTo>
                  <a:pt x="4565188" y="1001564"/>
                </a:lnTo>
                <a:lnTo>
                  <a:pt x="4537934" y="1017301"/>
                </a:lnTo>
                <a:lnTo>
                  <a:pt x="4522197" y="990047"/>
                </a:lnTo>
                <a:lnTo>
                  <a:pt x="4549451" y="974310"/>
                </a:lnTo>
                <a:close/>
              </a:path>
              <a:path w="7367905" h="7586980">
                <a:moveTo>
                  <a:pt x="4629252" y="1115048"/>
                </a:moveTo>
                <a:lnTo>
                  <a:pt x="4643726" y="1140118"/>
                </a:lnTo>
                <a:lnTo>
                  <a:pt x="4618649" y="1154599"/>
                </a:lnTo>
                <a:lnTo>
                  <a:pt x="4604175" y="1129522"/>
                </a:lnTo>
                <a:lnTo>
                  <a:pt x="4629252" y="1115048"/>
                </a:lnTo>
                <a:close/>
              </a:path>
              <a:path w="7367905" h="7586980">
                <a:moveTo>
                  <a:pt x="4709168" y="1255353"/>
                </a:moveTo>
                <a:lnTo>
                  <a:pt x="4722703" y="1278787"/>
                </a:lnTo>
                <a:lnTo>
                  <a:pt x="4699256" y="1292322"/>
                </a:lnTo>
                <a:lnTo>
                  <a:pt x="4685727" y="1268888"/>
                </a:lnTo>
                <a:lnTo>
                  <a:pt x="4709168" y="1255353"/>
                </a:lnTo>
                <a:close/>
              </a:path>
              <a:path w="7367905" h="7586980">
                <a:moveTo>
                  <a:pt x="4789197" y="1395228"/>
                </a:moveTo>
                <a:lnTo>
                  <a:pt x="4802098" y="1417576"/>
                </a:lnTo>
                <a:lnTo>
                  <a:pt x="4779749" y="1430483"/>
                </a:lnTo>
                <a:lnTo>
                  <a:pt x="4766848" y="1408134"/>
                </a:lnTo>
                <a:lnTo>
                  <a:pt x="4789197" y="1395228"/>
                </a:lnTo>
                <a:close/>
              </a:path>
              <a:path w="7367905" h="7586980">
                <a:moveTo>
                  <a:pt x="4869113" y="1535527"/>
                </a:moveTo>
                <a:lnTo>
                  <a:pt x="4881074" y="1556245"/>
                </a:lnTo>
                <a:lnTo>
                  <a:pt x="4860356" y="1568206"/>
                </a:lnTo>
                <a:lnTo>
                  <a:pt x="4848395" y="1547488"/>
                </a:lnTo>
                <a:lnTo>
                  <a:pt x="4869113" y="1535527"/>
                </a:lnTo>
                <a:close/>
              </a:path>
              <a:path w="7367905" h="7586980">
                <a:moveTo>
                  <a:pt x="4949028" y="1675839"/>
                </a:moveTo>
                <a:lnTo>
                  <a:pt x="4960044" y="1694913"/>
                </a:lnTo>
                <a:lnTo>
                  <a:pt x="4940963" y="1705929"/>
                </a:lnTo>
                <a:lnTo>
                  <a:pt x="4929947" y="1686855"/>
                </a:lnTo>
                <a:lnTo>
                  <a:pt x="4949028" y="1675839"/>
                </a:lnTo>
                <a:close/>
              </a:path>
              <a:path w="7367905" h="7586980">
                <a:moveTo>
                  <a:pt x="5028944" y="1816138"/>
                </a:moveTo>
                <a:lnTo>
                  <a:pt x="5039014" y="1833588"/>
                </a:lnTo>
                <a:lnTo>
                  <a:pt x="5021564" y="1843659"/>
                </a:lnTo>
                <a:lnTo>
                  <a:pt x="5011494" y="1826215"/>
                </a:lnTo>
                <a:lnTo>
                  <a:pt x="5028944" y="1816138"/>
                </a:lnTo>
                <a:close/>
              </a:path>
              <a:path w="7367905" h="7586980">
                <a:moveTo>
                  <a:pt x="5108859" y="1956444"/>
                </a:moveTo>
                <a:lnTo>
                  <a:pt x="5117984" y="1972257"/>
                </a:lnTo>
                <a:lnTo>
                  <a:pt x="5102177" y="1981382"/>
                </a:lnTo>
                <a:lnTo>
                  <a:pt x="5093046" y="1965575"/>
                </a:lnTo>
                <a:lnTo>
                  <a:pt x="5108859" y="1956444"/>
                </a:lnTo>
                <a:close/>
              </a:path>
              <a:path w="7367905" h="7586980">
                <a:moveTo>
                  <a:pt x="5188889" y="2096325"/>
                </a:moveTo>
                <a:lnTo>
                  <a:pt x="5197386" y="2111041"/>
                </a:lnTo>
                <a:lnTo>
                  <a:pt x="5182664" y="2119537"/>
                </a:lnTo>
                <a:lnTo>
                  <a:pt x="5174167" y="2104822"/>
                </a:lnTo>
                <a:lnTo>
                  <a:pt x="5188889" y="2096325"/>
                </a:lnTo>
                <a:close/>
              </a:path>
              <a:path w="7367905" h="7586980">
                <a:moveTo>
                  <a:pt x="5268919" y="2236199"/>
                </a:moveTo>
                <a:lnTo>
                  <a:pt x="5276787" y="2249823"/>
                </a:lnTo>
                <a:lnTo>
                  <a:pt x="5263157" y="2257692"/>
                </a:lnTo>
                <a:lnTo>
                  <a:pt x="5255289" y="2244068"/>
                </a:lnTo>
                <a:lnTo>
                  <a:pt x="5268919" y="2236199"/>
                </a:lnTo>
                <a:close/>
              </a:path>
              <a:path w="7367905" h="7586980">
                <a:moveTo>
                  <a:pt x="5348714" y="2376931"/>
                </a:moveTo>
                <a:lnTo>
                  <a:pt x="5355326" y="2388378"/>
                </a:lnTo>
                <a:lnTo>
                  <a:pt x="5343878" y="2394990"/>
                </a:lnTo>
                <a:lnTo>
                  <a:pt x="5337266" y="2383543"/>
                </a:lnTo>
                <a:lnTo>
                  <a:pt x="5348714" y="2376931"/>
                </a:lnTo>
                <a:close/>
              </a:path>
              <a:path w="7367905" h="7586980">
                <a:moveTo>
                  <a:pt x="5428750" y="2516805"/>
                </a:moveTo>
                <a:lnTo>
                  <a:pt x="5434727" y="2527167"/>
                </a:lnTo>
                <a:lnTo>
                  <a:pt x="5424371" y="2533145"/>
                </a:lnTo>
                <a:lnTo>
                  <a:pt x="5418387" y="2522788"/>
                </a:lnTo>
                <a:lnTo>
                  <a:pt x="5428750" y="2516805"/>
                </a:lnTo>
                <a:close/>
              </a:path>
              <a:path w="7367905" h="7586980">
                <a:moveTo>
                  <a:pt x="5508780" y="2656686"/>
                </a:moveTo>
                <a:lnTo>
                  <a:pt x="5514129" y="2665950"/>
                </a:lnTo>
                <a:lnTo>
                  <a:pt x="5504858" y="2671299"/>
                </a:lnTo>
                <a:lnTo>
                  <a:pt x="5499509" y="2662035"/>
                </a:lnTo>
                <a:lnTo>
                  <a:pt x="5508780" y="2656686"/>
                </a:lnTo>
                <a:close/>
              </a:path>
              <a:path w="7367905" h="7586980">
                <a:moveTo>
                  <a:pt x="5588809" y="2796560"/>
                </a:moveTo>
                <a:lnTo>
                  <a:pt x="5593530" y="2804733"/>
                </a:lnTo>
                <a:lnTo>
                  <a:pt x="5585351" y="2809454"/>
                </a:lnTo>
                <a:lnTo>
                  <a:pt x="5580630" y="2801281"/>
                </a:lnTo>
                <a:lnTo>
                  <a:pt x="5588809" y="2796560"/>
                </a:lnTo>
                <a:close/>
              </a:path>
              <a:path w="7367905" h="7586980">
                <a:moveTo>
                  <a:pt x="5668833" y="2936434"/>
                </a:moveTo>
                <a:lnTo>
                  <a:pt x="5672926" y="2943522"/>
                </a:lnTo>
                <a:lnTo>
                  <a:pt x="5665844" y="2947609"/>
                </a:lnTo>
                <a:lnTo>
                  <a:pt x="5661751" y="2940527"/>
                </a:lnTo>
                <a:lnTo>
                  <a:pt x="5668833" y="2936434"/>
                </a:lnTo>
                <a:close/>
              </a:path>
              <a:path w="7367905" h="7586980">
                <a:moveTo>
                  <a:pt x="5748755" y="3076733"/>
                </a:moveTo>
                <a:lnTo>
                  <a:pt x="5751902" y="3082184"/>
                </a:lnTo>
                <a:lnTo>
                  <a:pt x="5746451" y="3085331"/>
                </a:lnTo>
                <a:lnTo>
                  <a:pt x="5743304" y="3079881"/>
                </a:lnTo>
                <a:lnTo>
                  <a:pt x="5748755" y="3076733"/>
                </a:lnTo>
                <a:close/>
              </a:path>
              <a:path w="7367905" h="7586980">
                <a:moveTo>
                  <a:pt x="5828898" y="3216182"/>
                </a:moveTo>
                <a:lnTo>
                  <a:pt x="5831728" y="3221094"/>
                </a:lnTo>
                <a:lnTo>
                  <a:pt x="5826823" y="3223924"/>
                </a:lnTo>
                <a:lnTo>
                  <a:pt x="5823993" y="3219019"/>
                </a:lnTo>
                <a:lnTo>
                  <a:pt x="5828898" y="3216182"/>
                </a:lnTo>
                <a:close/>
              </a:path>
              <a:path w="7367905" h="7586980">
                <a:moveTo>
                  <a:pt x="5908928" y="3356056"/>
                </a:moveTo>
                <a:lnTo>
                  <a:pt x="5911130" y="3359870"/>
                </a:lnTo>
                <a:lnTo>
                  <a:pt x="5907310" y="3362079"/>
                </a:lnTo>
                <a:lnTo>
                  <a:pt x="5905108" y="3358265"/>
                </a:lnTo>
                <a:lnTo>
                  <a:pt x="5908928" y="3356056"/>
                </a:lnTo>
                <a:close/>
              </a:path>
              <a:path w="7367905" h="7586980">
                <a:moveTo>
                  <a:pt x="5988958" y="3495937"/>
                </a:moveTo>
                <a:lnTo>
                  <a:pt x="5990532" y="3498660"/>
                </a:lnTo>
                <a:lnTo>
                  <a:pt x="5987809" y="3500234"/>
                </a:lnTo>
                <a:lnTo>
                  <a:pt x="5986236" y="3497511"/>
                </a:lnTo>
                <a:lnTo>
                  <a:pt x="5988958" y="3495937"/>
                </a:lnTo>
                <a:close/>
              </a:path>
              <a:path w="7367905" h="7586980">
                <a:moveTo>
                  <a:pt x="6069102" y="3635380"/>
                </a:moveTo>
                <a:lnTo>
                  <a:pt x="6070365" y="3637563"/>
                </a:lnTo>
                <a:lnTo>
                  <a:pt x="6068182" y="3638820"/>
                </a:lnTo>
                <a:lnTo>
                  <a:pt x="6066919" y="3636637"/>
                </a:lnTo>
                <a:lnTo>
                  <a:pt x="6069102" y="3635380"/>
                </a:lnTo>
                <a:close/>
              </a:path>
              <a:path w="7367905" h="7586980">
                <a:moveTo>
                  <a:pt x="3851266" y="71576"/>
                </a:moveTo>
                <a:lnTo>
                  <a:pt x="3874237" y="111363"/>
                </a:lnTo>
                <a:lnTo>
                  <a:pt x="3834438" y="134340"/>
                </a:lnTo>
                <a:lnTo>
                  <a:pt x="3811467" y="94554"/>
                </a:lnTo>
                <a:lnTo>
                  <a:pt x="3851266" y="71576"/>
                </a:lnTo>
                <a:close/>
              </a:path>
              <a:path w="7367905" h="7586980">
                <a:moveTo>
                  <a:pt x="3931175" y="211876"/>
                </a:moveTo>
                <a:lnTo>
                  <a:pt x="3953206" y="250037"/>
                </a:lnTo>
                <a:lnTo>
                  <a:pt x="3915051" y="272069"/>
                </a:lnTo>
                <a:lnTo>
                  <a:pt x="3893019" y="233907"/>
                </a:lnTo>
                <a:lnTo>
                  <a:pt x="3931175" y="211876"/>
                </a:lnTo>
                <a:close/>
              </a:path>
              <a:path w="7367905" h="7586980">
                <a:moveTo>
                  <a:pt x="4011091" y="352182"/>
                </a:moveTo>
                <a:lnTo>
                  <a:pt x="4032177" y="388706"/>
                </a:lnTo>
                <a:lnTo>
                  <a:pt x="3995659" y="409793"/>
                </a:lnTo>
                <a:lnTo>
                  <a:pt x="3974572" y="373268"/>
                </a:lnTo>
                <a:lnTo>
                  <a:pt x="4011091" y="352182"/>
                </a:lnTo>
                <a:close/>
              </a:path>
              <a:path w="7367905" h="7586980">
                <a:moveTo>
                  <a:pt x="4091006" y="492488"/>
                </a:moveTo>
                <a:lnTo>
                  <a:pt x="4111147" y="527376"/>
                </a:lnTo>
                <a:lnTo>
                  <a:pt x="4076259" y="547523"/>
                </a:lnTo>
                <a:lnTo>
                  <a:pt x="4056112" y="512629"/>
                </a:lnTo>
                <a:lnTo>
                  <a:pt x="4091006" y="492488"/>
                </a:lnTo>
                <a:close/>
              </a:path>
              <a:path w="7367905" h="7586980">
                <a:moveTo>
                  <a:pt x="4170922" y="632794"/>
                </a:moveTo>
                <a:lnTo>
                  <a:pt x="4190124" y="666045"/>
                </a:lnTo>
                <a:lnTo>
                  <a:pt x="4156867" y="685246"/>
                </a:lnTo>
                <a:lnTo>
                  <a:pt x="4137665" y="651995"/>
                </a:lnTo>
                <a:lnTo>
                  <a:pt x="4170922" y="632794"/>
                </a:lnTo>
                <a:close/>
              </a:path>
              <a:path w="7367905" h="7586980">
                <a:moveTo>
                  <a:pt x="4250723" y="773531"/>
                </a:moveTo>
                <a:lnTo>
                  <a:pt x="4268662" y="804605"/>
                </a:lnTo>
                <a:lnTo>
                  <a:pt x="4237594" y="822544"/>
                </a:lnTo>
                <a:lnTo>
                  <a:pt x="4219649" y="791470"/>
                </a:lnTo>
                <a:lnTo>
                  <a:pt x="4250723" y="773531"/>
                </a:lnTo>
                <a:close/>
              </a:path>
              <a:path w="7367905" h="7586980">
                <a:moveTo>
                  <a:pt x="4330753" y="913405"/>
                </a:moveTo>
                <a:lnTo>
                  <a:pt x="4348064" y="943388"/>
                </a:lnTo>
                <a:lnTo>
                  <a:pt x="4318081" y="960699"/>
                </a:lnTo>
                <a:lnTo>
                  <a:pt x="4300771" y="930716"/>
                </a:lnTo>
                <a:lnTo>
                  <a:pt x="4330753" y="913405"/>
                </a:lnTo>
                <a:close/>
              </a:path>
              <a:path w="7367905" h="7586980">
                <a:moveTo>
                  <a:pt x="4410668" y="1053711"/>
                </a:moveTo>
                <a:lnTo>
                  <a:pt x="4427034" y="1082057"/>
                </a:lnTo>
                <a:lnTo>
                  <a:pt x="4398688" y="1098422"/>
                </a:lnTo>
                <a:lnTo>
                  <a:pt x="4382323" y="1070077"/>
                </a:lnTo>
                <a:lnTo>
                  <a:pt x="4410668" y="1053711"/>
                </a:lnTo>
                <a:close/>
              </a:path>
              <a:path w="7367905" h="7586980">
                <a:moveTo>
                  <a:pt x="4490578" y="1194018"/>
                </a:moveTo>
                <a:lnTo>
                  <a:pt x="4506004" y="1220726"/>
                </a:lnTo>
                <a:lnTo>
                  <a:pt x="4479289" y="1236151"/>
                </a:lnTo>
                <a:lnTo>
                  <a:pt x="4463870" y="1209437"/>
                </a:lnTo>
                <a:lnTo>
                  <a:pt x="4490578" y="1194018"/>
                </a:lnTo>
                <a:close/>
              </a:path>
              <a:path w="7367905" h="7586980">
                <a:moveTo>
                  <a:pt x="4570379" y="1334749"/>
                </a:moveTo>
                <a:lnTo>
                  <a:pt x="4584549" y="1359287"/>
                </a:lnTo>
                <a:lnTo>
                  <a:pt x="4560017" y="1373450"/>
                </a:lnTo>
                <a:lnTo>
                  <a:pt x="4545847" y="1348912"/>
                </a:lnTo>
                <a:lnTo>
                  <a:pt x="4570379" y="1334749"/>
                </a:lnTo>
                <a:close/>
              </a:path>
              <a:path w="7367905" h="7586980">
                <a:moveTo>
                  <a:pt x="4650415" y="1474623"/>
                </a:moveTo>
                <a:lnTo>
                  <a:pt x="4663950" y="1498063"/>
                </a:lnTo>
                <a:lnTo>
                  <a:pt x="4640503" y="1511598"/>
                </a:lnTo>
                <a:lnTo>
                  <a:pt x="4626968" y="1488158"/>
                </a:lnTo>
                <a:lnTo>
                  <a:pt x="4650415" y="1474623"/>
                </a:lnTo>
                <a:close/>
              </a:path>
              <a:path w="7367905" h="7586980">
                <a:moveTo>
                  <a:pt x="4730331" y="1614929"/>
                </a:moveTo>
                <a:lnTo>
                  <a:pt x="4742920" y="1636739"/>
                </a:lnTo>
                <a:lnTo>
                  <a:pt x="4721110" y="1649328"/>
                </a:lnTo>
                <a:lnTo>
                  <a:pt x="4708521" y="1627518"/>
                </a:lnTo>
                <a:lnTo>
                  <a:pt x="4730331" y="1614929"/>
                </a:lnTo>
                <a:close/>
              </a:path>
              <a:path w="7367905" h="7586980">
                <a:moveTo>
                  <a:pt x="4810239" y="1755235"/>
                </a:moveTo>
                <a:lnTo>
                  <a:pt x="4821890" y="1775407"/>
                </a:lnTo>
                <a:lnTo>
                  <a:pt x="4801718" y="1787051"/>
                </a:lnTo>
                <a:lnTo>
                  <a:pt x="4790074" y="1766879"/>
                </a:lnTo>
                <a:lnTo>
                  <a:pt x="4810239" y="1755235"/>
                </a:lnTo>
                <a:close/>
              </a:path>
              <a:path w="7367905" h="7586980">
                <a:moveTo>
                  <a:pt x="4890270" y="1895109"/>
                </a:moveTo>
                <a:lnTo>
                  <a:pt x="4901292" y="1914196"/>
                </a:lnTo>
                <a:lnTo>
                  <a:pt x="4882211" y="1925212"/>
                </a:lnTo>
                <a:lnTo>
                  <a:pt x="4871189" y="1906125"/>
                </a:lnTo>
                <a:lnTo>
                  <a:pt x="4890270" y="1895109"/>
                </a:lnTo>
                <a:close/>
              </a:path>
              <a:path w="7367905" h="7586980">
                <a:moveTo>
                  <a:pt x="4970077" y="2035846"/>
                </a:moveTo>
                <a:lnTo>
                  <a:pt x="4979830" y="2052744"/>
                </a:lnTo>
                <a:lnTo>
                  <a:pt x="4962926" y="2062504"/>
                </a:lnTo>
                <a:lnTo>
                  <a:pt x="4953173" y="2045606"/>
                </a:lnTo>
                <a:lnTo>
                  <a:pt x="4970077" y="2035846"/>
                </a:lnTo>
                <a:close/>
              </a:path>
              <a:path w="7367905" h="7586980">
                <a:moveTo>
                  <a:pt x="5050100" y="2175727"/>
                </a:moveTo>
                <a:lnTo>
                  <a:pt x="5059225" y="2191528"/>
                </a:lnTo>
                <a:lnTo>
                  <a:pt x="5043419" y="2200659"/>
                </a:lnTo>
                <a:lnTo>
                  <a:pt x="5034294" y="2184852"/>
                </a:lnTo>
                <a:lnTo>
                  <a:pt x="5050100" y="2175727"/>
                </a:lnTo>
                <a:close/>
              </a:path>
              <a:path w="7367905" h="7586980">
                <a:moveTo>
                  <a:pt x="5130023" y="2316027"/>
                </a:moveTo>
                <a:lnTo>
                  <a:pt x="5138202" y="2330196"/>
                </a:lnTo>
                <a:lnTo>
                  <a:pt x="5124026" y="2338382"/>
                </a:lnTo>
                <a:lnTo>
                  <a:pt x="5115840" y="2324213"/>
                </a:lnTo>
                <a:lnTo>
                  <a:pt x="5130023" y="2316027"/>
                </a:lnTo>
                <a:close/>
              </a:path>
              <a:path w="7367905" h="7586980">
                <a:moveTo>
                  <a:pt x="5210046" y="2455901"/>
                </a:moveTo>
                <a:lnTo>
                  <a:pt x="5217597" y="2468985"/>
                </a:lnTo>
                <a:lnTo>
                  <a:pt x="5204512" y="2476543"/>
                </a:lnTo>
                <a:lnTo>
                  <a:pt x="5196961" y="2463458"/>
                </a:lnTo>
                <a:lnTo>
                  <a:pt x="5210046" y="2455901"/>
                </a:lnTo>
                <a:close/>
              </a:path>
              <a:path w="7367905" h="7586980">
                <a:moveTo>
                  <a:pt x="5289847" y="2596638"/>
                </a:moveTo>
                <a:lnTo>
                  <a:pt x="5296142" y="2607540"/>
                </a:lnTo>
                <a:lnTo>
                  <a:pt x="5285240" y="2613834"/>
                </a:lnTo>
                <a:lnTo>
                  <a:pt x="5278945" y="2602933"/>
                </a:lnTo>
                <a:lnTo>
                  <a:pt x="5289847" y="2596638"/>
                </a:lnTo>
                <a:close/>
              </a:path>
              <a:path w="7367905" h="7586980">
                <a:moveTo>
                  <a:pt x="5369877" y="2736512"/>
                </a:moveTo>
                <a:lnTo>
                  <a:pt x="5375543" y="2746322"/>
                </a:lnTo>
                <a:lnTo>
                  <a:pt x="5365733" y="2751989"/>
                </a:lnTo>
                <a:lnTo>
                  <a:pt x="5360067" y="2742179"/>
                </a:lnTo>
                <a:lnTo>
                  <a:pt x="5369877" y="2736512"/>
                </a:lnTo>
                <a:close/>
              </a:path>
              <a:path w="7367905" h="7586980">
                <a:moveTo>
                  <a:pt x="5449907" y="2876386"/>
                </a:moveTo>
                <a:lnTo>
                  <a:pt x="5454945" y="2885112"/>
                </a:lnTo>
                <a:lnTo>
                  <a:pt x="5446220" y="2890150"/>
                </a:lnTo>
                <a:lnTo>
                  <a:pt x="5441181" y="2881425"/>
                </a:lnTo>
                <a:lnTo>
                  <a:pt x="5449907" y="2876386"/>
                </a:lnTo>
                <a:close/>
              </a:path>
              <a:path w="7367905" h="7586980">
                <a:moveTo>
                  <a:pt x="5529936" y="3016261"/>
                </a:moveTo>
                <a:lnTo>
                  <a:pt x="5534340" y="3023894"/>
                </a:lnTo>
                <a:lnTo>
                  <a:pt x="5526707" y="3028305"/>
                </a:lnTo>
                <a:lnTo>
                  <a:pt x="5522303" y="3020671"/>
                </a:lnTo>
                <a:lnTo>
                  <a:pt x="5529936" y="3016261"/>
                </a:lnTo>
                <a:close/>
              </a:path>
              <a:path w="7367905" h="7586980">
                <a:moveTo>
                  <a:pt x="5609966" y="3156142"/>
                </a:moveTo>
                <a:lnTo>
                  <a:pt x="5613748" y="3162683"/>
                </a:lnTo>
                <a:lnTo>
                  <a:pt x="5607206" y="3166459"/>
                </a:lnTo>
                <a:lnTo>
                  <a:pt x="5603430" y="3159917"/>
                </a:lnTo>
                <a:lnTo>
                  <a:pt x="5609966" y="3156142"/>
                </a:lnTo>
                <a:close/>
              </a:path>
              <a:path w="7367905" h="7586980">
                <a:moveTo>
                  <a:pt x="5689996" y="3296016"/>
                </a:moveTo>
                <a:lnTo>
                  <a:pt x="5693143" y="3301466"/>
                </a:lnTo>
                <a:lnTo>
                  <a:pt x="5687693" y="3304614"/>
                </a:lnTo>
                <a:lnTo>
                  <a:pt x="5684545" y="3299163"/>
                </a:lnTo>
                <a:lnTo>
                  <a:pt x="5689996" y="3296016"/>
                </a:lnTo>
                <a:close/>
              </a:path>
              <a:path w="7367905" h="7586980">
                <a:moveTo>
                  <a:pt x="5770032" y="3435890"/>
                </a:moveTo>
                <a:lnTo>
                  <a:pt x="5772551" y="3440249"/>
                </a:lnTo>
                <a:lnTo>
                  <a:pt x="5768186" y="3442768"/>
                </a:lnTo>
                <a:lnTo>
                  <a:pt x="5765666" y="3438409"/>
                </a:lnTo>
                <a:lnTo>
                  <a:pt x="5770032" y="3435890"/>
                </a:lnTo>
                <a:close/>
              </a:path>
              <a:path w="7367905" h="7586980">
                <a:moveTo>
                  <a:pt x="5850054" y="3575764"/>
                </a:moveTo>
                <a:lnTo>
                  <a:pt x="5851946" y="3579038"/>
                </a:lnTo>
                <a:lnTo>
                  <a:pt x="5848672" y="3580923"/>
                </a:lnTo>
                <a:lnTo>
                  <a:pt x="5846787" y="3577655"/>
                </a:lnTo>
                <a:lnTo>
                  <a:pt x="5850054" y="3575764"/>
                </a:lnTo>
                <a:close/>
              </a:path>
              <a:path w="7367905" h="7586980">
                <a:moveTo>
                  <a:pt x="5930085" y="3715638"/>
                </a:moveTo>
                <a:lnTo>
                  <a:pt x="5931348" y="3717821"/>
                </a:lnTo>
                <a:lnTo>
                  <a:pt x="5929165" y="3719084"/>
                </a:lnTo>
                <a:lnTo>
                  <a:pt x="5927909" y="3716901"/>
                </a:lnTo>
                <a:lnTo>
                  <a:pt x="5930085" y="3715638"/>
                </a:lnTo>
                <a:close/>
              </a:path>
              <a:path w="7367905" h="7586980">
                <a:moveTo>
                  <a:pt x="6010235" y="3855081"/>
                </a:moveTo>
                <a:lnTo>
                  <a:pt x="6011181" y="3856718"/>
                </a:lnTo>
                <a:lnTo>
                  <a:pt x="6009544" y="3857664"/>
                </a:lnTo>
                <a:lnTo>
                  <a:pt x="6008598" y="3856027"/>
                </a:lnTo>
                <a:lnTo>
                  <a:pt x="6010235" y="3855081"/>
                </a:lnTo>
                <a:close/>
              </a:path>
              <a:path w="7367905" h="7586980">
                <a:moveTo>
                  <a:pt x="3632334" y="11528"/>
                </a:moveTo>
                <a:lnTo>
                  <a:pt x="3656256" y="52958"/>
                </a:lnTo>
                <a:lnTo>
                  <a:pt x="3614820" y="76881"/>
                </a:lnTo>
                <a:lnTo>
                  <a:pt x="3590898" y="35451"/>
                </a:lnTo>
                <a:lnTo>
                  <a:pt x="3632334" y="11528"/>
                </a:lnTo>
                <a:close/>
              </a:path>
              <a:path w="7367905" h="7586980">
                <a:moveTo>
                  <a:pt x="3712592" y="150540"/>
                </a:moveTo>
                <a:lnTo>
                  <a:pt x="3736515" y="191970"/>
                </a:lnTo>
                <a:lnTo>
                  <a:pt x="3695079" y="215893"/>
                </a:lnTo>
                <a:lnTo>
                  <a:pt x="3671162" y="174463"/>
                </a:lnTo>
                <a:lnTo>
                  <a:pt x="3712592" y="150540"/>
                </a:lnTo>
                <a:close/>
              </a:path>
              <a:path w="7367905" h="7586980">
                <a:moveTo>
                  <a:pt x="3792508" y="290846"/>
                </a:moveTo>
                <a:lnTo>
                  <a:pt x="3815485" y="330645"/>
                </a:lnTo>
                <a:lnTo>
                  <a:pt x="3775686" y="353622"/>
                </a:lnTo>
                <a:lnTo>
                  <a:pt x="3752709" y="313823"/>
                </a:lnTo>
                <a:lnTo>
                  <a:pt x="3792508" y="290846"/>
                </a:lnTo>
                <a:close/>
              </a:path>
              <a:path w="7367905" h="7586980">
                <a:moveTo>
                  <a:pt x="3872538" y="430720"/>
                </a:moveTo>
                <a:lnTo>
                  <a:pt x="3894886" y="469428"/>
                </a:lnTo>
                <a:lnTo>
                  <a:pt x="3856179" y="491776"/>
                </a:lnTo>
                <a:lnTo>
                  <a:pt x="3833830" y="453069"/>
                </a:lnTo>
                <a:lnTo>
                  <a:pt x="3872538" y="430720"/>
                </a:lnTo>
                <a:close/>
              </a:path>
              <a:path w="7367905" h="7586980">
                <a:moveTo>
                  <a:pt x="3952339" y="571464"/>
                </a:moveTo>
                <a:lnTo>
                  <a:pt x="3973425" y="607982"/>
                </a:lnTo>
                <a:lnTo>
                  <a:pt x="3936901" y="629068"/>
                </a:lnTo>
                <a:lnTo>
                  <a:pt x="3915814" y="592550"/>
                </a:lnTo>
                <a:lnTo>
                  <a:pt x="3952339" y="571464"/>
                </a:lnTo>
                <a:close/>
              </a:path>
              <a:path w="7367905" h="7586980">
                <a:moveTo>
                  <a:pt x="4032255" y="711763"/>
                </a:moveTo>
                <a:lnTo>
                  <a:pt x="4052402" y="746651"/>
                </a:lnTo>
                <a:lnTo>
                  <a:pt x="4017507" y="766798"/>
                </a:lnTo>
                <a:lnTo>
                  <a:pt x="3997367" y="731904"/>
                </a:lnTo>
                <a:lnTo>
                  <a:pt x="4032255" y="711763"/>
                </a:lnTo>
                <a:close/>
              </a:path>
              <a:path w="7367905" h="7586980">
                <a:moveTo>
                  <a:pt x="4112170" y="852069"/>
                </a:moveTo>
                <a:lnTo>
                  <a:pt x="4131372" y="885320"/>
                </a:lnTo>
                <a:lnTo>
                  <a:pt x="4098109" y="904521"/>
                </a:lnTo>
                <a:lnTo>
                  <a:pt x="4078913" y="871270"/>
                </a:lnTo>
                <a:lnTo>
                  <a:pt x="4112170" y="852069"/>
                </a:lnTo>
                <a:close/>
              </a:path>
              <a:path w="7367905" h="7586980">
                <a:moveTo>
                  <a:pt x="4191965" y="992806"/>
                </a:moveTo>
                <a:lnTo>
                  <a:pt x="4209904" y="1023880"/>
                </a:lnTo>
                <a:lnTo>
                  <a:pt x="4178836" y="1041819"/>
                </a:lnTo>
                <a:lnTo>
                  <a:pt x="4160898" y="1010745"/>
                </a:lnTo>
                <a:lnTo>
                  <a:pt x="4191965" y="992806"/>
                </a:lnTo>
                <a:close/>
              </a:path>
              <a:path w="7367905" h="7586980">
                <a:moveTo>
                  <a:pt x="4272001" y="1132680"/>
                </a:moveTo>
                <a:lnTo>
                  <a:pt x="4289312" y="1162663"/>
                </a:lnTo>
                <a:lnTo>
                  <a:pt x="4259329" y="1179974"/>
                </a:lnTo>
                <a:lnTo>
                  <a:pt x="4242019" y="1149991"/>
                </a:lnTo>
                <a:lnTo>
                  <a:pt x="4272001" y="1132680"/>
                </a:lnTo>
                <a:close/>
              </a:path>
              <a:path w="7367905" h="7586980">
                <a:moveTo>
                  <a:pt x="4351910" y="1272986"/>
                </a:moveTo>
                <a:lnTo>
                  <a:pt x="4368282" y="1301332"/>
                </a:lnTo>
                <a:lnTo>
                  <a:pt x="4339936" y="1317697"/>
                </a:lnTo>
                <a:lnTo>
                  <a:pt x="4323565" y="1289352"/>
                </a:lnTo>
                <a:lnTo>
                  <a:pt x="4351910" y="1272986"/>
                </a:lnTo>
                <a:close/>
              </a:path>
              <a:path w="7367905" h="7586980">
                <a:moveTo>
                  <a:pt x="4431832" y="1413286"/>
                </a:moveTo>
                <a:lnTo>
                  <a:pt x="4447252" y="1440000"/>
                </a:lnTo>
                <a:lnTo>
                  <a:pt x="4420544" y="1455426"/>
                </a:lnTo>
                <a:lnTo>
                  <a:pt x="4405118" y="1428711"/>
                </a:lnTo>
                <a:lnTo>
                  <a:pt x="4431832" y="1413286"/>
                </a:lnTo>
                <a:close/>
              </a:path>
              <a:path w="7367905" h="7586980">
                <a:moveTo>
                  <a:pt x="4511627" y="1554023"/>
                </a:moveTo>
                <a:lnTo>
                  <a:pt x="4525790" y="1578555"/>
                </a:lnTo>
                <a:lnTo>
                  <a:pt x="4501258" y="1592718"/>
                </a:lnTo>
                <a:lnTo>
                  <a:pt x="4487095" y="1568186"/>
                </a:lnTo>
                <a:lnTo>
                  <a:pt x="4511627" y="1554023"/>
                </a:lnTo>
                <a:close/>
              </a:path>
              <a:path w="7367905" h="7586980">
                <a:moveTo>
                  <a:pt x="4591543" y="1694335"/>
                </a:moveTo>
                <a:lnTo>
                  <a:pt x="4604760" y="1717230"/>
                </a:lnTo>
                <a:lnTo>
                  <a:pt x="4581866" y="1730448"/>
                </a:lnTo>
                <a:lnTo>
                  <a:pt x="4568648" y="1707553"/>
                </a:lnTo>
                <a:lnTo>
                  <a:pt x="4591543" y="1694335"/>
                </a:lnTo>
                <a:close/>
              </a:path>
              <a:path w="7367905" h="7586980">
                <a:moveTo>
                  <a:pt x="4671458" y="1834635"/>
                </a:moveTo>
                <a:lnTo>
                  <a:pt x="4683737" y="1855892"/>
                </a:lnTo>
                <a:lnTo>
                  <a:pt x="4662473" y="1868170"/>
                </a:lnTo>
                <a:lnTo>
                  <a:pt x="4650201" y="1846907"/>
                </a:lnTo>
                <a:lnTo>
                  <a:pt x="4671458" y="1834635"/>
                </a:lnTo>
                <a:close/>
              </a:path>
              <a:path w="7367905" h="7586980">
                <a:moveTo>
                  <a:pt x="4751374" y="1974941"/>
                </a:moveTo>
                <a:lnTo>
                  <a:pt x="4762707" y="1994567"/>
                </a:lnTo>
                <a:lnTo>
                  <a:pt x="4743074" y="2005900"/>
                </a:lnTo>
                <a:lnTo>
                  <a:pt x="4731747" y="1986274"/>
                </a:lnTo>
                <a:lnTo>
                  <a:pt x="4751374" y="1974941"/>
                </a:lnTo>
                <a:close/>
              </a:path>
              <a:path w="7367905" h="7586980">
                <a:moveTo>
                  <a:pt x="4831410" y="2114815"/>
                </a:moveTo>
                <a:lnTo>
                  <a:pt x="4842108" y="2133350"/>
                </a:lnTo>
                <a:lnTo>
                  <a:pt x="4823573" y="2144055"/>
                </a:lnTo>
                <a:lnTo>
                  <a:pt x="4812868" y="2125520"/>
                </a:lnTo>
                <a:lnTo>
                  <a:pt x="4831410" y="2114815"/>
                </a:lnTo>
                <a:close/>
              </a:path>
              <a:path w="7367905" h="7586980">
                <a:moveTo>
                  <a:pt x="4911205" y="2255552"/>
                </a:moveTo>
                <a:lnTo>
                  <a:pt x="4920647" y="2271904"/>
                </a:lnTo>
                <a:lnTo>
                  <a:pt x="4904288" y="2281346"/>
                </a:lnTo>
                <a:lnTo>
                  <a:pt x="4894846" y="2264994"/>
                </a:lnTo>
                <a:lnTo>
                  <a:pt x="4911205" y="2255552"/>
                </a:lnTo>
                <a:close/>
              </a:path>
              <a:path w="7367905" h="7586980">
                <a:moveTo>
                  <a:pt x="4991234" y="2395426"/>
                </a:moveTo>
                <a:lnTo>
                  <a:pt x="5000048" y="2410693"/>
                </a:lnTo>
                <a:lnTo>
                  <a:pt x="4984781" y="2419507"/>
                </a:lnTo>
                <a:lnTo>
                  <a:pt x="4975967" y="2404240"/>
                </a:lnTo>
                <a:lnTo>
                  <a:pt x="4991234" y="2395426"/>
                </a:lnTo>
                <a:close/>
              </a:path>
              <a:path w="7367905" h="7586980">
                <a:moveTo>
                  <a:pt x="5071150" y="2535732"/>
                </a:moveTo>
                <a:lnTo>
                  <a:pt x="5079018" y="2549363"/>
                </a:lnTo>
                <a:lnTo>
                  <a:pt x="5065388" y="2557231"/>
                </a:lnTo>
                <a:lnTo>
                  <a:pt x="5057520" y="2543601"/>
                </a:lnTo>
                <a:lnTo>
                  <a:pt x="5071150" y="2535732"/>
                </a:lnTo>
                <a:close/>
              </a:path>
              <a:path w="7367905" h="7586980">
                <a:moveTo>
                  <a:pt x="5151059" y="2676038"/>
                </a:moveTo>
                <a:lnTo>
                  <a:pt x="5157988" y="2688032"/>
                </a:lnTo>
                <a:lnTo>
                  <a:pt x="5145995" y="2694955"/>
                </a:lnTo>
                <a:lnTo>
                  <a:pt x="5139072" y="2682961"/>
                </a:lnTo>
                <a:lnTo>
                  <a:pt x="5151059" y="2676038"/>
                </a:lnTo>
                <a:close/>
              </a:path>
              <a:path w="7367905" h="7586980">
                <a:moveTo>
                  <a:pt x="5230981" y="2816344"/>
                </a:moveTo>
                <a:lnTo>
                  <a:pt x="5236965" y="2826700"/>
                </a:lnTo>
                <a:lnTo>
                  <a:pt x="5226603" y="2832684"/>
                </a:lnTo>
                <a:lnTo>
                  <a:pt x="5220625" y="2822322"/>
                </a:lnTo>
                <a:lnTo>
                  <a:pt x="5230981" y="2816344"/>
                </a:lnTo>
                <a:close/>
              </a:path>
              <a:path w="7367905" h="7586980">
                <a:moveTo>
                  <a:pt x="5311011" y="2956219"/>
                </a:moveTo>
                <a:lnTo>
                  <a:pt x="5316360" y="2965490"/>
                </a:lnTo>
                <a:lnTo>
                  <a:pt x="5307089" y="2970839"/>
                </a:lnTo>
                <a:lnTo>
                  <a:pt x="5301740" y="2961568"/>
                </a:lnTo>
                <a:lnTo>
                  <a:pt x="5311011" y="2956219"/>
                </a:lnTo>
                <a:close/>
              </a:path>
              <a:path w="7367905" h="7586980">
                <a:moveTo>
                  <a:pt x="5391041" y="3096093"/>
                </a:moveTo>
                <a:lnTo>
                  <a:pt x="5395762" y="3104272"/>
                </a:lnTo>
                <a:lnTo>
                  <a:pt x="5387582" y="3108993"/>
                </a:lnTo>
                <a:lnTo>
                  <a:pt x="5382861" y="3100814"/>
                </a:lnTo>
                <a:lnTo>
                  <a:pt x="5391041" y="3096093"/>
                </a:lnTo>
                <a:close/>
              </a:path>
              <a:path w="7367905" h="7586980">
                <a:moveTo>
                  <a:pt x="5471070" y="3235974"/>
                </a:moveTo>
                <a:lnTo>
                  <a:pt x="5475163" y="3243055"/>
                </a:lnTo>
                <a:lnTo>
                  <a:pt x="5468069" y="3247148"/>
                </a:lnTo>
                <a:lnTo>
                  <a:pt x="5463983" y="3240067"/>
                </a:lnTo>
                <a:lnTo>
                  <a:pt x="5471070" y="3235974"/>
                </a:lnTo>
                <a:close/>
              </a:path>
              <a:path w="7367905" h="7586980">
                <a:moveTo>
                  <a:pt x="5551100" y="3375848"/>
                </a:moveTo>
                <a:lnTo>
                  <a:pt x="5554565" y="3381838"/>
                </a:lnTo>
                <a:lnTo>
                  <a:pt x="5548568" y="3385303"/>
                </a:lnTo>
                <a:lnTo>
                  <a:pt x="5545110" y="3379306"/>
                </a:lnTo>
                <a:lnTo>
                  <a:pt x="5551100" y="3375848"/>
                </a:lnTo>
                <a:close/>
              </a:path>
              <a:path w="7367905" h="7586980">
                <a:moveTo>
                  <a:pt x="5631135" y="3515722"/>
                </a:moveTo>
                <a:lnTo>
                  <a:pt x="5633966" y="3520620"/>
                </a:lnTo>
                <a:lnTo>
                  <a:pt x="5629055" y="3523457"/>
                </a:lnTo>
                <a:lnTo>
                  <a:pt x="5626225" y="3518551"/>
                </a:lnTo>
                <a:lnTo>
                  <a:pt x="5631135" y="3515722"/>
                </a:lnTo>
                <a:close/>
              </a:path>
              <a:path w="7367905" h="7586980">
                <a:moveTo>
                  <a:pt x="5711160" y="3655590"/>
                </a:moveTo>
                <a:lnTo>
                  <a:pt x="5713362" y="3659410"/>
                </a:lnTo>
                <a:lnTo>
                  <a:pt x="5709548" y="3661611"/>
                </a:lnTo>
                <a:lnTo>
                  <a:pt x="5707346" y="3657792"/>
                </a:lnTo>
                <a:lnTo>
                  <a:pt x="5711160" y="3655590"/>
                </a:lnTo>
                <a:close/>
              </a:path>
              <a:path w="7367905" h="7586980">
                <a:moveTo>
                  <a:pt x="5791189" y="3795471"/>
                </a:moveTo>
                <a:lnTo>
                  <a:pt x="5792763" y="3798193"/>
                </a:lnTo>
                <a:lnTo>
                  <a:pt x="5790035" y="3799767"/>
                </a:lnTo>
                <a:lnTo>
                  <a:pt x="5788461" y="3797045"/>
                </a:lnTo>
                <a:lnTo>
                  <a:pt x="5791189" y="3795471"/>
                </a:lnTo>
                <a:close/>
              </a:path>
              <a:path w="7367905" h="7586980">
                <a:moveTo>
                  <a:pt x="5871339" y="3934914"/>
                </a:moveTo>
                <a:lnTo>
                  <a:pt x="5872596" y="3937097"/>
                </a:lnTo>
                <a:lnTo>
                  <a:pt x="5870419" y="3938354"/>
                </a:lnTo>
                <a:lnTo>
                  <a:pt x="5869156" y="3936177"/>
                </a:lnTo>
                <a:lnTo>
                  <a:pt x="5871339" y="3934914"/>
                </a:lnTo>
                <a:close/>
              </a:path>
              <a:path w="7367905" h="7586980">
                <a:moveTo>
                  <a:pt x="3391262" y="0"/>
                </a:moveTo>
                <a:lnTo>
                  <a:pt x="3416247" y="0"/>
                </a:lnTo>
                <a:lnTo>
                  <a:pt x="3397506" y="10817"/>
                </a:lnTo>
                <a:lnTo>
                  <a:pt x="3391262" y="0"/>
                </a:lnTo>
                <a:close/>
              </a:path>
              <a:path w="7367905" h="7586980">
                <a:moveTo>
                  <a:pt x="3494009" y="89204"/>
                </a:moveTo>
                <a:lnTo>
                  <a:pt x="3519823" y="133908"/>
                </a:lnTo>
                <a:lnTo>
                  <a:pt x="3475118" y="159722"/>
                </a:lnTo>
                <a:lnTo>
                  <a:pt x="3449305" y="115017"/>
                </a:lnTo>
                <a:lnTo>
                  <a:pt x="3494009" y="89204"/>
                </a:lnTo>
                <a:close/>
              </a:path>
              <a:path w="7367905" h="7586980">
                <a:moveTo>
                  <a:pt x="3573925" y="229510"/>
                </a:moveTo>
                <a:lnTo>
                  <a:pt x="3598794" y="272577"/>
                </a:lnTo>
                <a:lnTo>
                  <a:pt x="3555726" y="297445"/>
                </a:lnTo>
                <a:lnTo>
                  <a:pt x="3530858" y="254378"/>
                </a:lnTo>
                <a:lnTo>
                  <a:pt x="3573925" y="229510"/>
                </a:lnTo>
                <a:close/>
              </a:path>
              <a:path w="7367905" h="7586980">
                <a:moveTo>
                  <a:pt x="3653841" y="369822"/>
                </a:moveTo>
                <a:lnTo>
                  <a:pt x="3677764" y="411252"/>
                </a:lnTo>
                <a:lnTo>
                  <a:pt x="3636334" y="435169"/>
                </a:lnTo>
                <a:lnTo>
                  <a:pt x="3612411" y="393739"/>
                </a:lnTo>
                <a:lnTo>
                  <a:pt x="3653841" y="369822"/>
                </a:lnTo>
                <a:close/>
              </a:path>
              <a:path w="7367905" h="7586980">
                <a:moveTo>
                  <a:pt x="3733757" y="510121"/>
                </a:moveTo>
                <a:lnTo>
                  <a:pt x="3756734" y="549920"/>
                </a:lnTo>
                <a:lnTo>
                  <a:pt x="3716935" y="572897"/>
                </a:lnTo>
                <a:lnTo>
                  <a:pt x="3693958" y="533099"/>
                </a:lnTo>
                <a:lnTo>
                  <a:pt x="3733757" y="510121"/>
                </a:lnTo>
                <a:close/>
              </a:path>
              <a:path w="7367905" h="7586980">
                <a:moveTo>
                  <a:pt x="3813786" y="649996"/>
                </a:moveTo>
                <a:lnTo>
                  <a:pt x="3836135" y="688709"/>
                </a:lnTo>
                <a:lnTo>
                  <a:pt x="3797428" y="711052"/>
                </a:lnTo>
                <a:lnTo>
                  <a:pt x="3775079" y="672344"/>
                </a:lnTo>
                <a:lnTo>
                  <a:pt x="3813786" y="649996"/>
                </a:lnTo>
                <a:close/>
              </a:path>
              <a:path w="7367905" h="7586980">
                <a:moveTo>
                  <a:pt x="3893587" y="790733"/>
                </a:moveTo>
                <a:lnTo>
                  <a:pt x="3914674" y="827257"/>
                </a:lnTo>
                <a:lnTo>
                  <a:pt x="3878150" y="848350"/>
                </a:lnTo>
                <a:lnTo>
                  <a:pt x="3857057" y="811819"/>
                </a:lnTo>
                <a:lnTo>
                  <a:pt x="3893587" y="790733"/>
                </a:lnTo>
                <a:close/>
              </a:path>
              <a:path w="7367905" h="7586980">
                <a:moveTo>
                  <a:pt x="3973503" y="931039"/>
                </a:moveTo>
                <a:lnTo>
                  <a:pt x="3993644" y="965933"/>
                </a:lnTo>
                <a:lnTo>
                  <a:pt x="3958756" y="986074"/>
                </a:lnTo>
                <a:lnTo>
                  <a:pt x="3938609" y="951186"/>
                </a:lnTo>
                <a:lnTo>
                  <a:pt x="3973503" y="931039"/>
                </a:lnTo>
                <a:close/>
              </a:path>
              <a:path w="7367905" h="7586980">
                <a:moveTo>
                  <a:pt x="4053298" y="1071776"/>
                </a:moveTo>
                <a:lnTo>
                  <a:pt x="4072182" y="1104487"/>
                </a:lnTo>
                <a:lnTo>
                  <a:pt x="4039471" y="1123372"/>
                </a:lnTo>
                <a:lnTo>
                  <a:pt x="4020587" y="1090660"/>
                </a:lnTo>
                <a:lnTo>
                  <a:pt x="4053298" y="1071776"/>
                </a:lnTo>
                <a:close/>
              </a:path>
              <a:path w="7367905" h="7586980">
                <a:moveTo>
                  <a:pt x="4133220" y="1212083"/>
                </a:moveTo>
                <a:lnTo>
                  <a:pt x="4151159" y="1243150"/>
                </a:lnTo>
                <a:lnTo>
                  <a:pt x="4120078" y="1261095"/>
                </a:lnTo>
                <a:lnTo>
                  <a:pt x="4102140" y="1230022"/>
                </a:lnTo>
                <a:lnTo>
                  <a:pt x="4133220" y="1212083"/>
                </a:lnTo>
                <a:close/>
              </a:path>
              <a:path w="7367905" h="7586980">
                <a:moveTo>
                  <a:pt x="4213129" y="1352382"/>
                </a:moveTo>
                <a:lnTo>
                  <a:pt x="4230129" y="1381825"/>
                </a:lnTo>
                <a:lnTo>
                  <a:pt x="4200685" y="1398819"/>
                </a:lnTo>
                <a:lnTo>
                  <a:pt x="4183692" y="1369382"/>
                </a:lnTo>
                <a:lnTo>
                  <a:pt x="4213129" y="1352382"/>
                </a:lnTo>
                <a:close/>
              </a:path>
              <a:path w="7367905" h="7586980">
                <a:moveTo>
                  <a:pt x="4293045" y="1492694"/>
                </a:moveTo>
                <a:lnTo>
                  <a:pt x="4309099" y="1520493"/>
                </a:lnTo>
                <a:lnTo>
                  <a:pt x="4281300" y="1536541"/>
                </a:lnTo>
                <a:lnTo>
                  <a:pt x="4265246" y="1508742"/>
                </a:lnTo>
                <a:lnTo>
                  <a:pt x="4293045" y="1492694"/>
                </a:lnTo>
                <a:close/>
              </a:path>
              <a:path w="7367905" h="7586980">
                <a:moveTo>
                  <a:pt x="4372961" y="1632993"/>
                </a:moveTo>
                <a:lnTo>
                  <a:pt x="4388069" y="1659162"/>
                </a:lnTo>
                <a:lnTo>
                  <a:pt x="4361900" y="1674271"/>
                </a:lnTo>
                <a:lnTo>
                  <a:pt x="4346792" y="1648102"/>
                </a:lnTo>
                <a:lnTo>
                  <a:pt x="4372961" y="1632993"/>
                </a:lnTo>
                <a:close/>
              </a:path>
              <a:path w="7367905" h="7586980">
                <a:moveTo>
                  <a:pt x="4452762" y="1773731"/>
                </a:moveTo>
                <a:lnTo>
                  <a:pt x="4466608" y="1797716"/>
                </a:lnTo>
                <a:lnTo>
                  <a:pt x="4442622" y="1811563"/>
                </a:lnTo>
                <a:lnTo>
                  <a:pt x="4428776" y="1787583"/>
                </a:lnTo>
                <a:lnTo>
                  <a:pt x="4452762" y="1773731"/>
                </a:lnTo>
                <a:close/>
              </a:path>
              <a:path w="7367905" h="7586980">
                <a:moveTo>
                  <a:pt x="4532792" y="1913605"/>
                </a:moveTo>
                <a:lnTo>
                  <a:pt x="4546009" y="1936499"/>
                </a:lnTo>
                <a:lnTo>
                  <a:pt x="4523115" y="1949723"/>
                </a:lnTo>
                <a:lnTo>
                  <a:pt x="4509891" y="1926822"/>
                </a:lnTo>
                <a:lnTo>
                  <a:pt x="4532792" y="1913605"/>
                </a:lnTo>
                <a:close/>
              </a:path>
              <a:path w="7367905" h="7586980">
                <a:moveTo>
                  <a:pt x="4612593" y="2054342"/>
                </a:moveTo>
                <a:lnTo>
                  <a:pt x="4624548" y="2075054"/>
                </a:lnTo>
                <a:lnTo>
                  <a:pt x="4603836" y="2087015"/>
                </a:lnTo>
                <a:lnTo>
                  <a:pt x="4591881" y="2066303"/>
                </a:lnTo>
                <a:lnTo>
                  <a:pt x="4612593" y="2054342"/>
                </a:lnTo>
                <a:close/>
              </a:path>
              <a:path w="7367905" h="7586980">
                <a:moveTo>
                  <a:pt x="4692502" y="2194648"/>
                </a:moveTo>
                <a:lnTo>
                  <a:pt x="4703518" y="2213729"/>
                </a:lnTo>
                <a:lnTo>
                  <a:pt x="4684437" y="2224745"/>
                </a:lnTo>
                <a:lnTo>
                  <a:pt x="4673421" y="2205664"/>
                </a:lnTo>
                <a:lnTo>
                  <a:pt x="4692502" y="2194648"/>
                </a:lnTo>
                <a:close/>
              </a:path>
              <a:path w="7367905" h="7586980">
                <a:moveTo>
                  <a:pt x="4772531" y="2334522"/>
                </a:moveTo>
                <a:lnTo>
                  <a:pt x="4782920" y="2352512"/>
                </a:lnTo>
                <a:lnTo>
                  <a:pt x="4764937" y="2362899"/>
                </a:lnTo>
                <a:lnTo>
                  <a:pt x="4754549" y="2344903"/>
                </a:lnTo>
                <a:lnTo>
                  <a:pt x="4772531" y="2334522"/>
                </a:lnTo>
                <a:close/>
              </a:path>
              <a:path w="7367905" h="7586980">
                <a:moveTo>
                  <a:pt x="4852333" y="2475253"/>
                </a:moveTo>
                <a:lnTo>
                  <a:pt x="4861464" y="2491066"/>
                </a:lnTo>
                <a:lnTo>
                  <a:pt x="4845651" y="2500191"/>
                </a:lnTo>
                <a:lnTo>
                  <a:pt x="4836527" y="2484384"/>
                </a:lnTo>
                <a:lnTo>
                  <a:pt x="4852333" y="2475253"/>
                </a:lnTo>
                <a:close/>
              </a:path>
              <a:path w="7367905" h="7586980">
                <a:moveTo>
                  <a:pt x="4932369" y="2615128"/>
                </a:moveTo>
                <a:lnTo>
                  <a:pt x="4940866" y="2629849"/>
                </a:lnTo>
                <a:lnTo>
                  <a:pt x="4926144" y="2638353"/>
                </a:lnTo>
                <a:lnTo>
                  <a:pt x="4917647" y="2623631"/>
                </a:lnTo>
                <a:lnTo>
                  <a:pt x="4932369" y="2615128"/>
                </a:lnTo>
                <a:close/>
              </a:path>
              <a:path w="7367905" h="7586980">
                <a:moveTo>
                  <a:pt x="5012285" y="2755440"/>
                </a:moveTo>
                <a:lnTo>
                  <a:pt x="5019836" y="2768524"/>
                </a:lnTo>
                <a:lnTo>
                  <a:pt x="5006751" y="2776076"/>
                </a:lnTo>
                <a:lnTo>
                  <a:pt x="4999200" y="2762991"/>
                </a:lnTo>
                <a:lnTo>
                  <a:pt x="5012285" y="2755440"/>
                </a:lnTo>
                <a:close/>
              </a:path>
              <a:path w="7367905" h="7586980">
                <a:moveTo>
                  <a:pt x="5092194" y="2895739"/>
                </a:moveTo>
                <a:lnTo>
                  <a:pt x="5098806" y="2907193"/>
                </a:lnTo>
                <a:lnTo>
                  <a:pt x="5087358" y="2913805"/>
                </a:lnTo>
                <a:lnTo>
                  <a:pt x="5080746" y="2902351"/>
                </a:lnTo>
                <a:lnTo>
                  <a:pt x="5092194" y="2895739"/>
                </a:lnTo>
                <a:close/>
              </a:path>
              <a:path w="7367905" h="7586980">
                <a:moveTo>
                  <a:pt x="5172109" y="3036051"/>
                </a:moveTo>
                <a:lnTo>
                  <a:pt x="5177776" y="3045861"/>
                </a:lnTo>
                <a:lnTo>
                  <a:pt x="5167966" y="3051528"/>
                </a:lnTo>
                <a:lnTo>
                  <a:pt x="5162299" y="3041711"/>
                </a:lnTo>
                <a:lnTo>
                  <a:pt x="5172109" y="3036051"/>
                </a:lnTo>
                <a:close/>
              </a:path>
              <a:path w="7367905" h="7586980">
                <a:moveTo>
                  <a:pt x="5252139" y="3175926"/>
                </a:moveTo>
                <a:lnTo>
                  <a:pt x="5257177" y="3184644"/>
                </a:lnTo>
                <a:lnTo>
                  <a:pt x="5248452" y="3189683"/>
                </a:lnTo>
                <a:lnTo>
                  <a:pt x="5243420" y="3180958"/>
                </a:lnTo>
                <a:lnTo>
                  <a:pt x="5252139" y="3175926"/>
                </a:lnTo>
                <a:close/>
              </a:path>
              <a:path w="7367905" h="7586980">
                <a:moveTo>
                  <a:pt x="5332175" y="3315800"/>
                </a:moveTo>
                <a:lnTo>
                  <a:pt x="5336579" y="3323433"/>
                </a:lnTo>
                <a:lnTo>
                  <a:pt x="5328945" y="3327837"/>
                </a:lnTo>
                <a:lnTo>
                  <a:pt x="5324542" y="3320204"/>
                </a:lnTo>
                <a:lnTo>
                  <a:pt x="5332175" y="3315800"/>
                </a:lnTo>
                <a:close/>
              </a:path>
              <a:path w="7367905" h="7586980">
                <a:moveTo>
                  <a:pt x="5412205" y="3455674"/>
                </a:moveTo>
                <a:lnTo>
                  <a:pt x="5415981" y="3462209"/>
                </a:lnTo>
                <a:lnTo>
                  <a:pt x="5409432" y="3465991"/>
                </a:lnTo>
                <a:lnTo>
                  <a:pt x="5405656" y="3459449"/>
                </a:lnTo>
                <a:lnTo>
                  <a:pt x="5412205" y="3455674"/>
                </a:lnTo>
                <a:close/>
              </a:path>
              <a:path w="7367905" h="7586980">
                <a:moveTo>
                  <a:pt x="5492228" y="3595548"/>
                </a:moveTo>
                <a:lnTo>
                  <a:pt x="5495376" y="3601005"/>
                </a:lnTo>
                <a:lnTo>
                  <a:pt x="5489925" y="3604152"/>
                </a:lnTo>
                <a:lnTo>
                  <a:pt x="5486777" y="3598695"/>
                </a:lnTo>
                <a:lnTo>
                  <a:pt x="5492228" y="3595548"/>
                </a:lnTo>
                <a:close/>
              </a:path>
              <a:path w="7367905" h="7586980">
                <a:moveTo>
                  <a:pt x="5572258" y="3735429"/>
                </a:moveTo>
                <a:lnTo>
                  <a:pt x="5574777" y="3739788"/>
                </a:lnTo>
                <a:lnTo>
                  <a:pt x="5570424" y="3742307"/>
                </a:lnTo>
                <a:lnTo>
                  <a:pt x="5567905" y="3737942"/>
                </a:lnTo>
                <a:lnTo>
                  <a:pt x="5572258" y="3735429"/>
                </a:lnTo>
                <a:close/>
              </a:path>
              <a:path w="7367905" h="7586980">
                <a:moveTo>
                  <a:pt x="5652294" y="3875303"/>
                </a:moveTo>
                <a:lnTo>
                  <a:pt x="5654179" y="3878571"/>
                </a:lnTo>
                <a:lnTo>
                  <a:pt x="5650911" y="3880456"/>
                </a:lnTo>
                <a:lnTo>
                  <a:pt x="5649020" y="3877187"/>
                </a:lnTo>
                <a:lnTo>
                  <a:pt x="5652294" y="3875303"/>
                </a:lnTo>
                <a:close/>
              </a:path>
              <a:path w="7367905" h="7586980">
                <a:moveTo>
                  <a:pt x="5732323" y="4015177"/>
                </a:moveTo>
                <a:lnTo>
                  <a:pt x="5733587" y="4017353"/>
                </a:lnTo>
                <a:lnTo>
                  <a:pt x="5731404" y="4018616"/>
                </a:lnTo>
                <a:lnTo>
                  <a:pt x="5730141" y="4016433"/>
                </a:lnTo>
                <a:lnTo>
                  <a:pt x="5732323" y="4015177"/>
                </a:lnTo>
                <a:close/>
              </a:path>
              <a:path w="7367905" h="7586980">
                <a:moveTo>
                  <a:pt x="5812468" y="4154620"/>
                </a:moveTo>
                <a:lnTo>
                  <a:pt x="5813413" y="4156257"/>
                </a:lnTo>
                <a:lnTo>
                  <a:pt x="5811782" y="4157203"/>
                </a:lnTo>
                <a:lnTo>
                  <a:pt x="5810837" y="4155559"/>
                </a:lnTo>
                <a:lnTo>
                  <a:pt x="5812468" y="4154620"/>
                </a:lnTo>
                <a:close/>
              </a:path>
              <a:path w="7367905" h="7586980">
                <a:moveTo>
                  <a:pt x="3275540" y="27448"/>
                </a:moveTo>
                <a:lnTo>
                  <a:pt x="3303556" y="75966"/>
                </a:lnTo>
                <a:lnTo>
                  <a:pt x="3255038" y="103975"/>
                </a:lnTo>
                <a:lnTo>
                  <a:pt x="3227022" y="55457"/>
                </a:lnTo>
                <a:lnTo>
                  <a:pt x="3275540" y="27448"/>
                </a:lnTo>
                <a:close/>
              </a:path>
              <a:path w="7367905" h="7586980">
                <a:moveTo>
                  <a:pt x="3355456" y="167747"/>
                </a:moveTo>
                <a:lnTo>
                  <a:pt x="3382526" y="214634"/>
                </a:lnTo>
                <a:lnTo>
                  <a:pt x="3335645" y="241704"/>
                </a:lnTo>
                <a:lnTo>
                  <a:pt x="3308575" y="194817"/>
                </a:lnTo>
                <a:lnTo>
                  <a:pt x="3355456" y="167747"/>
                </a:lnTo>
                <a:close/>
              </a:path>
              <a:path w="7367905" h="7586980">
                <a:moveTo>
                  <a:pt x="3435378" y="308053"/>
                </a:moveTo>
                <a:lnTo>
                  <a:pt x="3461496" y="353297"/>
                </a:lnTo>
                <a:lnTo>
                  <a:pt x="3416246" y="379421"/>
                </a:lnTo>
                <a:lnTo>
                  <a:pt x="3390128" y="334178"/>
                </a:lnTo>
                <a:lnTo>
                  <a:pt x="3435378" y="308053"/>
                </a:lnTo>
                <a:close/>
              </a:path>
              <a:path w="7367905" h="7586980">
                <a:moveTo>
                  <a:pt x="3515173" y="448790"/>
                </a:moveTo>
                <a:lnTo>
                  <a:pt x="3540034" y="491858"/>
                </a:lnTo>
                <a:lnTo>
                  <a:pt x="3496967" y="516719"/>
                </a:lnTo>
                <a:lnTo>
                  <a:pt x="3472106" y="473652"/>
                </a:lnTo>
                <a:lnTo>
                  <a:pt x="3515173" y="448790"/>
                </a:lnTo>
                <a:close/>
              </a:path>
              <a:path w="7367905" h="7586980">
                <a:moveTo>
                  <a:pt x="3595082" y="589090"/>
                </a:moveTo>
                <a:lnTo>
                  <a:pt x="3619004" y="630526"/>
                </a:lnTo>
                <a:lnTo>
                  <a:pt x="3577574" y="654449"/>
                </a:lnTo>
                <a:lnTo>
                  <a:pt x="3553652" y="613012"/>
                </a:lnTo>
                <a:lnTo>
                  <a:pt x="3595082" y="589090"/>
                </a:lnTo>
                <a:close/>
              </a:path>
              <a:path w="7367905" h="7586980">
                <a:moveTo>
                  <a:pt x="3675004" y="729396"/>
                </a:moveTo>
                <a:lnTo>
                  <a:pt x="3697981" y="769195"/>
                </a:lnTo>
                <a:lnTo>
                  <a:pt x="3658182" y="792172"/>
                </a:lnTo>
                <a:lnTo>
                  <a:pt x="3635205" y="752373"/>
                </a:lnTo>
                <a:lnTo>
                  <a:pt x="3675004" y="729396"/>
                </a:lnTo>
                <a:close/>
              </a:path>
              <a:path w="7367905" h="7586980">
                <a:moveTo>
                  <a:pt x="3754919" y="869709"/>
                </a:moveTo>
                <a:lnTo>
                  <a:pt x="3776951" y="907864"/>
                </a:lnTo>
                <a:lnTo>
                  <a:pt x="3738782" y="929902"/>
                </a:lnTo>
                <a:lnTo>
                  <a:pt x="3716751" y="891740"/>
                </a:lnTo>
                <a:lnTo>
                  <a:pt x="3754919" y="869709"/>
                </a:lnTo>
                <a:close/>
              </a:path>
              <a:path w="7367905" h="7586980">
                <a:moveTo>
                  <a:pt x="3834714" y="1010439"/>
                </a:moveTo>
                <a:lnTo>
                  <a:pt x="3855490" y="1046418"/>
                </a:lnTo>
                <a:lnTo>
                  <a:pt x="3819510" y="1067194"/>
                </a:lnTo>
                <a:lnTo>
                  <a:pt x="3798735" y="1031215"/>
                </a:lnTo>
                <a:lnTo>
                  <a:pt x="3834714" y="1010439"/>
                </a:lnTo>
                <a:close/>
              </a:path>
              <a:path w="7367905" h="7586980">
                <a:moveTo>
                  <a:pt x="3914630" y="1150745"/>
                </a:moveTo>
                <a:lnTo>
                  <a:pt x="3934460" y="1185094"/>
                </a:lnTo>
                <a:lnTo>
                  <a:pt x="3900118" y="1204917"/>
                </a:lnTo>
                <a:lnTo>
                  <a:pt x="3880288" y="1170569"/>
                </a:lnTo>
                <a:lnTo>
                  <a:pt x="3914630" y="1150745"/>
                </a:lnTo>
                <a:close/>
              </a:path>
              <a:path w="7367905" h="7586980">
                <a:moveTo>
                  <a:pt x="3994546" y="1291051"/>
                </a:moveTo>
                <a:lnTo>
                  <a:pt x="4013430" y="1323756"/>
                </a:lnTo>
                <a:lnTo>
                  <a:pt x="3980725" y="1342640"/>
                </a:lnTo>
                <a:lnTo>
                  <a:pt x="3961841" y="1309935"/>
                </a:lnTo>
                <a:lnTo>
                  <a:pt x="3994546" y="1291051"/>
                </a:lnTo>
                <a:close/>
              </a:path>
              <a:path w="7367905" h="7586980">
                <a:moveTo>
                  <a:pt x="4074347" y="1431789"/>
                </a:moveTo>
                <a:lnTo>
                  <a:pt x="4091968" y="1462310"/>
                </a:lnTo>
                <a:lnTo>
                  <a:pt x="4061440" y="1479938"/>
                </a:lnTo>
                <a:lnTo>
                  <a:pt x="4043818" y="1449410"/>
                </a:lnTo>
                <a:lnTo>
                  <a:pt x="4074347" y="1431789"/>
                </a:lnTo>
                <a:close/>
              </a:path>
              <a:path w="7367905" h="7586980">
                <a:moveTo>
                  <a:pt x="4154377" y="1571663"/>
                </a:moveTo>
                <a:lnTo>
                  <a:pt x="4171370" y="1601099"/>
                </a:lnTo>
                <a:lnTo>
                  <a:pt x="4141934" y="1618093"/>
                </a:lnTo>
                <a:lnTo>
                  <a:pt x="4124940" y="1588656"/>
                </a:lnTo>
                <a:lnTo>
                  <a:pt x="4154377" y="1571663"/>
                </a:lnTo>
                <a:close/>
              </a:path>
              <a:path w="7367905" h="7586980">
                <a:moveTo>
                  <a:pt x="4234178" y="1712394"/>
                </a:moveTo>
                <a:lnTo>
                  <a:pt x="4249915" y="1739654"/>
                </a:lnTo>
                <a:lnTo>
                  <a:pt x="4222654" y="1755391"/>
                </a:lnTo>
                <a:lnTo>
                  <a:pt x="4206918" y="1728131"/>
                </a:lnTo>
                <a:lnTo>
                  <a:pt x="4234178" y="1712394"/>
                </a:lnTo>
                <a:close/>
              </a:path>
              <a:path w="7367905" h="7586980">
                <a:moveTo>
                  <a:pt x="4313973" y="1853131"/>
                </a:moveTo>
                <a:lnTo>
                  <a:pt x="4328454" y="1878209"/>
                </a:lnTo>
                <a:lnTo>
                  <a:pt x="4303376" y="1892689"/>
                </a:lnTo>
                <a:lnTo>
                  <a:pt x="4288896" y="1867605"/>
                </a:lnTo>
                <a:lnTo>
                  <a:pt x="4313973" y="1853131"/>
                </a:lnTo>
                <a:close/>
              </a:path>
              <a:path w="7367905" h="7586980">
                <a:moveTo>
                  <a:pt x="4393889" y="1993437"/>
                </a:moveTo>
                <a:lnTo>
                  <a:pt x="4407424" y="2016884"/>
                </a:lnTo>
                <a:lnTo>
                  <a:pt x="4383983" y="2030413"/>
                </a:lnTo>
                <a:lnTo>
                  <a:pt x="4370448" y="2006972"/>
                </a:lnTo>
                <a:lnTo>
                  <a:pt x="4393889" y="1993437"/>
                </a:lnTo>
                <a:close/>
              </a:path>
              <a:path w="7367905" h="7586980">
                <a:moveTo>
                  <a:pt x="4473918" y="2133312"/>
                </a:moveTo>
                <a:lnTo>
                  <a:pt x="4486825" y="2155660"/>
                </a:lnTo>
                <a:lnTo>
                  <a:pt x="4464476" y="2168567"/>
                </a:lnTo>
                <a:lnTo>
                  <a:pt x="4451569" y="2146218"/>
                </a:lnTo>
                <a:lnTo>
                  <a:pt x="4473918" y="2133312"/>
                </a:lnTo>
                <a:close/>
              </a:path>
              <a:path w="7367905" h="7586980">
                <a:moveTo>
                  <a:pt x="4553720" y="2274049"/>
                </a:moveTo>
                <a:lnTo>
                  <a:pt x="4565370" y="2294221"/>
                </a:lnTo>
                <a:lnTo>
                  <a:pt x="4545197" y="2305865"/>
                </a:lnTo>
                <a:lnTo>
                  <a:pt x="4533547" y="2285693"/>
                </a:lnTo>
                <a:lnTo>
                  <a:pt x="4553720" y="2274049"/>
                </a:lnTo>
                <a:close/>
              </a:path>
              <a:path w="7367905" h="7586980">
                <a:moveTo>
                  <a:pt x="4633756" y="2413923"/>
                </a:moveTo>
                <a:lnTo>
                  <a:pt x="4644771" y="2433004"/>
                </a:lnTo>
                <a:lnTo>
                  <a:pt x="4625690" y="2444020"/>
                </a:lnTo>
                <a:lnTo>
                  <a:pt x="4614675" y="2424939"/>
                </a:lnTo>
                <a:lnTo>
                  <a:pt x="4633756" y="2413923"/>
                </a:lnTo>
                <a:close/>
              </a:path>
              <a:path w="7367905" h="7586980">
                <a:moveTo>
                  <a:pt x="4713551" y="2554660"/>
                </a:moveTo>
                <a:lnTo>
                  <a:pt x="4723304" y="2571558"/>
                </a:lnTo>
                <a:lnTo>
                  <a:pt x="4706406" y="2581312"/>
                </a:lnTo>
                <a:lnTo>
                  <a:pt x="4696652" y="2564414"/>
                </a:lnTo>
                <a:lnTo>
                  <a:pt x="4713551" y="2554660"/>
                </a:lnTo>
                <a:close/>
              </a:path>
              <a:path w="7367905" h="7586980">
                <a:moveTo>
                  <a:pt x="4793466" y="2694966"/>
                </a:moveTo>
                <a:lnTo>
                  <a:pt x="4802273" y="2710227"/>
                </a:lnTo>
                <a:lnTo>
                  <a:pt x="4787013" y="2719035"/>
                </a:lnTo>
                <a:lnTo>
                  <a:pt x="4778205" y="2703774"/>
                </a:lnTo>
                <a:lnTo>
                  <a:pt x="4793466" y="2694966"/>
                </a:lnTo>
                <a:close/>
              </a:path>
              <a:path w="7367905" h="7586980">
                <a:moveTo>
                  <a:pt x="4873496" y="2834841"/>
                </a:moveTo>
                <a:lnTo>
                  <a:pt x="4881681" y="2849010"/>
                </a:lnTo>
                <a:lnTo>
                  <a:pt x="4867506" y="2857196"/>
                </a:lnTo>
                <a:lnTo>
                  <a:pt x="4859326" y="2843020"/>
                </a:lnTo>
                <a:lnTo>
                  <a:pt x="4873496" y="2834841"/>
                </a:lnTo>
                <a:close/>
              </a:path>
              <a:path w="7367905" h="7586980">
                <a:moveTo>
                  <a:pt x="4953405" y="2975140"/>
                </a:moveTo>
                <a:lnTo>
                  <a:pt x="4960645" y="2987685"/>
                </a:lnTo>
                <a:lnTo>
                  <a:pt x="4948113" y="2994919"/>
                </a:lnTo>
                <a:lnTo>
                  <a:pt x="4940873" y="2982380"/>
                </a:lnTo>
                <a:lnTo>
                  <a:pt x="4953405" y="2975140"/>
                </a:lnTo>
                <a:close/>
              </a:path>
              <a:path w="7367905" h="7586980">
                <a:moveTo>
                  <a:pt x="5033327" y="3115446"/>
                </a:moveTo>
                <a:lnTo>
                  <a:pt x="5039622" y="3126354"/>
                </a:lnTo>
                <a:lnTo>
                  <a:pt x="5028720" y="3132649"/>
                </a:lnTo>
                <a:lnTo>
                  <a:pt x="5022425" y="3121741"/>
                </a:lnTo>
                <a:lnTo>
                  <a:pt x="5033327" y="3115446"/>
                </a:lnTo>
                <a:close/>
              </a:path>
              <a:path w="7367905" h="7586980">
                <a:moveTo>
                  <a:pt x="5113242" y="3255752"/>
                </a:moveTo>
                <a:lnTo>
                  <a:pt x="5118592" y="3265023"/>
                </a:lnTo>
                <a:lnTo>
                  <a:pt x="5109321" y="3270372"/>
                </a:lnTo>
                <a:lnTo>
                  <a:pt x="5103972" y="3261101"/>
                </a:lnTo>
                <a:lnTo>
                  <a:pt x="5113242" y="3255752"/>
                </a:lnTo>
                <a:close/>
              </a:path>
              <a:path w="7367905" h="7586980">
                <a:moveTo>
                  <a:pt x="5193272" y="3395626"/>
                </a:moveTo>
                <a:lnTo>
                  <a:pt x="5197993" y="3403805"/>
                </a:lnTo>
                <a:lnTo>
                  <a:pt x="5189814" y="3408527"/>
                </a:lnTo>
                <a:lnTo>
                  <a:pt x="5185093" y="3400347"/>
                </a:lnTo>
                <a:lnTo>
                  <a:pt x="5193272" y="3395626"/>
                </a:lnTo>
                <a:close/>
              </a:path>
              <a:path w="7367905" h="7586980">
                <a:moveTo>
                  <a:pt x="5273416" y="3535075"/>
                </a:moveTo>
                <a:lnTo>
                  <a:pt x="5277826" y="3542709"/>
                </a:lnTo>
                <a:lnTo>
                  <a:pt x="5270193" y="3547119"/>
                </a:lnTo>
                <a:lnTo>
                  <a:pt x="5265783" y="3539485"/>
                </a:lnTo>
                <a:lnTo>
                  <a:pt x="5273416" y="3535075"/>
                </a:lnTo>
                <a:close/>
              </a:path>
              <a:path w="7367905" h="7586980">
                <a:moveTo>
                  <a:pt x="5353332" y="3675381"/>
                </a:moveTo>
                <a:lnTo>
                  <a:pt x="5356796" y="3681378"/>
                </a:lnTo>
                <a:lnTo>
                  <a:pt x="5350800" y="3684842"/>
                </a:lnTo>
                <a:lnTo>
                  <a:pt x="5347335" y="3678840"/>
                </a:lnTo>
                <a:lnTo>
                  <a:pt x="5353332" y="3675381"/>
                </a:lnTo>
                <a:close/>
              </a:path>
              <a:path w="7367905" h="7586980">
                <a:moveTo>
                  <a:pt x="5433361" y="3815255"/>
                </a:moveTo>
                <a:lnTo>
                  <a:pt x="5436191" y="3820161"/>
                </a:lnTo>
                <a:lnTo>
                  <a:pt x="5431286" y="3822997"/>
                </a:lnTo>
                <a:lnTo>
                  <a:pt x="5428456" y="3818085"/>
                </a:lnTo>
                <a:lnTo>
                  <a:pt x="5433361" y="3815255"/>
                </a:lnTo>
                <a:close/>
              </a:path>
              <a:path w="7367905" h="7586980">
                <a:moveTo>
                  <a:pt x="5513391" y="3955129"/>
                </a:moveTo>
                <a:lnTo>
                  <a:pt x="5515599" y="3958949"/>
                </a:lnTo>
                <a:lnTo>
                  <a:pt x="5511779" y="3961151"/>
                </a:lnTo>
                <a:lnTo>
                  <a:pt x="5509571" y="3957331"/>
                </a:lnTo>
                <a:lnTo>
                  <a:pt x="5513391" y="3955129"/>
                </a:lnTo>
                <a:close/>
              </a:path>
              <a:path w="7367905" h="7586980">
                <a:moveTo>
                  <a:pt x="5593421" y="4095004"/>
                </a:moveTo>
                <a:lnTo>
                  <a:pt x="5594995" y="4097726"/>
                </a:lnTo>
                <a:lnTo>
                  <a:pt x="5592272" y="4099300"/>
                </a:lnTo>
                <a:lnTo>
                  <a:pt x="5590699" y="4096578"/>
                </a:lnTo>
                <a:lnTo>
                  <a:pt x="5593421" y="4095004"/>
                </a:lnTo>
                <a:close/>
              </a:path>
              <a:path w="7367905" h="7586980">
                <a:moveTo>
                  <a:pt x="5673451" y="4234878"/>
                </a:moveTo>
                <a:lnTo>
                  <a:pt x="5674396" y="4236521"/>
                </a:lnTo>
                <a:lnTo>
                  <a:pt x="5672766" y="4237461"/>
                </a:lnTo>
                <a:lnTo>
                  <a:pt x="5671820" y="4235823"/>
                </a:lnTo>
                <a:lnTo>
                  <a:pt x="5673451" y="4234878"/>
                </a:lnTo>
                <a:close/>
              </a:path>
              <a:path w="7367905" h="7586980">
                <a:moveTo>
                  <a:pt x="3012559" y="0"/>
                </a:moveTo>
                <a:lnTo>
                  <a:pt x="3071441" y="0"/>
                </a:lnTo>
                <a:lnTo>
                  <a:pt x="3080841" y="16286"/>
                </a:lnTo>
                <a:lnTo>
                  <a:pt x="3036683" y="41782"/>
                </a:lnTo>
                <a:lnTo>
                  <a:pt x="3012559" y="0"/>
                </a:lnTo>
                <a:close/>
              </a:path>
              <a:path w="7367905" h="7586980">
                <a:moveTo>
                  <a:pt x="3137101" y="105548"/>
                </a:moveTo>
                <a:lnTo>
                  <a:pt x="3166690" y="156800"/>
                </a:lnTo>
                <a:lnTo>
                  <a:pt x="3115444" y="186383"/>
                </a:lnTo>
                <a:lnTo>
                  <a:pt x="3085855" y="135137"/>
                </a:lnTo>
                <a:lnTo>
                  <a:pt x="3137101" y="105548"/>
                </a:lnTo>
                <a:close/>
              </a:path>
              <a:path w="7367905" h="7586980">
                <a:moveTo>
                  <a:pt x="3216902" y="246291"/>
                </a:moveTo>
                <a:lnTo>
                  <a:pt x="3245228" y="295355"/>
                </a:lnTo>
                <a:lnTo>
                  <a:pt x="3196165" y="323681"/>
                </a:lnTo>
                <a:lnTo>
                  <a:pt x="3167838" y="274618"/>
                </a:lnTo>
                <a:lnTo>
                  <a:pt x="3216902" y="246291"/>
                </a:lnTo>
                <a:close/>
              </a:path>
              <a:path w="7367905" h="7586980">
                <a:moveTo>
                  <a:pt x="3296703" y="387023"/>
                </a:moveTo>
                <a:lnTo>
                  <a:pt x="3323773" y="433903"/>
                </a:lnTo>
                <a:lnTo>
                  <a:pt x="3276887" y="460973"/>
                </a:lnTo>
                <a:lnTo>
                  <a:pt x="3249816" y="414093"/>
                </a:lnTo>
                <a:lnTo>
                  <a:pt x="3296703" y="387023"/>
                </a:lnTo>
                <a:close/>
              </a:path>
              <a:path w="7367905" h="7586980">
                <a:moveTo>
                  <a:pt x="3376619" y="527322"/>
                </a:moveTo>
                <a:lnTo>
                  <a:pt x="3402744" y="572572"/>
                </a:lnTo>
                <a:lnTo>
                  <a:pt x="3357494" y="598696"/>
                </a:lnTo>
                <a:lnTo>
                  <a:pt x="3331369" y="553446"/>
                </a:lnTo>
                <a:lnTo>
                  <a:pt x="3376619" y="527322"/>
                </a:lnTo>
                <a:close/>
              </a:path>
              <a:path w="7367905" h="7586980">
                <a:moveTo>
                  <a:pt x="3456414" y="668065"/>
                </a:moveTo>
                <a:lnTo>
                  <a:pt x="3481282" y="711133"/>
                </a:lnTo>
                <a:lnTo>
                  <a:pt x="3438215" y="736001"/>
                </a:lnTo>
                <a:lnTo>
                  <a:pt x="3413347" y="692934"/>
                </a:lnTo>
                <a:lnTo>
                  <a:pt x="3456414" y="668065"/>
                </a:lnTo>
                <a:close/>
              </a:path>
              <a:path w="7367905" h="7586980">
                <a:moveTo>
                  <a:pt x="3536336" y="808365"/>
                </a:moveTo>
                <a:lnTo>
                  <a:pt x="3560259" y="849801"/>
                </a:lnTo>
                <a:lnTo>
                  <a:pt x="3518823" y="873724"/>
                </a:lnTo>
                <a:lnTo>
                  <a:pt x="3494900" y="832287"/>
                </a:lnTo>
                <a:lnTo>
                  <a:pt x="3536336" y="808365"/>
                </a:lnTo>
                <a:close/>
              </a:path>
              <a:path w="7367905" h="7586980">
                <a:moveTo>
                  <a:pt x="3616252" y="948677"/>
                </a:moveTo>
                <a:lnTo>
                  <a:pt x="3639229" y="988470"/>
                </a:lnTo>
                <a:lnTo>
                  <a:pt x="3599430" y="1011447"/>
                </a:lnTo>
                <a:lnTo>
                  <a:pt x="3576453" y="971654"/>
                </a:lnTo>
                <a:lnTo>
                  <a:pt x="3616252" y="948677"/>
                </a:lnTo>
                <a:close/>
              </a:path>
              <a:path w="7367905" h="7586980">
                <a:moveTo>
                  <a:pt x="3696161" y="1088976"/>
                </a:moveTo>
                <a:lnTo>
                  <a:pt x="3718199" y="1127145"/>
                </a:lnTo>
                <a:lnTo>
                  <a:pt x="3680037" y="1149176"/>
                </a:lnTo>
                <a:lnTo>
                  <a:pt x="3658006" y="1111008"/>
                </a:lnTo>
                <a:lnTo>
                  <a:pt x="3696161" y="1088976"/>
                </a:lnTo>
                <a:close/>
              </a:path>
              <a:path w="7367905" h="7586980">
                <a:moveTo>
                  <a:pt x="3775962" y="1229707"/>
                </a:moveTo>
                <a:lnTo>
                  <a:pt x="3796737" y="1265693"/>
                </a:lnTo>
                <a:lnTo>
                  <a:pt x="3760752" y="1286468"/>
                </a:lnTo>
                <a:lnTo>
                  <a:pt x="3739976" y="1250483"/>
                </a:lnTo>
                <a:lnTo>
                  <a:pt x="3775962" y="1229707"/>
                </a:lnTo>
                <a:close/>
              </a:path>
              <a:path w="7367905" h="7586980">
                <a:moveTo>
                  <a:pt x="3855878" y="1370020"/>
                </a:moveTo>
                <a:lnTo>
                  <a:pt x="3875707" y="1404362"/>
                </a:lnTo>
                <a:lnTo>
                  <a:pt x="3841365" y="1424191"/>
                </a:lnTo>
                <a:lnTo>
                  <a:pt x="3821536" y="1389849"/>
                </a:lnTo>
                <a:lnTo>
                  <a:pt x="3855878" y="1370020"/>
                </a:lnTo>
                <a:close/>
              </a:path>
              <a:path w="7367905" h="7586980">
                <a:moveTo>
                  <a:pt x="3935671" y="1510757"/>
                </a:moveTo>
                <a:lnTo>
                  <a:pt x="3954246" y="1542916"/>
                </a:lnTo>
                <a:lnTo>
                  <a:pt x="3922080" y="1561489"/>
                </a:lnTo>
                <a:lnTo>
                  <a:pt x="3903513" y="1529323"/>
                </a:lnTo>
                <a:lnTo>
                  <a:pt x="3935671" y="1510757"/>
                </a:lnTo>
                <a:close/>
              </a:path>
              <a:path w="7367905" h="7586980">
                <a:moveTo>
                  <a:pt x="4015474" y="1651488"/>
                </a:moveTo>
                <a:lnTo>
                  <a:pt x="4032791" y="1681477"/>
                </a:lnTo>
                <a:lnTo>
                  <a:pt x="4002808" y="1698788"/>
                </a:lnTo>
                <a:lnTo>
                  <a:pt x="3985491" y="1668799"/>
                </a:lnTo>
                <a:lnTo>
                  <a:pt x="4015474" y="1651488"/>
                </a:lnTo>
                <a:close/>
              </a:path>
              <a:path w="7367905" h="7586980">
                <a:moveTo>
                  <a:pt x="4095510" y="1791362"/>
                </a:moveTo>
                <a:lnTo>
                  <a:pt x="4112192" y="1820260"/>
                </a:lnTo>
                <a:lnTo>
                  <a:pt x="4083295" y="1836942"/>
                </a:lnTo>
                <a:lnTo>
                  <a:pt x="4066612" y="1808045"/>
                </a:lnTo>
                <a:lnTo>
                  <a:pt x="4095510" y="1791362"/>
                </a:lnTo>
                <a:close/>
              </a:path>
              <a:path w="7367905" h="7586980">
                <a:moveTo>
                  <a:pt x="4175305" y="1932106"/>
                </a:moveTo>
                <a:lnTo>
                  <a:pt x="4190724" y="1958814"/>
                </a:lnTo>
                <a:lnTo>
                  <a:pt x="4164016" y="1974234"/>
                </a:lnTo>
                <a:lnTo>
                  <a:pt x="4148596" y="1947525"/>
                </a:lnTo>
                <a:lnTo>
                  <a:pt x="4175305" y="1932106"/>
                </a:lnTo>
                <a:close/>
              </a:path>
              <a:path w="7367905" h="7586980">
                <a:moveTo>
                  <a:pt x="4255106" y="2072837"/>
                </a:moveTo>
                <a:lnTo>
                  <a:pt x="4269269" y="2097369"/>
                </a:lnTo>
                <a:lnTo>
                  <a:pt x="4244737" y="2111532"/>
                </a:lnTo>
                <a:lnTo>
                  <a:pt x="4230574" y="2087000"/>
                </a:lnTo>
                <a:lnTo>
                  <a:pt x="4255106" y="2072837"/>
                </a:lnTo>
                <a:close/>
              </a:path>
              <a:path w="7367905" h="7586980">
                <a:moveTo>
                  <a:pt x="4335022" y="2213136"/>
                </a:moveTo>
                <a:lnTo>
                  <a:pt x="4348239" y="2236037"/>
                </a:lnTo>
                <a:lnTo>
                  <a:pt x="4325345" y="2249255"/>
                </a:lnTo>
                <a:lnTo>
                  <a:pt x="4312127" y="2226354"/>
                </a:lnTo>
                <a:lnTo>
                  <a:pt x="4335022" y="2213136"/>
                </a:lnTo>
                <a:close/>
              </a:path>
              <a:path w="7367905" h="7586980">
                <a:moveTo>
                  <a:pt x="4414937" y="2353448"/>
                </a:moveTo>
                <a:lnTo>
                  <a:pt x="4427209" y="2374712"/>
                </a:lnTo>
                <a:lnTo>
                  <a:pt x="4405952" y="2386984"/>
                </a:lnTo>
                <a:lnTo>
                  <a:pt x="4393673" y="2365721"/>
                </a:lnTo>
                <a:lnTo>
                  <a:pt x="4414937" y="2353448"/>
                </a:lnTo>
                <a:close/>
              </a:path>
              <a:path w="7367905" h="7586980">
                <a:moveTo>
                  <a:pt x="4494846" y="2493748"/>
                </a:moveTo>
                <a:lnTo>
                  <a:pt x="4506179" y="2513381"/>
                </a:lnTo>
                <a:lnTo>
                  <a:pt x="4486559" y="2524708"/>
                </a:lnTo>
                <a:lnTo>
                  <a:pt x="4475226" y="2505081"/>
                </a:lnTo>
                <a:lnTo>
                  <a:pt x="4494846" y="2493748"/>
                </a:lnTo>
                <a:close/>
              </a:path>
              <a:path w="7367905" h="7586980">
                <a:moveTo>
                  <a:pt x="4574768" y="2634054"/>
                </a:moveTo>
                <a:lnTo>
                  <a:pt x="4585156" y="2652050"/>
                </a:lnTo>
                <a:lnTo>
                  <a:pt x="4567166" y="2662438"/>
                </a:lnTo>
                <a:lnTo>
                  <a:pt x="4556779" y="2644441"/>
                </a:lnTo>
                <a:lnTo>
                  <a:pt x="4574768" y="2634054"/>
                </a:lnTo>
                <a:close/>
              </a:path>
              <a:path w="7367905" h="7586980">
                <a:moveTo>
                  <a:pt x="4654684" y="2774366"/>
                </a:moveTo>
                <a:lnTo>
                  <a:pt x="4664126" y="2790718"/>
                </a:lnTo>
                <a:lnTo>
                  <a:pt x="4647773" y="2800160"/>
                </a:lnTo>
                <a:lnTo>
                  <a:pt x="4638331" y="2783808"/>
                </a:lnTo>
                <a:lnTo>
                  <a:pt x="4654684" y="2774366"/>
                </a:lnTo>
                <a:close/>
              </a:path>
              <a:path w="7367905" h="7586980">
                <a:moveTo>
                  <a:pt x="4734593" y="2914665"/>
                </a:moveTo>
                <a:lnTo>
                  <a:pt x="4743096" y="2929387"/>
                </a:lnTo>
                <a:lnTo>
                  <a:pt x="4728381" y="2937883"/>
                </a:lnTo>
                <a:lnTo>
                  <a:pt x="4719878" y="2923162"/>
                </a:lnTo>
                <a:lnTo>
                  <a:pt x="4734593" y="2914665"/>
                </a:lnTo>
                <a:close/>
              </a:path>
              <a:path w="7367905" h="7586980">
                <a:moveTo>
                  <a:pt x="4814629" y="3054539"/>
                </a:moveTo>
                <a:lnTo>
                  <a:pt x="4822497" y="3068170"/>
                </a:lnTo>
                <a:lnTo>
                  <a:pt x="4808867" y="3076039"/>
                </a:lnTo>
                <a:lnTo>
                  <a:pt x="4800999" y="3062408"/>
                </a:lnTo>
                <a:lnTo>
                  <a:pt x="4814629" y="3054539"/>
                </a:lnTo>
                <a:close/>
              </a:path>
              <a:path w="7367905" h="7586980">
                <a:moveTo>
                  <a:pt x="4894424" y="3195277"/>
                </a:moveTo>
                <a:lnTo>
                  <a:pt x="4901036" y="3206730"/>
                </a:lnTo>
                <a:lnTo>
                  <a:pt x="4889589" y="3213336"/>
                </a:lnTo>
                <a:lnTo>
                  <a:pt x="4882977" y="3201889"/>
                </a:lnTo>
                <a:lnTo>
                  <a:pt x="4894424" y="3195277"/>
                </a:lnTo>
                <a:close/>
              </a:path>
              <a:path w="7367905" h="7586980">
                <a:moveTo>
                  <a:pt x="4974346" y="3335583"/>
                </a:moveTo>
                <a:lnTo>
                  <a:pt x="4980006" y="3345393"/>
                </a:lnTo>
                <a:lnTo>
                  <a:pt x="4970189" y="3351059"/>
                </a:lnTo>
                <a:lnTo>
                  <a:pt x="4964529" y="3341249"/>
                </a:lnTo>
                <a:lnTo>
                  <a:pt x="4974346" y="3335583"/>
                </a:lnTo>
                <a:close/>
              </a:path>
              <a:path w="7367905" h="7586980">
                <a:moveTo>
                  <a:pt x="5054369" y="3475464"/>
                </a:moveTo>
                <a:lnTo>
                  <a:pt x="5059407" y="3484183"/>
                </a:lnTo>
                <a:lnTo>
                  <a:pt x="5050682" y="3489214"/>
                </a:lnTo>
                <a:lnTo>
                  <a:pt x="5045650" y="3480496"/>
                </a:lnTo>
                <a:lnTo>
                  <a:pt x="5054369" y="3475464"/>
                </a:lnTo>
                <a:close/>
              </a:path>
              <a:path w="7367905" h="7586980">
                <a:moveTo>
                  <a:pt x="5134399" y="3615338"/>
                </a:moveTo>
                <a:lnTo>
                  <a:pt x="5138809" y="3622972"/>
                </a:lnTo>
                <a:lnTo>
                  <a:pt x="5131176" y="3627376"/>
                </a:lnTo>
                <a:lnTo>
                  <a:pt x="5126765" y="3619742"/>
                </a:lnTo>
                <a:lnTo>
                  <a:pt x="5134399" y="3615338"/>
                </a:lnTo>
                <a:close/>
              </a:path>
              <a:path w="7367905" h="7586980">
                <a:moveTo>
                  <a:pt x="5214435" y="3755212"/>
                </a:moveTo>
                <a:lnTo>
                  <a:pt x="5218211" y="3761748"/>
                </a:lnTo>
                <a:lnTo>
                  <a:pt x="5211668" y="3765524"/>
                </a:lnTo>
                <a:lnTo>
                  <a:pt x="5207893" y="3758988"/>
                </a:lnTo>
                <a:lnTo>
                  <a:pt x="5214435" y="3755212"/>
                </a:lnTo>
                <a:close/>
              </a:path>
              <a:path w="7367905" h="7586980">
                <a:moveTo>
                  <a:pt x="5294465" y="3895086"/>
                </a:moveTo>
                <a:lnTo>
                  <a:pt x="5297612" y="3900537"/>
                </a:lnTo>
                <a:lnTo>
                  <a:pt x="5292161" y="3903684"/>
                </a:lnTo>
                <a:lnTo>
                  <a:pt x="5289014" y="3898234"/>
                </a:lnTo>
                <a:lnTo>
                  <a:pt x="5294465" y="3895086"/>
                </a:lnTo>
                <a:close/>
              </a:path>
              <a:path w="7367905" h="7586980">
                <a:moveTo>
                  <a:pt x="5374495" y="4034960"/>
                </a:moveTo>
                <a:lnTo>
                  <a:pt x="5377014" y="4039320"/>
                </a:lnTo>
                <a:lnTo>
                  <a:pt x="5372648" y="4041839"/>
                </a:lnTo>
                <a:lnTo>
                  <a:pt x="5370135" y="4037479"/>
                </a:lnTo>
                <a:lnTo>
                  <a:pt x="5374495" y="4034960"/>
                </a:lnTo>
                <a:close/>
              </a:path>
              <a:path w="7367905" h="7586980">
                <a:moveTo>
                  <a:pt x="5454524" y="4174835"/>
                </a:moveTo>
                <a:lnTo>
                  <a:pt x="5456409" y="4178109"/>
                </a:lnTo>
                <a:lnTo>
                  <a:pt x="5453141" y="4179993"/>
                </a:lnTo>
                <a:lnTo>
                  <a:pt x="5451250" y="4176725"/>
                </a:lnTo>
                <a:lnTo>
                  <a:pt x="5454524" y="4174835"/>
                </a:lnTo>
                <a:close/>
              </a:path>
              <a:path w="7367905" h="7586980">
                <a:moveTo>
                  <a:pt x="5534554" y="4314715"/>
                </a:moveTo>
                <a:lnTo>
                  <a:pt x="5535811" y="4316885"/>
                </a:lnTo>
                <a:lnTo>
                  <a:pt x="5533628" y="4318148"/>
                </a:lnTo>
                <a:lnTo>
                  <a:pt x="5532371" y="4315972"/>
                </a:lnTo>
                <a:lnTo>
                  <a:pt x="5534554" y="4314715"/>
                </a:lnTo>
                <a:close/>
              </a:path>
              <a:path w="7367905" h="7586980">
                <a:moveTo>
                  <a:pt x="5613499" y="4455218"/>
                </a:moveTo>
                <a:lnTo>
                  <a:pt x="5614948" y="4455218"/>
                </a:lnTo>
                <a:lnTo>
                  <a:pt x="5615212" y="4455675"/>
                </a:lnTo>
                <a:lnTo>
                  <a:pt x="5613763" y="4455675"/>
                </a:lnTo>
                <a:lnTo>
                  <a:pt x="5613499" y="4455218"/>
                </a:lnTo>
                <a:close/>
              </a:path>
              <a:path w="7367905" h="7586980">
                <a:moveTo>
                  <a:pt x="2918638" y="43785"/>
                </a:moveTo>
                <a:lnTo>
                  <a:pt x="2950422" y="98845"/>
                </a:lnTo>
                <a:lnTo>
                  <a:pt x="2895363" y="130636"/>
                </a:lnTo>
                <a:lnTo>
                  <a:pt x="2863572" y="75576"/>
                </a:lnTo>
                <a:lnTo>
                  <a:pt x="2918638" y="43785"/>
                </a:lnTo>
                <a:close/>
              </a:path>
              <a:path w="7367905" h="7586980">
                <a:moveTo>
                  <a:pt x="2998547" y="184091"/>
                </a:moveTo>
                <a:lnTo>
                  <a:pt x="3029393" y="237514"/>
                </a:lnTo>
                <a:lnTo>
                  <a:pt x="2975969" y="268360"/>
                </a:lnTo>
                <a:lnTo>
                  <a:pt x="2945124" y="214937"/>
                </a:lnTo>
                <a:lnTo>
                  <a:pt x="2998547" y="184091"/>
                </a:lnTo>
                <a:close/>
              </a:path>
              <a:path w="7367905" h="7586980">
                <a:moveTo>
                  <a:pt x="3078348" y="324822"/>
                </a:moveTo>
                <a:lnTo>
                  <a:pt x="3107937" y="376069"/>
                </a:lnTo>
                <a:lnTo>
                  <a:pt x="3056691" y="405651"/>
                </a:lnTo>
                <a:lnTo>
                  <a:pt x="3027108" y="354411"/>
                </a:lnTo>
                <a:lnTo>
                  <a:pt x="3078348" y="324822"/>
                </a:lnTo>
                <a:close/>
              </a:path>
              <a:path w="7367905" h="7586980">
                <a:moveTo>
                  <a:pt x="3158143" y="465560"/>
                </a:moveTo>
                <a:lnTo>
                  <a:pt x="3186476" y="514630"/>
                </a:lnTo>
                <a:lnTo>
                  <a:pt x="3137412" y="542956"/>
                </a:lnTo>
                <a:lnTo>
                  <a:pt x="3109086" y="493886"/>
                </a:lnTo>
                <a:lnTo>
                  <a:pt x="3158143" y="465560"/>
                </a:lnTo>
                <a:close/>
              </a:path>
              <a:path w="7367905" h="7586980">
                <a:moveTo>
                  <a:pt x="3237950" y="606297"/>
                </a:moveTo>
                <a:lnTo>
                  <a:pt x="3265014" y="653178"/>
                </a:lnTo>
                <a:lnTo>
                  <a:pt x="3218133" y="680248"/>
                </a:lnTo>
                <a:lnTo>
                  <a:pt x="3191063" y="633367"/>
                </a:lnTo>
                <a:lnTo>
                  <a:pt x="3237950" y="606297"/>
                </a:lnTo>
                <a:close/>
              </a:path>
              <a:path w="7367905" h="7586980">
                <a:moveTo>
                  <a:pt x="3317745" y="747034"/>
                </a:moveTo>
                <a:lnTo>
                  <a:pt x="3343552" y="791733"/>
                </a:lnTo>
                <a:lnTo>
                  <a:pt x="3298854" y="817540"/>
                </a:lnTo>
                <a:lnTo>
                  <a:pt x="3273047" y="772842"/>
                </a:lnTo>
                <a:lnTo>
                  <a:pt x="3317745" y="747034"/>
                </a:lnTo>
                <a:close/>
              </a:path>
              <a:path w="7367905" h="7586980">
                <a:moveTo>
                  <a:pt x="3397661" y="887334"/>
                </a:moveTo>
                <a:lnTo>
                  <a:pt x="3422529" y="930401"/>
                </a:lnTo>
                <a:lnTo>
                  <a:pt x="3379462" y="955269"/>
                </a:lnTo>
                <a:lnTo>
                  <a:pt x="3354594" y="912202"/>
                </a:lnTo>
                <a:lnTo>
                  <a:pt x="3397661" y="887334"/>
                </a:lnTo>
                <a:close/>
              </a:path>
              <a:path w="7367905" h="7586980">
                <a:moveTo>
                  <a:pt x="3477577" y="1027646"/>
                </a:moveTo>
                <a:lnTo>
                  <a:pt x="3501499" y="1069070"/>
                </a:lnTo>
                <a:lnTo>
                  <a:pt x="3460063" y="1092992"/>
                </a:lnTo>
                <a:lnTo>
                  <a:pt x="3436147" y="1051569"/>
                </a:lnTo>
                <a:lnTo>
                  <a:pt x="3477577" y="1027646"/>
                </a:lnTo>
                <a:close/>
              </a:path>
              <a:path w="7367905" h="7586980">
                <a:moveTo>
                  <a:pt x="3557378" y="1168377"/>
                </a:moveTo>
                <a:lnTo>
                  <a:pt x="3580038" y="1207631"/>
                </a:lnTo>
                <a:lnTo>
                  <a:pt x="3540791" y="1230290"/>
                </a:lnTo>
                <a:lnTo>
                  <a:pt x="3518125" y="1191037"/>
                </a:lnTo>
                <a:lnTo>
                  <a:pt x="3557378" y="1168377"/>
                </a:lnTo>
                <a:close/>
              </a:path>
              <a:path w="7367905" h="7586980">
                <a:moveTo>
                  <a:pt x="3637294" y="1308683"/>
                </a:moveTo>
                <a:lnTo>
                  <a:pt x="3659015" y="1346300"/>
                </a:lnTo>
                <a:lnTo>
                  <a:pt x="3621398" y="1368021"/>
                </a:lnTo>
                <a:lnTo>
                  <a:pt x="3599677" y="1330404"/>
                </a:lnTo>
                <a:lnTo>
                  <a:pt x="3637294" y="1308683"/>
                </a:lnTo>
                <a:close/>
              </a:path>
              <a:path w="7367905" h="7586980">
                <a:moveTo>
                  <a:pt x="3717095" y="1449420"/>
                </a:moveTo>
                <a:lnTo>
                  <a:pt x="3737553" y="1484854"/>
                </a:lnTo>
                <a:lnTo>
                  <a:pt x="3702113" y="1505312"/>
                </a:lnTo>
                <a:lnTo>
                  <a:pt x="3681655" y="1469879"/>
                </a:lnTo>
                <a:lnTo>
                  <a:pt x="3717095" y="1449420"/>
                </a:lnTo>
                <a:close/>
              </a:path>
              <a:path w="7367905" h="7586980">
                <a:moveTo>
                  <a:pt x="3797004" y="1589727"/>
                </a:moveTo>
                <a:lnTo>
                  <a:pt x="3816522" y="1623523"/>
                </a:lnTo>
                <a:lnTo>
                  <a:pt x="3782720" y="1643035"/>
                </a:lnTo>
                <a:lnTo>
                  <a:pt x="3763208" y="1609239"/>
                </a:lnTo>
                <a:lnTo>
                  <a:pt x="3797004" y="1589727"/>
                </a:lnTo>
                <a:close/>
              </a:path>
              <a:path w="7367905" h="7586980">
                <a:moveTo>
                  <a:pt x="3876690" y="1730889"/>
                </a:moveTo>
                <a:lnTo>
                  <a:pt x="3894629" y="1761970"/>
                </a:lnTo>
                <a:lnTo>
                  <a:pt x="3863562" y="1779908"/>
                </a:lnTo>
                <a:lnTo>
                  <a:pt x="3845616" y="1748827"/>
                </a:lnTo>
                <a:lnTo>
                  <a:pt x="3876690" y="1730889"/>
                </a:lnTo>
                <a:close/>
              </a:path>
              <a:path w="7367905" h="7586980">
                <a:moveTo>
                  <a:pt x="3956613" y="1871195"/>
                </a:moveTo>
                <a:lnTo>
                  <a:pt x="3973606" y="1900632"/>
                </a:lnTo>
                <a:lnTo>
                  <a:pt x="3944170" y="1917631"/>
                </a:lnTo>
                <a:lnTo>
                  <a:pt x="3927170" y="1888195"/>
                </a:lnTo>
                <a:lnTo>
                  <a:pt x="3956613" y="1871195"/>
                </a:lnTo>
                <a:close/>
              </a:path>
              <a:path w="7367905" h="7586980">
                <a:moveTo>
                  <a:pt x="4036636" y="2011076"/>
                </a:moveTo>
                <a:lnTo>
                  <a:pt x="4053002" y="2039421"/>
                </a:lnTo>
                <a:lnTo>
                  <a:pt x="4024656" y="2055787"/>
                </a:lnTo>
                <a:lnTo>
                  <a:pt x="4008291" y="2027441"/>
                </a:lnTo>
                <a:lnTo>
                  <a:pt x="4036636" y="2011076"/>
                </a:lnTo>
                <a:close/>
              </a:path>
              <a:path w="7367905" h="7586980">
                <a:moveTo>
                  <a:pt x="4116438" y="2151807"/>
                </a:moveTo>
                <a:lnTo>
                  <a:pt x="4131546" y="2177976"/>
                </a:lnTo>
                <a:lnTo>
                  <a:pt x="4105377" y="2193085"/>
                </a:lnTo>
                <a:lnTo>
                  <a:pt x="4090268" y="2166916"/>
                </a:lnTo>
                <a:lnTo>
                  <a:pt x="4116438" y="2151807"/>
                </a:lnTo>
                <a:close/>
              </a:path>
              <a:path w="7367905" h="7586980">
                <a:moveTo>
                  <a:pt x="4196239" y="2292538"/>
                </a:moveTo>
                <a:lnTo>
                  <a:pt x="4210091" y="2316524"/>
                </a:lnTo>
                <a:lnTo>
                  <a:pt x="4186099" y="2330377"/>
                </a:lnTo>
                <a:lnTo>
                  <a:pt x="4172253" y="2306391"/>
                </a:lnTo>
                <a:lnTo>
                  <a:pt x="4196239" y="2292538"/>
                </a:lnTo>
                <a:close/>
              </a:path>
              <a:path w="7367905" h="7586980">
                <a:moveTo>
                  <a:pt x="4276154" y="2432851"/>
                </a:moveTo>
                <a:lnTo>
                  <a:pt x="4289061" y="2455199"/>
                </a:lnTo>
                <a:lnTo>
                  <a:pt x="4266706" y="2468106"/>
                </a:lnTo>
                <a:lnTo>
                  <a:pt x="4253799" y="2445757"/>
                </a:lnTo>
                <a:lnTo>
                  <a:pt x="4276154" y="2432851"/>
                </a:lnTo>
                <a:close/>
              </a:path>
              <a:path w="7367905" h="7586980">
                <a:moveTo>
                  <a:pt x="4356063" y="2573150"/>
                </a:moveTo>
                <a:lnTo>
                  <a:pt x="4368024" y="2593868"/>
                </a:lnTo>
                <a:lnTo>
                  <a:pt x="4347313" y="2605829"/>
                </a:lnTo>
                <a:lnTo>
                  <a:pt x="4335352" y="2585111"/>
                </a:lnTo>
                <a:lnTo>
                  <a:pt x="4356063" y="2573150"/>
                </a:lnTo>
                <a:close/>
              </a:path>
              <a:path w="7367905" h="7586980">
                <a:moveTo>
                  <a:pt x="4435979" y="2713462"/>
                </a:moveTo>
                <a:lnTo>
                  <a:pt x="4446995" y="2732536"/>
                </a:lnTo>
                <a:lnTo>
                  <a:pt x="4427920" y="2743552"/>
                </a:lnTo>
                <a:lnTo>
                  <a:pt x="4416904" y="2724478"/>
                </a:lnTo>
                <a:lnTo>
                  <a:pt x="4435979" y="2713462"/>
                </a:lnTo>
                <a:close/>
              </a:path>
              <a:path w="7367905" h="7586980">
                <a:moveTo>
                  <a:pt x="4515895" y="2853761"/>
                </a:moveTo>
                <a:lnTo>
                  <a:pt x="4525965" y="2871211"/>
                </a:lnTo>
                <a:lnTo>
                  <a:pt x="4508527" y="2881282"/>
                </a:lnTo>
                <a:lnTo>
                  <a:pt x="4498451" y="2863832"/>
                </a:lnTo>
                <a:lnTo>
                  <a:pt x="4515895" y="2853761"/>
                </a:lnTo>
                <a:close/>
              </a:path>
              <a:path w="7367905" h="7586980">
                <a:moveTo>
                  <a:pt x="4595816" y="2994067"/>
                </a:moveTo>
                <a:lnTo>
                  <a:pt x="4604941" y="3009874"/>
                </a:lnTo>
                <a:lnTo>
                  <a:pt x="4589134" y="3019005"/>
                </a:lnTo>
                <a:lnTo>
                  <a:pt x="4580003" y="3003192"/>
                </a:lnTo>
                <a:lnTo>
                  <a:pt x="4595816" y="2994067"/>
                </a:lnTo>
                <a:close/>
              </a:path>
              <a:path w="7367905" h="7586980">
                <a:moveTo>
                  <a:pt x="4675726" y="3134367"/>
                </a:moveTo>
                <a:lnTo>
                  <a:pt x="4683911" y="3148549"/>
                </a:lnTo>
                <a:lnTo>
                  <a:pt x="4669735" y="3156735"/>
                </a:lnTo>
                <a:lnTo>
                  <a:pt x="4661550" y="3142553"/>
                </a:lnTo>
                <a:lnTo>
                  <a:pt x="4675726" y="3134367"/>
                </a:lnTo>
                <a:close/>
              </a:path>
              <a:path w="7367905" h="7586980">
                <a:moveTo>
                  <a:pt x="4755641" y="3274679"/>
                </a:moveTo>
                <a:lnTo>
                  <a:pt x="4762881" y="3287217"/>
                </a:lnTo>
                <a:lnTo>
                  <a:pt x="4750343" y="3294458"/>
                </a:lnTo>
                <a:lnTo>
                  <a:pt x="4743102" y="3281919"/>
                </a:lnTo>
                <a:lnTo>
                  <a:pt x="4755641" y="3274679"/>
                </a:lnTo>
                <a:close/>
              </a:path>
              <a:path w="7367905" h="7586980">
                <a:moveTo>
                  <a:pt x="4835556" y="3414985"/>
                </a:moveTo>
                <a:lnTo>
                  <a:pt x="4841851" y="3425886"/>
                </a:lnTo>
                <a:lnTo>
                  <a:pt x="4830950" y="3432181"/>
                </a:lnTo>
                <a:lnTo>
                  <a:pt x="4824655" y="3421280"/>
                </a:lnTo>
                <a:lnTo>
                  <a:pt x="4835556" y="3414985"/>
                </a:lnTo>
                <a:close/>
              </a:path>
              <a:path w="7367905" h="7586980">
                <a:moveTo>
                  <a:pt x="4915472" y="3555291"/>
                </a:moveTo>
                <a:lnTo>
                  <a:pt x="4920821" y="3564562"/>
                </a:lnTo>
                <a:lnTo>
                  <a:pt x="4911557" y="3569911"/>
                </a:lnTo>
                <a:lnTo>
                  <a:pt x="4906201" y="3560640"/>
                </a:lnTo>
                <a:lnTo>
                  <a:pt x="4915472" y="3555291"/>
                </a:lnTo>
                <a:close/>
              </a:path>
              <a:path w="7367905" h="7586980">
                <a:moveTo>
                  <a:pt x="4995502" y="3695165"/>
                </a:moveTo>
                <a:lnTo>
                  <a:pt x="5000223" y="3703338"/>
                </a:lnTo>
                <a:lnTo>
                  <a:pt x="4992043" y="3708059"/>
                </a:lnTo>
                <a:lnTo>
                  <a:pt x="4987322" y="3699886"/>
                </a:lnTo>
                <a:lnTo>
                  <a:pt x="4995502" y="3695165"/>
                </a:lnTo>
                <a:close/>
              </a:path>
              <a:path w="7367905" h="7586980">
                <a:moveTo>
                  <a:pt x="5075532" y="3835039"/>
                </a:moveTo>
                <a:lnTo>
                  <a:pt x="5079625" y="3842127"/>
                </a:lnTo>
                <a:lnTo>
                  <a:pt x="5072537" y="3846220"/>
                </a:lnTo>
                <a:lnTo>
                  <a:pt x="5068444" y="3839132"/>
                </a:lnTo>
                <a:lnTo>
                  <a:pt x="5075532" y="3835039"/>
                </a:lnTo>
                <a:close/>
              </a:path>
              <a:path w="7367905" h="7586980">
                <a:moveTo>
                  <a:pt x="5155561" y="3974913"/>
                </a:moveTo>
                <a:lnTo>
                  <a:pt x="5159026" y="3980910"/>
                </a:lnTo>
                <a:lnTo>
                  <a:pt x="5153023" y="3984375"/>
                </a:lnTo>
                <a:lnTo>
                  <a:pt x="5149565" y="3978378"/>
                </a:lnTo>
                <a:lnTo>
                  <a:pt x="5155561" y="3974913"/>
                </a:lnTo>
                <a:close/>
              </a:path>
              <a:path w="7367905" h="7586980">
                <a:moveTo>
                  <a:pt x="5235591" y="4114794"/>
                </a:moveTo>
                <a:lnTo>
                  <a:pt x="5238421" y="4119700"/>
                </a:lnTo>
                <a:lnTo>
                  <a:pt x="5233522" y="4122530"/>
                </a:lnTo>
                <a:lnTo>
                  <a:pt x="5230686" y="4117624"/>
                </a:lnTo>
                <a:lnTo>
                  <a:pt x="5235591" y="4114794"/>
                </a:lnTo>
                <a:close/>
              </a:path>
              <a:path w="7367905" h="7586980">
                <a:moveTo>
                  <a:pt x="5315621" y="4254669"/>
                </a:moveTo>
                <a:lnTo>
                  <a:pt x="5317823" y="4258482"/>
                </a:lnTo>
                <a:lnTo>
                  <a:pt x="5314009" y="4260684"/>
                </a:lnTo>
                <a:lnTo>
                  <a:pt x="5311807" y="4256870"/>
                </a:lnTo>
                <a:lnTo>
                  <a:pt x="5315621" y="4254669"/>
                </a:lnTo>
                <a:close/>
              </a:path>
              <a:path w="7367905" h="7586980">
                <a:moveTo>
                  <a:pt x="5395651" y="4394543"/>
                </a:moveTo>
                <a:lnTo>
                  <a:pt x="5397224" y="4397265"/>
                </a:lnTo>
                <a:lnTo>
                  <a:pt x="5394502" y="4398839"/>
                </a:lnTo>
                <a:lnTo>
                  <a:pt x="5392928" y="4396117"/>
                </a:lnTo>
                <a:lnTo>
                  <a:pt x="5395651" y="4394543"/>
                </a:lnTo>
                <a:close/>
              </a:path>
              <a:path w="7367905" h="7586980">
                <a:moveTo>
                  <a:pt x="5475687" y="4534417"/>
                </a:moveTo>
                <a:lnTo>
                  <a:pt x="5476632" y="4536055"/>
                </a:lnTo>
                <a:lnTo>
                  <a:pt x="5474989" y="4537000"/>
                </a:lnTo>
                <a:lnTo>
                  <a:pt x="5474043" y="4535363"/>
                </a:lnTo>
                <a:lnTo>
                  <a:pt x="5475687" y="4534417"/>
                </a:lnTo>
                <a:close/>
              </a:path>
              <a:path w="7367905" h="7586980">
                <a:moveTo>
                  <a:pt x="2674067" y="0"/>
                </a:moveTo>
                <a:lnTo>
                  <a:pt x="2707633" y="0"/>
                </a:lnTo>
                <a:lnTo>
                  <a:pt x="2730716" y="39980"/>
                </a:lnTo>
                <a:lnTo>
                  <a:pt x="2676201" y="71453"/>
                </a:lnTo>
                <a:lnTo>
                  <a:pt x="2644728" y="16939"/>
                </a:lnTo>
                <a:lnTo>
                  <a:pt x="2674067" y="0"/>
                </a:lnTo>
                <a:close/>
              </a:path>
              <a:path w="7367905" h="7586980">
                <a:moveTo>
                  <a:pt x="2780077" y="122332"/>
                </a:moveTo>
                <a:lnTo>
                  <a:pt x="2813125" y="179569"/>
                </a:lnTo>
                <a:lnTo>
                  <a:pt x="2755882" y="212616"/>
                </a:lnTo>
                <a:lnTo>
                  <a:pt x="2722834" y="155380"/>
                </a:lnTo>
                <a:lnTo>
                  <a:pt x="2780077" y="122332"/>
                </a:lnTo>
                <a:close/>
              </a:path>
              <a:path w="7367905" h="7586980">
                <a:moveTo>
                  <a:pt x="2859879" y="263063"/>
                </a:moveTo>
                <a:lnTo>
                  <a:pt x="2891669" y="318130"/>
                </a:lnTo>
                <a:lnTo>
                  <a:pt x="2836610" y="349914"/>
                </a:lnTo>
                <a:lnTo>
                  <a:pt x="2804819" y="294848"/>
                </a:lnTo>
                <a:lnTo>
                  <a:pt x="2859879" y="263063"/>
                </a:lnTo>
                <a:close/>
              </a:path>
              <a:path w="7367905" h="7586980">
                <a:moveTo>
                  <a:pt x="2939794" y="403369"/>
                </a:moveTo>
                <a:lnTo>
                  <a:pt x="2970640" y="456799"/>
                </a:lnTo>
                <a:lnTo>
                  <a:pt x="2917211" y="487644"/>
                </a:lnTo>
                <a:lnTo>
                  <a:pt x="2886365" y="434215"/>
                </a:lnTo>
                <a:lnTo>
                  <a:pt x="2939794" y="403369"/>
                </a:lnTo>
                <a:close/>
              </a:path>
              <a:path w="7367905" h="7586980">
                <a:moveTo>
                  <a:pt x="3019595" y="544107"/>
                </a:moveTo>
                <a:lnTo>
                  <a:pt x="3049178" y="595347"/>
                </a:lnTo>
                <a:lnTo>
                  <a:pt x="2997938" y="624936"/>
                </a:lnTo>
                <a:lnTo>
                  <a:pt x="2968349" y="573689"/>
                </a:lnTo>
                <a:lnTo>
                  <a:pt x="3019595" y="544107"/>
                </a:lnTo>
                <a:close/>
              </a:path>
              <a:path w="7367905" h="7586980">
                <a:moveTo>
                  <a:pt x="3099390" y="684838"/>
                </a:moveTo>
                <a:lnTo>
                  <a:pt x="3127717" y="733901"/>
                </a:lnTo>
                <a:lnTo>
                  <a:pt x="3078653" y="762228"/>
                </a:lnTo>
                <a:lnTo>
                  <a:pt x="3050327" y="713164"/>
                </a:lnTo>
                <a:lnTo>
                  <a:pt x="3099390" y="684838"/>
                </a:lnTo>
                <a:close/>
              </a:path>
              <a:path w="7367905" h="7586980">
                <a:moveTo>
                  <a:pt x="3179078" y="826006"/>
                </a:moveTo>
                <a:lnTo>
                  <a:pt x="3205830" y="872341"/>
                </a:lnTo>
                <a:lnTo>
                  <a:pt x="3159496" y="899094"/>
                </a:lnTo>
                <a:lnTo>
                  <a:pt x="3132743" y="852759"/>
                </a:lnTo>
                <a:lnTo>
                  <a:pt x="3179078" y="826006"/>
                </a:lnTo>
                <a:close/>
              </a:path>
              <a:path w="7367905" h="7586980">
                <a:moveTo>
                  <a:pt x="3258999" y="966312"/>
                </a:moveTo>
                <a:lnTo>
                  <a:pt x="3284807" y="1011011"/>
                </a:lnTo>
                <a:lnTo>
                  <a:pt x="3240102" y="1036824"/>
                </a:lnTo>
                <a:lnTo>
                  <a:pt x="3214295" y="992120"/>
                </a:lnTo>
                <a:lnTo>
                  <a:pt x="3258999" y="966312"/>
                </a:lnTo>
                <a:close/>
              </a:path>
              <a:path w="7367905" h="7586980">
                <a:moveTo>
                  <a:pt x="3338794" y="1107050"/>
                </a:moveTo>
                <a:lnTo>
                  <a:pt x="3363346" y="1149571"/>
                </a:lnTo>
                <a:lnTo>
                  <a:pt x="3320824" y="1174122"/>
                </a:lnTo>
                <a:lnTo>
                  <a:pt x="3296273" y="1131601"/>
                </a:lnTo>
                <a:lnTo>
                  <a:pt x="3338794" y="1107050"/>
                </a:lnTo>
                <a:close/>
              </a:path>
              <a:path w="7367905" h="7586980">
                <a:moveTo>
                  <a:pt x="3418703" y="1247349"/>
                </a:moveTo>
                <a:lnTo>
                  <a:pt x="3442315" y="1288240"/>
                </a:lnTo>
                <a:lnTo>
                  <a:pt x="3401431" y="1311845"/>
                </a:lnTo>
                <a:lnTo>
                  <a:pt x="3377819" y="1270955"/>
                </a:lnTo>
                <a:lnTo>
                  <a:pt x="3418703" y="1247349"/>
                </a:lnTo>
                <a:close/>
              </a:path>
              <a:path w="7367905" h="7586980">
                <a:moveTo>
                  <a:pt x="3498504" y="1388086"/>
                </a:moveTo>
                <a:lnTo>
                  <a:pt x="3520853" y="1426794"/>
                </a:lnTo>
                <a:lnTo>
                  <a:pt x="3482152" y="1449137"/>
                </a:lnTo>
                <a:lnTo>
                  <a:pt x="3459803" y="1410429"/>
                </a:lnTo>
                <a:lnTo>
                  <a:pt x="3498504" y="1388086"/>
                </a:lnTo>
                <a:close/>
              </a:path>
              <a:path w="7367905" h="7586980">
                <a:moveTo>
                  <a:pt x="3578312" y="1528824"/>
                </a:moveTo>
                <a:lnTo>
                  <a:pt x="3599398" y="1565342"/>
                </a:lnTo>
                <a:lnTo>
                  <a:pt x="3562867" y="1586435"/>
                </a:lnTo>
                <a:lnTo>
                  <a:pt x="3541780" y="1549910"/>
                </a:lnTo>
                <a:lnTo>
                  <a:pt x="3578312" y="1528824"/>
                </a:lnTo>
                <a:close/>
              </a:path>
              <a:path w="7367905" h="7586980">
                <a:moveTo>
                  <a:pt x="3658221" y="1669123"/>
                </a:moveTo>
                <a:lnTo>
                  <a:pt x="3678368" y="1704017"/>
                </a:lnTo>
                <a:lnTo>
                  <a:pt x="3643474" y="1724158"/>
                </a:lnTo>
                <a:lnTo>
                  <a:pt x="3623333" y="1689270"/>
                </a:lnTo>
                <a:lnTo>
                  <a:pt x="3658221" y="1669123"/>
                </a:lnTo>
                <a:close/>
              </a:path>
              <a:path w="7367905" h="7586980">
                <a:moveTo>
                  <a:pt x="3738016" y="1809860"/>
                </a:moveTo>
                <a:lnTo>
                  <a:pt x="3756906" y="1842578"/>
                </a:lnTo>
                <a:lnTo>
                  <a:pt x="3724195" y="1861462"/>
                </a:lnTo>
                <a:lnTo>
                  <a:pt x="3705311" y="1828744"/>
                </a:lnTo>
                <a:lnTo>
                  <a:pt x="3738016" y="1809860"/>
                </a:lnTo>
                <a:close/>
              </a:path>
              <a:path w="7367905" h="7586980">
                <a:moveTo>
                  <a:pt x="3817823" y="1950598"/>
                </a:moveTo>
                <a:lnTo>
                  <a:pt x="3835444" y="1981126"/>
                </a:lnTo>
                <a:lnTo>
                  <a:pt x="3804923" y="1998754"/>
                </a:lnTo>
                <a:lnTo>
                  <a:pt x="3787295" y="1968226"/>
                </a:lnTo>
                <a:lnTo>
                  <a:pt x="3817823" y="1950598"/>
                </a:lnTo>
                <a:close/>
              </a:path>
              <a:path w="7367905" h="7586980">
                <a:moveTo>
                  <a:pt x="3897853" y="2090472"/>
                </a:moveTo>
                <a:lnTo>
                  <a:pt x="3914846" y="2119909"/>
                </a:lnTo>
                <a:lnTo>
                  <a:pt x="3885410" y="2136902"/>
                </a:lnTo>
                <a:lnTo>
                  <a:pt x="3868416" y="2107471"/>
                </a:lnTo>
                <a:lnTo>
                  <a:pt x="3897853" y="2090472"/>
                </a:lnTo>
                <a:close/>
              </a:path>
              <a:path w="7367905" h="7586980">
                <a:moveTo>
                  <a:pt x="3977648" y="2231209"/>
                </a:moveTo>
                <a:lnTo>
                  <a:pt x="3993385" y="2258470"/>
                </a:lnTo>
                <a:lnTo>
                  <a:pt x="3966130" y="2274206"/>
                </a:lnTo>
                <a:lnTo>
                  <a:pt x="3950394" y="2246946"/>
                </a:lnTo>
                <a:lnTo>
                  <a:pt x="3977648" y="2231209"/>
                </a:lnTo>
                <a:close/>
              </a:path>
              <a:path w="7367905" h="7586980">
                <a:moveTo>
                  <a:pt x="4057450" y="2371947"/>
                </a:moveTo>
                <a:lnTo>
                  <a:pt x="4071930" y="2397018"/>
                </a:lnTo>
                <a:lnTo>
                  <a:pt x="4046852" y="2411498"/>
                </a:lnTo>
                <a:lnTo>
                  <a:pt x="4032379" y="2386421"/>
                </a:lnTo>
                <a:lnTo>
                  <a:pt x="4057450" y="2371947"/>
                </a:lnTo>
                <a:close/>
              </a:path>
              <a:path w="7367905" h="7586980">
                <a:moveTo>
                  <a:pt x="4137365" y="2512246"/>
                </a:moveTo>
                <a:lnTo>
                  <a:pt x="4150900" y="2535693"/>
                </a:lnTo>
                <a:lnTo>
                  <a:pt x="4127453" y="2549228"/>
                </a:lnTo>
                <a:lnTo>
                  <a:pt x="4113918" y="2525781"/>
                </a:lnTo>
                <a:lnTo>
                  <a:pt x="4137365" y="2512246"/>
                </a:lnTo>
                <a:close/>
              </a:path>
              <a:path w="7367905" h="7586980">
                <a:moveTo>
                  <a:pt x="4217280" y="2652552"/>
                </a:moveTo>
                <a:lnTo>
                  <a:pt x="4229870" y="2674362"/>
                </a:lnTo>
                <a:lnTo>
                  <a:pt x="4208060" y="2686951"/>
                </a:lnTo>
                <a:lnTo>
                  <a:pt x="4195471" y="2665141"/>
                </a:lnTo>
                <a:lnTo>
                  <a:pt x="4217280" y="2652552"/>
                </a:lnTo>
                <a:close/>
              </a:path>
              <a:path w="7367905" h="7586980">
                <a:moveTo>
                  <a:pt x="4297081" y="2793290"/>
                </a:moveTo>
                <a:lnTo>
                  <a:pt x="4308408" y="2812910"/>
                </a:lnTo>
                <a:lnTo>
                  <a:pt x="4288788" y="2824243"/>
                </a:lnTo>
                <a:lnTo>
                  <a:pt x="4277455" y="2804616"/>
                </a:lnTo>
                <a:lnTo>
                  <a:pt x="4297081" y="2793290"/>
                </a:lnTo>
                <a:close/>
              </a:path>
              <a:path w="7367905" h="7586980">
                <a:moveTo>
                  <a:pt x="4376998" y="2933595"/>
                </a:moveTo>
                <a:lnTo>
                  <a:pt x="4387379" y="2951585"/>
                </a:lnTo>
                <a:lnTo>
                  <a:pt x="4369390" y="2961972"/>
                </a:lnTo>
                <a:lnTo>
                  <a:pt x="4359002" y="2943983"/>
                </a:lnTo>
                <a:lnTo>
                  <a:pt x="4376998" y="2933595"/>
                </a:lnTo>
                <a:close/>
              </a:path>
              <a:path w="7367905" h="7586980">
                <a:moveTo>
                  <a:pt x="4456907" y="3073901"/>
                </a:moveTo>
                <a:lnTo>
                  <a:pt x="4466349" y="3090253"/>
                </a:lnTo>
                <a:lnTo>
                  <a:pt x="4449996" y="3099695"/>
                </a:lnTo>
                <a:lnTo>
                  <a:pt x="4440554" y="3083343"/>
                </a:lnTo>
                <a:lnTo>
                  <a:pt x="4456907" y="3073901"/>
                </a:lnTo>
                <a:close/>
              </a:path>
              <a:path w="7367905" h="7586980">
                <a:moveTo>
                  <a:pt x="4536829" y="3214207"/>
                </a:moveTo>
                <a:lnTo>
                  <a:pt x="4545325" y="3228923"/>
                </a:lnTo>
                <a:lnTo>
                  <a:pt x="4530604" y="3237419"/>
                </a:lnTo>
                <a:lnTo>
                  <a:pt x="4522107" y="3222704"/>
                </a:lnTo>
                <a:lnTo>
                  <a:pt x="4536829" y="3214207"/>
                </a:lnTo>
                <a:close/>
              </a:path>
              <a:path w="7367905" h="7586980">
                <a:moveTo>
                  <a:pt x="4616858" y="3354082"/>
                </a:moveTo>
                <a:lnTo>
                  <a:pt x="4624727" y="3367712"/>
                </a:lnTo>
                <a:lnTo>
                  <a:pt x="4611097" y="3375581"/>
                </a:lnTo>
                <a:lnTo>
                  <a:pt x="4603228" y="3361950"/>
                </a:lnTo>
                <a:lnTo>
                  <a:pt x="4616858" y="3354082"/>
                </a:lnTo>
                <a:close/>
              </a:path>
              <a:path w="7367905" h="7586980">
                <a:moveTo>
                  <a:pt x="4696660" y="3494813"/>
                </a:moveTo>
                <a:lnTo>
                  <a:pt x="4703265" y="3506260"/>
                </a:lnTo>
                <a:lnTo>
                  <a:pt x="4691818" y="3512872"/>
                </a:lnTo>
                <a:lnTo>
                  <a:pt x="4685212" y="3501425"/>
                </a:lnTo>
                <a:lnTo>
                  <a:pt x="4696660" y="3494813"/>
                </a:lnTo>
                <a:close/>
              </a:path>
              <a:path w="7367905" h="7586980">
                <a:moveTo>
                  <a:pt x="4776575" y="3635125"/>
                </a:moveTo>
                <a:lnTo>
                  <a:pt x="4782235" y="3644935"/>
                </a:lnTo>
                <a:lnTo>
                  <a:pt x="4772419" y="3650601"/>
                </a:lnTo>
                <a:lnTo>
                  <a:pt x="4766758" y="3640791"/>
                </a:lnTo>
                <a:lnTo>
                  <a:pt x="4776575" y="3635125"/>
                </a:lnTo>
                <a:close/>
              </a:path>
              <a:path w="7367905" h="7586980">
                <a:moveTo>
                  <a:pt x="4856605" y="3775000"/>
                </a:moveTo>
                <a:lnTo>
                  <a:pt x="4861637" y="3783718"/>
                </a:lnTo>
                <a:lnTo>
                  <a:pt x="4852918" y="3788757"/>
                </a:lnTo>
                <a:lnTo>
                  <a:pt x="4847880" y="3780032"/>
                </a:lnTo>
                <a:lnTo>
                  <a:pt x="4856605" y="3775000"/>
                </a:lnTo>
                <a:close/>
              </a:path>
              <a:path w="7367905" h="7586980">
                <a:moveTo>
                  <a:pt x="4936634" y="3914873"/>
                </a:moveTo>
                <a:lnTo>
                  <a:pt x="4941038" y="3922500"/>
                </a:lnTo>
                <a:lnTo>
                  <a:pt x="4933405" y="3926910"/>
                </a:lnTo>
                <a:lnTo>
                  <a:pt x="4929001" y="3919277"/>
                </a:lnTo>
                <a:lnTo>
                  <a:pt x="4936634" y="3914873"/>
                </a:lnTo>
                <a:close/>
              </a:path>
              <a:path w="7367905" h="7586980">
                <a:moveTo>
                  <a:pt x="5016664" y="4054742"/>
                </a:moveTo>
                <a:lnTo>
                  <a:pt x="5020440" y="4061290"/>
                </a:lnTo>
                <a:lnTo>
                  <a:pt x="5013898" y="4065066"/>
                </a:lnTo>
                <a:lnTo>
                  <a:pt x="5010116" y="4058524"/>
                </a:lnTo>
                <a:lnTo>
                  <a:pt x="5016664" y="4054742"/>
                </a:lnTo>
                <a:close/>
              </a:path>
              <a:path w="7367905" h="7586980">
                <a:moveTo>
                  <a:pt x="5096580" y="4195053"/>
                </a:moveTo>
                <a:lnTo>
                  <a:pt x="5099410" y="4199959"/>
                </a:lnTo>
                <a:lnTo>
                  <a:pt x="5094505" y="4202789"/>
                </a:lnTo>
                <a:lnTo>
                  <a:pt x="5091668" y="4197884"/>
                </a:lnTo>
                <a:lnTo>
                  <a:pt x="5096580" y="4195053"/>
                </a:lnTo>
                <a:close/>
              </a:path>
              <a:path w="7367905" h="7586980">
                <a:moveTo>
                  <a:pt x="5176718" y="4334496"/>
                </a:moveTo>
                <a:lnTo>
                  <a:pt x="5179237" y="4338856"/>
                </a:lnTo>
                <a:lnTo>
                  <a:pt x="5174877" y="4341375"/>
                </a:lnTo>
                <a:lnTo>
                  <a:pt x="5172358" y="4337016"/>
                </a:lnTo>
                <a:lnTo>
                  <a:pt x="5176718" y="4334496"/>
                </a:lnTo>
                <a:close/>
              </a:path>
              <a:path w="7367905" h="7586980">
                <a:moveTo>
                  <a:pt x="5256754" y="4474371"/>
                </a:moveTo>
                <a:lnTo>
                  <a:pt x="5258644" y="4477645"/>
                </a:lnTo>
                <a:lnTo>
                  <a:pt x="5255370" y="4479536"/>
                </a:lnTo>
                <a:lnTo>
                  <a:pt x="5253479" y="4476255"/>
                </a:lnTo>
                <a:lnTo>
                  <a:pt x="5256754" y="4474371"/>
                </a:lnTo>
                <a:close/>
              </a:path>
              <a:path w="7367905" h="7586980">
                <a:moveTo>
                  <a:pt x="5336783" y="4614245"/>
                </a:moveTo>
                <a:lnTo>
                  <a:pt x="5338046" y="4616428"/>
                </a:lnTo>
                <a:lnTo>
                  <a:pt x="5335863" y="4617684"/>
                </a:lnTo>
                <a:lnTo>
                  <a:pt x="5334601" y="4615508"/>
                </a:lnTo>
                <a:lnTo>
                  <a:pt x="5336783" y="4614245"/>
                </a:lnTo>
                <a:close/>
              </a:path>
              <a:path w="7367905" h="7586980">
                <a:moveTo>
                  <a:pt x="5415721" y="4754754"/>
                </a:moveTo>
                <a:lnTo>
                  <a:pt x="5417172" y="4754754"/>
                </a:lnTo>
                <a:lnTo>
                  <a:pt x="5417441" y="4755217"/>
                </a:lnTo>
                <a:lnTo>
                  <a:pt x="5415988" y="4755217"/>
                </a:lnTo>
                <a:lnTo>
                  <a:pt x="5415721" y="4754754"/>
                </a:lnTo>
                <a:close/>
              </a:path>
              <a:path w="7367905" h="7586980">
                <a:moveTo>
                  <a:pt x="2561606" y="60565"/>
                </a:moveTo>
                <a:lnTo>
                  <a:pt x="2596863" y="121622"/>
                </a:lnTo>
                <a:lnTo>
                  <a:pt x="2535806" y="156877"/>
                </a:lnTo>
                <a:lnTo>
                  <a:pt x="2500551" y="95814"/>
                </a:lnTo>
                <a:lnTo>
                  <a:pt x="2561606" y="60565"/>
                </a:lnTo>
                <a:close/>
              </a:path>
              <a:path w="7367905" h="7586980">
                <a:moveTo>
                  <a:pt x="2641409" y="201303"/>
                </a:moveTo>
                <a:lnTo>
                  <a:pt x="2675402" y="260177"/>
                </a:lnTo>
                <a:lnTo>
                  <a:pt x="2616528" y="294170"/>
                </a:lnTo>
                <a:lnTo>
                  <a:pt x="2582535" y="235290"/>
                </a:lnTo>
                <a:lnTo>
                  <a:pt x="2641409" y="201303"/>
                </a:lnTo>
                <a:close/>
              </a:path>
              <a:path w="7367905" h="7586980">
                <a:moveTo>
                  <a:pt x="2721324" y="341602"/>
                </a:moveTo>
                <a:lnTo>
                  <a:pt x="2754372" y="398845"/>
                </a:lnTo>
                <a:lnTo>
                  <a:pt x="2697129" y="431892"/>
                </a:lnTo>
                <a:lnTo>
                  <a:pt x="2664081" y="374656"/>
                </a:lnTo>
                <a:lnTo>
                  <a:pt x="2721324" y="341602"/>
                </a:lnTo>
                <a:close/>
              </a:path>
              <a:path w="7367905" h="7586980">
                <a:moveTo>
                  <a:pt x="2801125" y="482340"/>
                </a:moveTo>
                <a:lnTo>
                  <a:pt x="2832916" y="537406"/>
                </a:lnTo>
                <a:lnTo>
                  <a:pt x="2777856" y="569191"/>
                </a:lnTo>
                <a:lnTo>
                  <a:pt x="2746066" y="514131"/>
                </a:lnTo>
                <a:lnTo>
                  <a:pt x="2801125" y="482340"/>
                </a:lnTo>
                <a:close/>
              </a:path>
              <a:path w="7367905" h="7586980">
                <a:moveTo>
                  <a:pt x="2880927" y="623077"/>
                </a:moveTo>
                <a:lnTo>
                  <a:pt x="2911455" y="675954"/>
                </a:lnTo>
                <a:lnTo>
                  <a:pt x="2858572" y="706489"/>
                </a:lnTo>
                <a:lnTo>
                  <a:pt x="2828043" y="653605"/>
                </a:lnTo>
                <a:lnTo>
                  <a:pt x="2880927" y="623077"/>
                </a:lnTo>
                <a:close/>
              </a:path>
              <a:path w="7367905" h="7586980">
                <a:moveTo>
                  <a:pt x="2960722" y="763808"/>
                </a:moveTo>
                <a:lnTo>
                  <a:pt x="2989993" y="814509"/>
                </a:lnTo>
                <a:lnTo>
                  <a:pt x="2939299" y="843781"/>
                </a:lnTo>
                <a:lnTo>
                  <a:pt x="2910027" y="793080"/>
                </a:lnTo>
                <a:lnTo>
                  <a:pt x="2960722" y="763808"/>
                </a:lnTo>
                <a:close/>
              </a:path>
              <a:path w="7367905" h="7586980">
                <a:moveTo>
                  <a:pt x="3040523" y="904551"/>
                </a:moveTo>
                <a:lnTo>
                  <a:pt x="3068538" y="953069"/>
                </a:lnTo>
                <a:lnTo>
                  <a:pt x="3020021" y="981078"/>
                </a:lnTo>
                <a:lnTo>
                  <a:pt x="2992005" y="932560"/>
                </a:lnTo>
                <a:lnTo>
                  <a:pt x="3040523" y="904551"/>
                </a:lnTo>
                <a:close/>
              </a:path>
              <a:path w="7367905" h="7586980">
                <a:moveTo>
                  <a:pt x="3120323" y="1045283"/>
                </a:moveTo>
                <a:lnTo>
                  <a:pt x="3147077" y="1091617"/>
                </a:lnTo>
                <a:lnTo>
                  <a:pt x="3100735" y="1118376"/>
                </a:lnTo>
                <a:lnTo>
                  <a:pt x="3073982" y="1072035"/>
                </a:lnTo>
                <a:lnTo>
                  <a:pt x="3120323" y="1045283"/>
                </a:lnTo>
                <a:close/>
              </a:path>
              <a:path w="7367905" h="7586980">
                <a:moveTo>
                  <a:pt x="3200125" y="1186020"/>
                </a:moveTo>
                <a:lnTo>
                  <a:pt x="3225615" y="1230172"/>
                </a:lnTo>
                <a:lnTo>
                  <a:pt x="3181456" y="1255668"/>
                </a:lnTo>
                <a:lnTo>
                  <a:pt x="3155967" y="1211510"/>
                </a:lnTo>
                <a:lnTo>
                  <a:pt x="3200125" y="1186020"/>
                </a:lnTo>
                <a:close/>
              </a:path>
              <a:path w="7367905" h="7586980">
                <a:moveTo>
                  <a:pt x="3279926" y="1326751"/>
                </a:moveTo>
                <a:lnTo>
                  <a:pt x="3304160" y="1368733"/>
                </a:lnTo>
                <a:lnTo>
                  <a:pt x="3262178" y="1392967"/>
                </a:lnTo>
                <a:lnTo>
                  <a:pt x="3237944" y="1350991"/>
                </a:lnTo>
                <a:lnTo>
                  <a:pt x="3279926" y="1326751"/>
                </a:lnTo>
                <a:close/>
              </a:path>
              <a:path w="7367905" h="7586980">
                <a:moveTo>
                  <a:pt x="3359842" y="1467057"/>
                </a:moveTo>
                <a:lnTo>
                  <a:pt x="3383130" y="1507402"/>
                </a:lnTo>
                <a:lnTo>
                  <a:pt x="3342791" y="1530690"/>
                </a:lnTo>
                <a:lnTo>
                  <a:pt x="3319497" y="1490352"/>
                </a:lnTo>
                <a:lnTo>
                  <a:pt x="3359842" y="1467057"/>
                </a:lnTo>
                <a:close/>
              </a:path>
              <a:path w="7367905" h="7586980">
                <a:moveTo>
                  <a:pt x="3439643" y="1607795"/>
                </a:moveTo>
                <a:lnTo>
                  <a:pt x="3461674" y="1645950"/>
                </a:lnTo>
                <a:lnTo>
                  <a:pt x="3423506" y="1667988"/>
                </a:lnTo>
                <a:lnTo>
                  <a:pt x="3401474" y="1629827"/>
                </a:lnTo>
                <a:lnTo>
                  <a:pt x="3439643" y="1607795"/>
                </a:lnTo>
                <a:close/>
              </a:path>
              <a:path w="7367905" h="7586980">
                <a:moveTo>
                  <a:pt x="3519438" y="1748532"/>
                </a:moveTo>
                <a:lnTo>
                  <a:pt x="3540207" y="1784505"/>
                </a:lnTo>
                <a:lnTo>
                  <a:pt x="3504228" y="1805280"/>
                </a:lnTo>
                <a:lnTo>
                  <a:pt x="3483459" y="1769301"/>
                </a:lnTo>
                <a:lnTo>
                  <a:pt x="3519438" y="1748532"/>
                </a:lnTo>
                <a:close/>
              </a:path>
              <a:path w="7367905" h="7586980">
                <a:moveTo>
                  <a:pt x="3599354" y="1888838"/>
                </a:moveTo>
                <a:lnTo>
                  <a:pt x="3619177" y="1923180"/>
                </a:lnTo>
                <a:lnTo>
                  <a:pt x="3584835" y="1943003"/>
                </a:lnTo>
                <a:lnTo>
                  <a:pt x="3565012" y="1908661"/>
                </a:lnTo>
                <a:lnTo>
                  <a:pt x="3599354" y="1888838"/>
                </a:lnTo>
                <a:close/>
              </a:path>
              <a:path w="7367905" h="7586980">
                <a:moveTo>
                  <a:pt x="3679035" y="2030000"/>
                </a:moveTo>
                <a:lnTo>
                  <a:pt x="3697290" y="2061620"/>
                </a:lnTo>
                <a:lnTo>
                  <a:pt x="3665677" y="2079870"/>
                </a:lnTo>
                <a:lnTo>
                  <a:pt x="3647421" y="2048250"/>
                </a:lnTo>
                <a:lnTo>
                  <a:pt x="3679035" y="2030000"/>
                </a:lnTo>
                <a:close/>
              </a:path>
              <a:path w="7367905" h="7586980">
                <a:moveTo>
                  <a:pt x="3758957" y="2170306"/>
                </a:moveTo>
                <a:lnTo>
                  <a:pt x="3776267" y="2200289"/>
                </a:lnTo>
                <a:lnTo>
                  <a:pt x="3746279" y="2217600"/>
                </a:lnTo>
                <a:lnTo>
                  <a:pt x="3728968" y="2187617"/>
                </a:lnTo>
                <a:lnTo>
                  <a:pt x="3758957" y="2170306"/>
                </a:lnTo>
                <a:close/>
              </a:path>
              <a:path w="7367905" h="7586980">
                <a:moveTo>
                  <a:pt x="3838866" y="2310606"/>
                </a:moveTo>
                <a:lnTo>
                  <a:pt x="3855237" y="2338957"/>
                </a:lnTo>
                <a:lnTo>
                  <a:pt x="3826885" y="2355322"/>
                </a:lnTo>
                <a:lnTo>
                  <a:pt x="3810514" y="2326977"/>
                </a:lnTo>
                <a:lnTo>
                  <a:pt x="3838866" y="2310606"/>
                </a:lnTo>
                <a:close/>
              </a:path>
              <a:path w="7367905" h="7586980">
                <a:moveTo>
                  <a:pt x="3918667" y="2451349"/>
                </a:moveTo>
                <a:lnTo>
                  <a:pt x="3933769" y="2477512"/>
                </a:lnTo>
                <a:lnTo>
                  <a:pt x="3907606" y="2492614"/>
                </a:lnTo>
                <a:lnTo>
                  <a:pt x="3892504" y="2466451"/>
                </a:lnTo>
                <a:lnTo>
                  <a:pt x="3918667" y="2451349"/>
                </a:lnTo>
                <a:close/>
              </a:path>
              <a:path w="7367905" h="7586980">
                <a:moveTo>
                  <a:pt x="3998468" y="2592080"/>
                </a:moveTo>
                <a:lnTo>
                  <a:pt x="4012314" y="2616066"/>
                </a:lnTo>
                <a:lnTo>
                  <a:pt x="3988328" y="2629919"/>
                </a:lnTo>
                <a:lnTo>
                  <a:pt x="3974482" y="2605933"/>
                </a:lnTo>
                <a:lnTo>
                  <a:pt x="3998468" y="2592080"/>
                </a:lnTo>
                <a:close/>
              </a:path>
              <a:path w="7367905" h="7586980">
                <a:moveTo>
                  <a:pt x="4078377" y="2732386"/>
                </a:moveTo>
                <a:lnTo>
                  <a:pt x="4091283" y="2754742"/>
                </a:lnTo>
                <a:lnTo>
                  <a:pt x="4068935" y="2767643"/>
                </a:lnTo>
                <a:lnTo>
                  <a:pt x="4056028" y="2745287"/>
                </a:lnTo>
                <a:lnTo>
                  <a:pt x="4078377" y="2732386"/>
                </a:lnTo>
                <a:close/>
              </a:path>
              <a:path w="7367905" h="7586980">
                <a:moveTo>
                  <a:pt x="4158293" y="2872693"/>
                </a:moveTo>
                <a:lnTo>
                  <a:pt x="4170254" y="2893411"/>
                </a:lnTo>
                <a:lnTo>
                  <a:pt x="4149542" y="2905366"/>
                </a:lnTo>
                <a:lnTo>
                  <a:pt x="4137581" y="2884654"/>
                </a:lnTo>
                <a:lnTo>
                  <a:pt x="4158293" y="2872693"/>
                </a:lnTo>
                <a:close/>
              </a:path>
              <a:path w="7367905" h="7586980">
                <a:moveTo>
                  <a:pt x="4238214" y="3012999"/>
                </a:moveTo>
                <a:lnTo>
                  <a:pt x="4249231" y="3032080"/>
                </a:lnTo>
                <a:lnTo>
                  <a:pt x="4230143" y="3043096"/>
                </a:lnTo>
                <a:lnTo>
                  <a:pt x="4219127" y="3024015"/>
                </a:lnTo>
                <a:lnTo>
                  <a:pt x="4238214" y="3012999"/>
                </a:lnTo>
                <a:close/>
              </a:path>
              <a:path w="7367905" h="7586980">
                <a:moveTo>
                  <a:pt x="4318130" y="3153298"/>
                </a:moveTo>
                <a:lnTo>
                  <a:pt x="4328201" y="3170748"/>
                </a:lnTo>
                <a:lnTo>
                  <a:pt x="4310751" y="3180825"/>
                </a:lnTo>
                <a:lnTo>
                  <a:pt x="4300680" y="3163374"/>
                </a:lnTo>
                <a:lnTo>
                  <a:pt x="4318130" y="3153298"/>
                </a:lnTo>
                <a:close/>
              </a:path>
              <a:path w="7367905" h="7586980">
                <a:moveTo>
                  <a:pt x="4397925" y="3294035"/>
                </a:moveTo>
                <a:lnTo>
                  <a:pt x="4406739" y="3309302"/>
                </a:lnTo>
                <a:lnTo>
                  <a:pt x="4391478" y="3318116"/>
                </a:lnTo>
                <a:lnTo>
                  <a:pt x="4382664" y="3302849"/>
                </a:lnTo>
                <a:lnTo>
                  <a:pt x="4397925" y="3294035"/>
                </a:lnTo>
                <a:close/>
              </a:path>
              <a:path w="7367905" h="7586980">
                <a:moveTo>
                  <a:pt x="4477954" y="3433909"/>
                </a:moveTo>
                <a:lnTo>
                  <a:pt x="4486141" y="3448091"/>
                </a:lnTo>
                <a:lnTo>
                  <a:pt x="4471971" y="3456270"/>
                </a:lnTo>
                <a:lnTo>
                  <a:pt x="4463785" y="3442095"/>
                </a:lnTo>
                <a:lnTo>
                  <a:pt x="4477954" y="3433909"/>
                </a:lnTo>
                <a:close/>
              </a:path>
              <a:path w="7367905" h="7586980">
                <a:moveTo>
                  <a:pt x="4557870" y="3574222"/>
                </a:moveTo>
                <a:lnTo>
                  <a:pt x="4565104" y="3586754"/>
                </a:lnTo>
                <a:lnTo>
                  <a:pt x="4552572" y="3593994"/>
                </a:lnTo>
                <a:lnTo>
                  <a:pt x="4545338" y="3581456"/>
                </a:lnTo>
                <a:lnTo>
                  <a:pt x="4557870" y="3574222"/>
                </a:lnTo>
                <a:close/>
              </a:path>
              <a:path w="7367905" h="7586980">
                <a:moveTo>
                  <a:pt x="4637672" y="3714953"/>
                </a:moveTo>
                <a:lnTo>
                  <a:pt x="4643649" y="3725309"/>
                </a:lnTo>
                <a:lnTo>
                  <a:pt x="4633293" y="3731292"/>
                </a:lnTo>
                <a:lnTo>
                  <a:pt x="4627316" y="3720936"/>
                </a:lnTo>
                <a:lnTo>
                  <a:pt x="4637672" y="3714953"/>
                </a:lnTo>
                <a:close/>
              </a:path>
              <a:path w="7367905" h="7586980">
                <a:moveTo>
                  <a:pt x="4717701" y="3854827"/>
                </a:moveTo>
                <a:lnTo>
                  <a:pt x="4723051" y="3864091"/>
                </a:lnTo>
                <a:lnTo>
                  <a:pt x="4713780" y="3869447"/>
                </a:lnTo>
                <a:lnTo>
                  <a:pt x="4708431" y="3860183"/>
                </a:lnTo>
                <a:lnTo>
                  <a:pt x="4717701" y="3854827"/>
                </a:lnTo>
                <a:close/>
              </a:path>
              <a:path w="7367905" h="7586980">
                <a:moveTo>
                  <a:pt x="4797737" y="3994701"/>
                </a:moveTo>
                <a:lnTo>
                  <a:pt x="4802458" y="4002880"/>
                </a:lnTo>
                <a:lnTo>
                  <a:pt x="4794279" y="4007601"/>
                </a:lnTo>
                <a:lnTo>
                  <a:pt x="4789558" y="3999422"/>
                </a:lnTo>
                <a:lnTo>
                  <a:pt x="4797737" y="3994701"/>
                </a:lnTo>
                <a:close/>
              </a:path>
              <a:path w="7367905" h="7586980">
                <a:moveTo>
                  <a:pt x="4877761" y="4134582"/>
                </a:moveTo>
                <a:lnTo>
                  <a:pt x="4881854" y="4141670"/>
                </a:lnTo>
                <a:lnTo>
                  <a:pt x="4874772" y="4145757"/>
                </a:lnTo>
                <a:lnTo>
                  <a:pt x="4870679" y="4138669"/>
                </a:lnTo>
                <a:lnTo>
                  <a:pt x="4877761" y="4134582"/>
                </a:lnTo>
                <a:close/>
              </a:path>
              <a:path w="7367905" h="7586980">
                <a:moveTo>
                  <a:pt x="4957676" y="4274881"/>
                </a:moveTo>
                <a:lnTo>
                  <a:pt x="4960824" y="4280332"/>
                </a:lnTo>
                <a:lnTo>
                  <a:pt x="4955373" y="4283479"/>
                </a:lnTo>
                <a:lnTo>
                  <a:pt x="4952226" y="4278029"/>
                </a:lnTo>
                <a:lnTo>
                  <a:pt x="4957676" y="4274881"/>
                </a:lnTo>
                <a:close/>
              </a:path>
              <a:path w="7367905" h="7586980">
                <a:moveTo>
                  <a:pt x="5037705" y="4414756"/>
                </a:moveTo>
                <a:lnTo>
                  <a:pt x="5040225" y="4419121"/>
                </a:lnTo>
                <a:lnTo>
                  <a:pt x="5035866" y="4421634"/>
                </a:lnTo>
                <a:lnTo>
                  <a:pt x="5033347" y="4417275"/>
                </a:lnTo>
                <a:lnTo>
                  <a:pt x="5037705" y="4414756"/>
                </a:lnTo>
                <a:close/>
              </a:path>
              <a:path w="7367905" h="7586980">
                <a:moveTo>
                  <a:pt x="5117736" y="4554630"/>
                </a:moveTo>
                <a:lnTo>
                  <a:pt x="5119627" y="4557911"/>
                </a:lnTo>
                <a:lnTo>
                  <a:pt x="5116359" y="4559795"/>
                </a:lnTo>
                <a:lnTo>
                  <a:pt x="5114468" y="4556521"/>
                </a:lnTo>
                <a:lnTo>
                  <a:pt x="5117736" y="4554630"/>
                </a:lnTo>
                <a:close/>
              </a:path>
              <a:path w="7367905" h="7586980">
                <a:moveTo>
                  <a:pt x="5197886" y="4694079"/>
                </a:moveTo>
                <a:lnTo>
                  <a:pt x="5199460" y="4696808"/>
                </a:lnTo>
                <a:lnTo>
                  <a:pt x="5196731" y="4698381"/>
                </a:lnTo>
                <a:lnTo>
                  <a:pt x="5195158" y="4695653"/>
                </a:lnTo>
                <a:lnTo>
                  <a:pt x="5197886" y="4694079"/>
                </a:lnTo>
                <a:close/>
              </a:path>
              <a:path w="7367905" h="7586980">
                <a:moveTo>
                  <a:pt x="5277909" y="4833960"/>
                </a:moveTo>
                <a:lnTo>
                  <a:pt x="5278855" y="4835591"/>
                </a:lnTo>
                <a:lnTo>
                  <a:pt x="5277224" y="4836530"/>
                </a:lnTo>
                <a:lnTo>
                  <a:pt x="5276279" y="4834899"/>
                </a:lnTo>
                <a:lnTo>
                  <a:pt x="5277909" y="4833960"/>
                </a:lnTo>
                <a:close/>
              </a:path>
              <a:path w="7367905" h="7586980">
                <a:moveTo>
                  <a:pt x="2341697" y="0"/>
                </a:moveTo>
                <a:lnTo>
                  <a:pt x="2343474" y="0"/>
                </a:lnTo>
                <a:lnTo>
                  <a:pt x="2380170" y="63561"/>
                </a:lnTo>
                <a:lnTo>
                  <a:pt x="2315839" y="100701"/>
                </a:lnTo>
                <a:lnTo>
                  <a:pt x="2278699" y="36371"/>
                </a:lnTo>
                <a:lnTo>
                  <a:pt x="2341697" y="0"/>
                </a:lnTo>
                <a:close/>
              </a:path>
              <a:path w="7367905" h="7586980">
                <a:moveTo>
                  <a:pt x="2423059" y="139104"/>
                </a:moveTo>
                <a:lnTo>
                  <a:pt x="2459565" y="202344"/>
                </a:lnTo>
                <a:lnTo>
                  <a:pt x="2396326" y="238856"/>
                </a:lnTo>
                <a:lnTo>
                  <a:pt x="2359820" y="175616"/>
                </a:lnTo>
                <a:lnTo>
                  <a:pt x="2423059" y="139104"/>
                </a:lnTo>
                <a:close/>
              </a:path>
              <a:path w="7367905" h="7586980">
                <a:moveTo>
                  <a:pt x="2502854" y="279842"/>
                </a:moveTo>
                <a:lnTo>
                  <a:pt x="2538110" y="340905"/>
                </a:lnTo>
                <a:lnTo>
                  <a:pt x="2477046" y="376154"/>
                </a:lnTo>
                <a:lnTo>
                  <a:pt x="2441797" y="315098"/>
                </a:lnTo>
                <a:lnTo>
                  <a:pt x="2502854" y="279842"/>
                </a:lnTo>
                <a:close/>
              </a:path>
              <a:path w="7367905" h="7586980">
                <a:moveTo>
                  <a:pt x="2582655" y="420573"/>
                </a:moveTo>
                <a:lnTo>
                  <a:pt x="2616649" y="479453"/>
                </a:lnTo>
                <a:lnTo>
                  <a:pt x="2557775" y="513446"/>
                </a:lnTo>
                <a:lnTo>
                  <a:pt x="2523781" y="454566"/>
                </a:lnTo>
                <a:lnTo>
                  <a:pt x="2582655" y="420573"/>
                </a:lnTo>
                <a:close/>
              </a:path>
              <a:path w="7367905" h="7586980">
                <a:moveTo>
                  <a:pt x="2662571" y="560885"/>
                </a:moveTo>
                <a:lnTo>
                  <a:pt x="2695619" y="618122"/>
                </a:lnTo>
                <a:lnTo>
                  <a:pt x="2638382" y="651169"/>
                </a:lnTo>
                <a:lnTo>
                  <a:pt x="2605334" y="593932"/>
                </a:lnTo>
                <a:lnTo>
                  <a:pt x="2662571" y="560885"/>
                </a:lnTo>
                <a:close/>
              </a:path>
              <a:path w="7367905" h="7586980">
                <a:moveTo>
                  <a:pt x="2742372" y="701616"/>
                </a:moveTo>
                <a:lnTo>
                  <a:pt x="2774163" y="756676"/>
                </a:lnTo>
                <a:lnTo>
                  <a:pt x="2719097" y="788467"/>
                </a:lnTo>
                <a:lnTo>
                  <a:pt x="2687312" y="733407"/>
                </a:lnTo>
                <a:lnTo>
                  <a:pt x="2742372" y="701616"/>
                </a:lnTo>
                <a:close/>
              </a:path>
              <a:path w="7367905" h="7586980">
                <a:moveTo>
                  <a:pt x="2822167" y="842354"/>
                </a:moveTo>
                <a:lnTo>
                  <a:pt x="2852702" y="895237"/>
                </a:lnTo>
                <a:lnTo>
                  <a:pt x="2799819" y="925766"/>
                </a:lnTo>
                <a:lnTo>
                  <a:pt x="2769290" y="872882"/>
                </a:lnTo>
                <a:lnTo>
                  <a:pt x="2822167" y="842354"/>
                </a:lnTo>
                <a:close/>
              </a:path>
              <a:path w="7367905" h="7586980">
                <a:moveTo>
                  <a:pt x="2901854" y="983522"/>
                </a:moveTo>
                <a:lnTo>
                  <a:pt x="2930809" y="1033671"/>
                </a:lnTo>
                <a:lnTo>
                  <a:pt x="2880654" y="1062626"/>
                </a:lnTo>
                <a:lnTo>
                  <a:pt x="2851699" y="1012477"/>
                </a:lnTo>
                <a:lnTo>
                  <a:pt x="2901854" y="983522"/>
                </a:lnTo>
                <a:close/>
              </a:path>
              <a:path w="7367905" h="7586980">
                <a:moveTo>
                  <a:pt x="2981656" y="1124253"/>
                </a:moveTo>
                <a:lnTo>
                  <a:pt x="3009354" y="1172225"/>
                </a:lnTo>
                <a:lnTo>
                  <a:pt x="2961382" y="1199924"/>
                </a:lnTo>
                <a:lnTo>
                  <a:pt x="2933684" y="1151952"/>
                </a:lnTo>
                <a:lnTo>
                  <a:pt x="2981656" y="1124253"/>
                </a:lnTo>
                <a:close/>
              </a:path>
              <a:path w="7367905" h="7586980">
                <a:moveTo>
                  <a:pt x="3061451" y="1264991"/>
                </a:moveTo>
                <a:lnTo>
                  <a:pt x="3087892" y="1310780"/>
                </a:lnTo>
                <a:lnTo>
                  <a:pt x="3042097" y="1337222"/>
                </a:lnTo>
                <a:lnTo>
                  <a:pt x="3015661" y="1291426"/>
                </a:lnTo>
                <a:lnTo>
                  <a:pt x="3061451" y="1264991"/>
                </a:lnTo>
                <a:close/>
              </a:path>
              <a:path w="7367905" h="7586980">
                <a:moveTo>
                  <a:pt x="3141138" y="1406153"/>
                </a:moveTo>
                <a:lnTo>
                  <a:pt x="3165999" y="1449220"/>
                </a:lnTo>
                <a:lnTo>
                  <a:pt x="3122932" y="1474089"/>
                </a:lnTo>
                <a:lnTo>
                  <a:pt x="3098070" y="1431022"/>
                </a:lnTo>
                <a:lnTo>
                  <a:pt x="3141138" y="1406153"/>
                </a:lnTo>
                <a:close/>
              </a:path>
              <a:path w="7367905" h="7586980">
                <a:moveTo>
                  <a:pt x="3221047" y="1546459"/>
                </a:moveTo>
                <a:lnTo>
                  <a:pt x="3244969" y="1587895"/>
                </a:lnTo>
                <a:lnTo>
                  <a:pt x="3203539" y="1611812"/>
                </a:lnTo>
                <a:lnTo>
                  <a:pt x="3179617" y="1570376"/>
                </a:lnTo>
                <a:lnTo>
                  <a:pt x="3221047" y="1546459"/>
                </a:lnTo>
                <a:close/>
              </a:path>
              <a:path w="7367905" h="7586980">
                <a:moveTo>
                  <a:pt x="3300854" y="1687197"/>
                </a:moveTo>
                <a:lnTo>
                  <a:pt x="3323514" y="1726443"/>
                </a:lnTo>
                <a:lnTo>
                  <a:pt x="3284260" y="1749109"/>
                </a:lnTo>
                <a:lnTo>
                  <a:pt x="3261600" y="1709863"/>
                </a:lnTo>
                <a:lnTo>
                  <a:pt x="3300854" y="1687197"/>
                </a:lnTo>
                <a:close/>
              </a:path>
              <a:path w="7367905" h="7586980">
                <a:moveTo>
                  <a:pt x="3380763" y="1827503"/>
                </a:moveTo>
                <a:lnTo>
                  <a:pt x="3402484" y="1865112"/>
                </a:lnTo>
                <a:lnTo>
                  <a:pt x="3364867" y="1886833"/>
                </a:lnTo>
                <a:lnTo>
                  <a:pt x="3343146" y="1849217"/>
                </a:lnTo>
                <a:lnTo>
                  <a:pt x="3380763" y="1827503"/>
                </a:lnTo>
                <a:close/>
              </a:path>
              <a:path w="7367905" h="7586980">
                <a:moveTo>
                  <a:pt x="3460564" y="1968234"/>
                </a:moveTo>
                <a:lnTo>
                  <a:pt x="3481028" y="2003673"/>
                </a:lnTo>
                <a:lnTo>
                  <a:pt x="3445595" y="2024131"/>
                </a:lnTo>
                <a:lnTo>
                  <a:pt x="3425131" y="1988692"/>
                </a:lnTo>
                <a:lnTo>
                  <a:pt x="3460564" y="1968234"/>
                </a:lnTo>
                <a:close/>
              </a:path>
              <a:path w="7367905" h="7586980">
                <a:moveTo>
                  <a:pt x="3540365" y="2108977"/>
                </a:moveTo>
                <a:lnTo>
                  <a:pt x="3559567" y="2142228"/>
                </a:lnTo>
                <a:lnTo>
                  <a:pt x="3526310" y="2161423"/>
                </a:lnTo>
                <a:lnTo>
                  <a:pt x="3507114" y="2128173"/>
                </a:lnTo>
                <a:lnTo>
                  <a:pt x="3540365" y="2108977"/>
                </a:lnTo>
                <a:close/>
              </a:path>
              <a:path w="7367905" h="7586980">
                <a:moveTo>
                  <a:pt x="3620166" y="2249709"/>
                </a:moveTo>
                <a:lnTo>
                  <a:pt x="3638105" y="2280776"/>
                </a:lnTo>
                <a:lnTo>
                  <a:pt x="3607031" y="2298721"/>
                </a:lnTo>
                <a:lnTo>
                  <a:pt x="3589092" y="2267648"/>
                </a:lnTo>
                <a:lnTo>
                  <a:pt x="3620166" y="2249709"/>
                </a:lnTo>
                <a:close/>
              </a:path>
              <a:path w="7367905" h="7586980">
                <a:moveTo>
                  <a:pt x="3700083" y="2390008"/>
                </a:moveTo>
                <a:lnTo>
                  <a:pt x="3717075" y="2419451"/>
                </a:lnTo>
                <a:lnTo>
                  <a:pt x="3687639" y="2436445"/>
                </a:lnTo>
                <a:lnTo>
                  <a:pt x="3670639" y="2407008"/>
                </a:lnTo>
                <a:lnTo>
                  <a:pt x="3700083" y="2390008"/>
                </a:lnTo>
                <a:close/>
              </a:path>
              <a:path w="7367905" h="7586980">
                <a:moveTo>
                  <a:pt x="3779883" y="2530745"/>
                </a:moveTo>
                <a:lnTo>
                  <a:pt x="3795620" y="2558005"/>
                </a:lnTo>
                <a:lnTo>
                  <a:pt x="3768366" y="2573742"/>
                </a:lnTo>
                <a:lnTo>
                  <a:pt x="3752623" y="2546482"/>
                </a:lnTo>
                <a:lnTo>
                  <a:pt x="3779883" y="2530745"/>
                </a:lnTo>
                <a:close/>
              </a:path>
              <a:path w="7367905" h="7586980">
                <a:moveTo>
                  <a:pt x="3859679" y="2671482"/>
                </a:moveTo>
                <a:lnTo>
                  <a:pt x="3874159" y="2696560"/>
                </a:lnTo>
                <a:lnTo>
                  <a:pt x="3849082" y="2711040"/>
                </a:lnTo>
                <a:lnTo>
                  <a:pt x="3834608" y="2685963"/>
                </a:lnTo>
                <a:lnTo>
                  <a:pt x="3859679" y="2671482"/>
                </a:lnTo>
                <a:close/>
              </a:path>
              <a:path w="7367905" h="7586980">
                <a:moveTo>
                  <a:pt x="3939600" y="2811782"/>
                </a:moveTo>
                <a:lnTo>
                  <a:pt x="3953135" y="2835229"/>
                </a:lnTo>
                <a:lnTo>
                  <a:pt x="3929688" y="2848764"/>
                </a:lnTo>
                <a:lnTo>
                  <a:pt x="3916153" y="2825317"/>
                </a:lnTo>
                <a:lnTo>
                  <a:pt x="3939600" y="2811782"/>
                </a:lnTo>
                <a:close/>
              </a:path>
              <a:path w="7367905" h="7586980">
                <a:moveTo>
                  <a:pt x="4019395" y="2952519"/>
                </a:moveTo>
                <a:lnTo>
                  <a:pt x="4031667" y="2973783"/>
                </a:lnTo>
                <a:lnTo>
                  <a:pt x="4010410" y="2986055"/>
                </a:lnTo>
                <a:lnTo>
                  <a:pt x="3998131" y="2964797"/>
                </a:lnTo>
                <a:lnTo>
                  <a:pt x="4019395" y="2952519"/>
                </a:lnTo>
                <a:close/>
              </a:path>
              <a:path w="7367905" h="7586980">
                <a:moveTo>
                  <a:pt x="4099310" y="3092832"/>
                </a:moveTo>
                <a:lnTo>
                  <a:pt x="4110637" y="3112452"/>
                </a:lnTo>
                <a:lnTo>
                  <a:pt x="4091017" y="3123785"/>
                </a:lnTo>
                <a:lnTo>
                  <a:pt x="4079684" y="3104158"/>
                </a:lnTo>
                <a:lnTo>
                  <a:pt x="4099310" y="3092832"/>
                </a:lnTo>
                <a:close/>
              </a:path>
              <a:path w="7367905" h="7586980">
                <a:moveTo>
                  <a:pt x="4179227" y="3233131"/>
                </a:moveTo>
                <a:lnTo>
                  <a:pt x="4189614" y="3251120"/>
                </a:lnTo>
                <a:lnTo>
                  <a:pt x="4171625" y="3261508"/>
                </a:lnTo>
                <a:lnTo>
                  <a:pt x="4161237" y="3243518"/>
                </a:lnTo>
                <a:lnTo>
                  <a:pt x="4179227" y="3233131"/>
                </a:lnTo>
                <a:close/>
              </a:path>
              <a:path w="7367905" h="7586980">
                <a:moveTo>
                  <a:pt x="4259142" y="3373437"/>
                </a:moveTo>
                <a:lnTo>
                  <a:pt x="4268584" y="3389789"/>
                </a:lnTo>
                <a:lnTo>
                  <a:pt x="4252232" y="3399231"/>
                </a:lnTo>
                <a:lnTo>
                  <a:pt x="4242790" y="3382879"/>
                </a:lnTo>
                <a:lnTo>
                  <a:pt x="4259142" y="3373437"/>
                </a:lnTo>
                <a:close/>
              </a:path>
              <a:path w="7367905" h="7586980">
                <a:moveTo>
                  <a:pt x="4339058" y="3513743"/>
                </a:moveTo>
                <a:lnTo>
                  <a:pt x="4347555" y="3528464"/>
                </a:lnTo>
                <a:lnTo>
                  <a:pt x="4332839" y="3536961"/>
                </a:lnTo>
                <a:lnTo>
                  <a:pt x="4324343" y="3522239"/>
                </a:lnTo>
                <a:lnTo>
                  <a:pt x="4339058" y="3513743"/>
                </a:lnTo>
                <a:close/>
              </a:path>
              <a:path w="7367905" h="7586980">
                <a:moveTo>
                  <a:pt x="4418967" y="3654049"/>
                </a:moveTo>
                <a:lnTo>
                  <a:pt x="4426525" y="3667133"/>
                </a:lnTo>
                <a:lnTo>
                  <a:pt x="4413440" y="3674685"/>
                </a:lnTo>
                <a:lnTo>
                  <a:pt x="4405883" y="3661600"/>
                </a:lnTo>
                <a:lnTo>
                  <a:pt x="4418967" y="3654049"/>
                </a:lnTo>
                <a:close/>
              </a:path>
              <a:path w="7367905" h="7586980">
                <a:moveTo>
                  <a:pt x="4498769" y="3794780"/>
                </a:moveTo>
                <a:lnTo>
                  <a:pt x="4505063" y="3805681"/>
                </a:lnTo>
                <a:lnTo>
                  <a:pt x="4494162" y="3811976"/>
                </a:lnTo>
                <a:lnTo>
                  <a:pt x="4487867" y="3801075"/>
                </a:lnTo>
                <a:lnTo>
                  <a:pt x="4498769" y="3794780"/>
                </a:lnTo>
                <a:close/>
              </a:path>
              <a:path w="7367905" h="7586980">
                <a:moveTo>
                  <a:pt x="4578805" y="3934654"/>
                </a:moveTo>
                <a:lnTo>
                  <a:pt x="4584471" y="3944470"/>
                </a:lnTo>
                <a:lnTo>
                  <a:pt x="4574655" y="3950137"/>
                </a:lnTo>
                <a:lnTo>
                  <a:pt x="4568988" y="3940320"/>
                </a:lnTo>
                <a:lnTo>
                  <a:pt x="4578805" y="3934654"/>
                </a:lnTo>
                <a:close/>
              </a:path>
              <a:path w="7367905" h="7586980">
                <a:moveTo>
                  <a:pt x="4658828" y="4074536"/>
                </a:moveTo>
                <a:lnTo>
                  <a:pt x="4663866" y="4083260"/>
                </a:lnTo>
                <a:lnTo>
                  <a:pt x="4655147" y="4088299"/>
                </a:lnTo>
                <a:lnTo>
                  <a:pt x="4650109" y="4079567"/>
                </a:lnTo>
                <a:lnTo>
                  <a:pt x="4658828" y="4074536"/>
                </a:lnTo>
                <a:close/>
              </a:path>
              <a:path w="7367905" h="7586980">
                <a:moveTo>
                  <a:pt x="4738858" y="4214409"/>
                </a:moveTo>
                <a:lnTo>
                  <a:pt x="4743268" y="4222043"/>
                </a:lnTo>
                <a:lnTo>
                  <a:pt x="4735634" y="4226447"/>
                </a:lnTo>
                <a:lnTo>
                  <a:pt x="4731224" y="4218813"/>
                </a:lnTo>
                <a:lnTo>
                  <a:pt x="4738858" y="4214409"/>
                </a:lnTo>
                <a:close/>
              </a:path>
              <a:path w="7367905" h="7586980">
                <a:moveTo>
                  <a:pt x="4818773" y="4354715"/>
                </a:moveTo>
                <a:lnTo>
                  <a:pt x="4822238" y="4360712"/>
                </a:lnTo>
                <a:lnTo>
                  <a:pt x="4816241" y="4364176"/>
                </a:lnTo>
                <a:lnTo>
                  <a:pt x="4812776" y="4358180"/>
                </a:lnTo>
                <a:lnTo>
                  <a:pt x="4818773" y="4354715"/>
                </a:lnTo>
                <a:close/>
              </a:path>
              <a:path w="7367905" h="7586980">
                <a:moveTo>
                  <a:pt x="4898809" y="4494589"/>
                </a:moveTo>
                <a:lnTo>
                  <a:pt x="4901639" y="4499501"/>
                </a:lnTo>
                <a:lnTo>
                  <a:pt x="4896734" y="4502331"/>
                </a:lnTo>
                <a:lnTo>
                  <a:pt x="4893897" y="4497426"/>
                </a:lnTo>
                <a:lnTo>
                  <a:pt x="4898809" y="4494589"/>
                </a:lnTo>
                <a:close/>
              </a:path>
              <a:path w="7367905" h="7586980">
                <a:moveTo>
                  <a:pt x="4978839" y="4634464"/>
                </a:moveTo>
                <a:lnTo>
                  <a:pt x="4981041" y="4638284"/>
                </a:lnTo>
                <a:lnTo>
                  <a:pt x="4977227" y="4640486"/>
                </a:lnTo>
                <a:lnTo>
                  <a:pt x="4975025" y="4636666"/>
                </a:lnTo>
                <a:lnTo>
                  <a:pt x="4978839" y="4634464"/>
                </a:lnTo>
                <a:close/>
              </a:path>
              <a:path w="7367905" h="7586980">
                <a:moveTo>
                  <a:pt x="5058869" y="4774344"/>
                </a:moveTo>
                <a:lnTo>
                  <a:pt x="5060442" y="4777067"/>
                </a:lnTo>
                <a:lnTo>
                  <a:pt x="5057720" y="4778640"/>
                </a:lnTo>
                <a:lnTo>
                  <a:pt x="5056146" y="4775918"/>
                </a:lnTo>
                <a:lnTo>
                  <a:pt x="5058869" y="4774344"/>
                </a:lnTo>
                <a:close/>
              </a:path>
              <a:path w="7367905" h="7586980">
                <a:moveTo>
                  <a:pt x="5138898" y="4914219"/>
                </a:moveTo>
                <a:lnTo>
                  <a:pt x="5139844" y="4915850"/>
                </a:lnTo>
                <a:lnTo>
                  <a:pt x="5138207" y="4916795"/>
                </a:lnTo>
                <a:lnTo>
                  <a:pt x="5137261" y="4915164"/>
                </a:lnTo>
                <a:lnTo>
                  <a:pt x="5138898" y="4914219"/>
                </a:lnTo>
                <a:close/>
              </a:path>
              <a:path w="7367905" h="7586980">
                <a:moveTo>
                  <a:pt x="2081062" y="0"/>
                </a:moveTo>
                <a:lnTo>
                  <a:pt x="2149397" y="0"/>
                </a:lnTo>
                <a:lnTo>
                  <a:pt x="2150576" y="2042"/>
                </a:lnTo>
                <a:lnTo>
                  <a:pt x="2099324" y="31631"/>
                </a:lnTo>
                <a:lnTo>
                  <a:pt x="2081062" y="0"/>
                </a:lnTo>
                <a:close/>
              </a:path>
              <a:path w="7367905" h="7586980">
                <a:moveTo>
                  <a:pt x="2204703" y="76913"/>
                </a:moveTo>
                <a:lnTo>
                  <a:pt x="2243728" y="144512"/>
                </a:lnTo>
                <a:lnTo>
                  <a:pt x="2176129" y="183543"/>
                </a:lnTo>
                <a:lnTo>
                  <a:pt x="2137098" y="115944"/>
                </a:lnTo>
                <a:lnTo>
                  <a:pt x="2204703" y="76913"/>
                </a:lnTo>
                <a:close/>
              </a:path>
              <a:path w="7367905" h="7586980">
                <a:moveTo>
                  <a:pt x="2284499" y="217644"/>
                </a:moveTo>
                <a:lnTo>
                  <a:pt x="2322273" y="283066"/>
                </a:lnTo>
                <a:lnTo>
                  <a:pt x="2256851" y="320835"/>
                </a:lnTo>
                <a:lnTo>
                  <a:pt x="2219083" y="255413"/>
                </a:lnTo>
                <a:lnTo>
                  <a:pt x="2284499" y="217644"/>
                </a:lnTo>
                <a:close/>
              </a:path>
              <a:path w="7367905" h="7586980">
                <a:moveTo>
                  <a:pt x="2364185" y="358813"/>
                </a:moveTo>
                <a:lnTo>
                  <a:pt x="2400380" y="421507"/>
                </a:lnTo>
                <a:lnTo>
                  <a:pt x="2337687" y="457702"/>
                </a:lnTo>
                <a:lnTo>
                  <a:pt x="2301492" y="395008"/>
                </a:lnTo>
                <a:lnTo>
                  <a:pt x="2364185" y="358813"/>
                </a:lnTo>
                <a:close/>
              </a:path>
              <a:path w="7367905" h="7586980">
                <a:moveTo>
                  <a:pt x="2443987" y="499544"/>
                </a:moveTo>
                <a:lnTo>
                  <a:pt x="2478925" y="560061"/>
                </a:lnTo>
                <a:lnTo>
                  <a:pt x="2418407" y="595000"/>
                </a:lnTo>
                <a:lnTo>
                  <a:pt x="2383469" y="534482"/>
                </a:lnTo>
                <a:lnTo>
                  <a:pt x="2443987" y="499544"/>
                </a:lnTo>
                <a:close/>
              </a:path>
              <a:path w="7367905" h="7586980">
                <a:moveTo>
                  <a:pt x="2523902" y="639856"/>
                </a:moveTo>
                <a:lnTo>
                  <a:pt x="2557896" y="698730"/>
                </a:lnTo>
                <a:lnTo>
                  <a:pt x="2499015" y="732723"/>
                </a:lnTo>
                <a:lnTo>
                  <a:pt x="2465022" y="673850"/>
                </a:lnTo>
                <a:lnTo>
                  <a:pt x="2523902" y="639856"/>
                </a:lnTo>
                <a:close/>
              </a:path>
              <a:path w="7367905" h="7586980">
                <a:moveTo>
                  <a:pt x="2603704" y="780588"/>
                </a:moveTo>
                <a:lnTo>
                  <a:pt x="2636434" y="837285"/>
                </a:lnTo>
                <a:lnTo>
                  <a:pt x="2579737" y="870021"/>
                </a:lnTo>
                <a:lnTo>
                  <a:pt x="2547000" y="813324"/>
                </a:lnTo>
                <a:lnTo>
                  <a:pt x="2603704" y="780588"/>
                </a:lnTo>
                <a:close/>
              </a:path>
              <a:path w="7367905" h="7586980">
                <a:moveTo>
                  <a:pt x="2683498" y="921325"/>
                </a:moveTo>
                <a:lnTo>
                  <a:pt x="2714972" y="975839"/>
                </a:lnTo>
                <a:lnTo>
                  <a:pt x="2660458" y="1007313"/>
                </a:lnTo>
                <a:lnTo>
                  <a:pt x="2628984" y="952798"/>
                </a:lnTo>
                <a:lnTo>
                  <a:pt x="2683498" y="921325"/>
                </a:lnTo>
                <a:close/>
              </a:path>
              <a:path w="7367905" h="7586980">
                <a:moveTo>
                  <a:pt x="2763186" y="1062494"/>
                </a:moveTo>
                <a:lnTo>
                  <a:pt x="2793086" y="1114280"/>
                </a:lnTo>
                <a:lnTo>
                  <a:pt x="2741293" y="1144180"/>
                </a:lnTo>
                <a:lnTo>
                  <a:pt x="2711393" y="1092394"/>
                </a:lnTo>
                <a:lnTo>
                  <a:pt x="2763186" y="1062494"/>
                </a:lnTo>
                <a:close/>
              </a:path>
              <a:path w="7367905" h="7586980">
                <a:moveTo>
                  <a:pt x="2842987" y="1203225"/>
                </a:moveTo>
                <a:lnTo>
                  <a:pt x="2871630" y="1252834"/>
                </a:lnTo>
                <a:lnTo>
                  <a:pt x="2822014" y="1281477"/>
                </a:lnTo>
                <a:lnTo>
                  <a:pt x="2793371" y="1231868"/>
                </a:lnTo>
                <a:lnTo>
                  <a:pt x="2842987" y="1203225"/>
                </a:lnTo>
                <a:close/>
              </a:path>
              <a:path w="7367905" h="7586980">
                <a:moveTo>
                  <a:pt x="2922668" y="1344387"/>
                </a:moveTo>
                <a:lnTo>
                  <a:pt x="2949738" y="1391274"/>
                </a:lnTo>
                <a:lnTo>
                  <a:pt x="2902851" y="1418344"/>
                </a:lnTo>
                <a:lnTo>
                  <a:pt x="2875787" y="1371457"/>
                </a:lnTo>
                <a:lnTo>
                  <a:pt x="2922668" y="1344387"/>
                </a:lnTo>
                <a:close/>
              </a:path>
              <a:path w="7367905" h="7586980">
                <a:moveTo>
                  <a:pt x="3002469" y="1485125"/>
                </a:moveTo>
                <a:lnTo>
                  <a:pt x="3028276" y="1529829"/>
                </a:lnTo>
                <a:lnTo>
                  <a:pt x="2983578" y="1555636"/>
                </a:lnTo>
                <a:lnTo>
                  <a:pt x="2957764" y="1510932"/>
                </a:lnTo>
                <a:lnTo>
                  <a:pt x="3002469" y="1485125"/>
                </a:lnTo>
                <a:close/>
              </a:path>
              <a:path w="7367905" h="7586980">
                <a:moveTo>
                  <a:pt x="3082270" y="1625862"/>
                </a:moveTo>
                <a:lnTo>
                  <a:pt x="3106821" y="1668383"/>
                </a:lnTo>
                <a:lnTo>
                  <a:pt x="3064294" y="1692934"/>
                </a:lnTo>
                <a:lnTo>
                  <a:pt x="3039742" y="1650413"/>
                </a:lnTo>
                <a:lnTo>
                  <a:pt x="3082270" y="1625862"/>
                </a:lnTo>
                <a:close/>
              </a:path>
              <a:path w="7367905" h="7586980">
                <a:moveTo>
                  <a:pt x="3162071" y="1766593"/>
                </a:moveTo>
                <a:lnTo>
                  <a:pt x="3185359" y="1806932"/>
                </a:lnTo>
                <a:lnTo>
                  <a:pt x="3145014" y="1830226"/>
                </a:lnTo>
                <a:lnTo>
                  <a:pt x="3121720" y="1789887"/>
                </a:lnTo>
                <a:lnTo>
                  <a:pt x="3162071" y="1766593"/>
                </a:lnTo>
                <a:close/>
              </a:path>
              <a:path w="7367905" h="7586980">
                <a:moveTo>
                  <a:pt x="3241987" y="1906899"/>
                </a:moveTo>
                <a:lnTo>
                  <a:pt x="3264329" y="1945607"/>
                </a:lnTo>
                <a:lnTo>
                  <a:pt x="3225622" y="1967956"/>
                </a:lnTo>
                <a:lnTo>
                  <a:pt x="3203273" y="1929248"/>
                </a:lnTo>
                <a:lnTo>
                  <a:pt x="3241987" y="1906899"/>
                </a:lnTo>
                <a:close/>
              </a:path>
              <a:path w="7367905" h="7586980">
                <a:moveTo>
                  <a:pt x="3321668" y="2048068"/>
                </a:moveTo>
                <a:lnTo>
                  <a:pt x="3342443" y="2084047"/>
                </a:lnTo>
                <a:lnTo>
                  <a:pt x="3306458" y="2104822"/>
                </a:lnTo>
                <a:lnTo>
                  <a:pt x="3285688" y="2068843"/>
                </a:lnTo>
                <a:lnTo>
                  <a:pt x="3321668" y="2048068"/>
                </a:lnTo>
                <a:close/>
              </a:path>
              <a:path w="7367905" h="7586980">
                <a:moveTo>
                  <a:pt x="3401584" y="2188367"/>
                </a:moveTo>
                <a:lnTo>
                  <a:pt x="3421413" y="2222715"/>
                </a:lnTo>
                <a:lnTo>
                  <a:pt x="3387065" y="2242545"/>
                </a:lnTo>
                <a:lnTo>
                  <a:pt x="3367235" y="2208197"/>
                </a:lnTo>
                <a:lnTo>
                  <a:pt x="3401584" y="2188367"/>
                </a:lnTo>
                <a:close/>
              </a:path>
              <a:path w="7367905" h="7586980">
                <a:moveTo>
                  <a:pt x="3481378" y="2329104"/>
                </a:moveTo>
                <a:lnTo>
                  <a:pt x="3499945" y="2361270"/>
                </a:lnTo>
                <a:lnTo>
                  <a:pt x="3467793" y="2379837"/>
                </a:lnTo>
                <a:lnTo>
                  <a:pt x="3449220" y="2347671"/>
                </a:lnTo>
                <a:lnTo>
                  <a:pt x="3481378" y="2329104"/>
                </a:lnTo>
                <a:close/>
              </a:path>
              <a:path w="7367905" h="7586980">
                <a:moveTo>
                  <a:pt x="3561186" y="2469842"/>
                </a:moveTo>
                <a:lnTo>
                  <a:pt x="3578497" y="2499824"/>
                </a:lnTo>
                <a:lnTo>
                  <a:pt x="3548508" y="2517135"/>
                </a:lnTo>
                <a:lnTo>
                  <a:pt x="3531197" y="2487152"/>
                </a:lnTo>
                <a:lnTo>
                  <a:pt x="3561186" y="2469842"/>
                </a:lnTo>
                <a:close/>
              </a:path>
              <a:path w="7367905" h="7586980">
                <a:moveTo>
                  <a:pt x="3641095" y="2610148"/>
                </a:moveTo>
                <a:lnTo>
                  <a:pt x="3657460" y="2638499"/>
                </a:lnTo>
                <a:lnTo>
                  <a:pt x="3629121" y="2654865"/>
                </a:lnTo>
                <a:lnTo>
                  <a:pt x="3612749" y="2626513"/>
                </a:lnTo>
                <a:lnTo>
                  <a:pt x="3641095" y="2610148"/>
                </a:lnTo>
                <a:close/>
              </a:path>
              <a:path w="7367905" h="7586980">
                <a:moveTo>
                  <a:pt x="3720896" y="2750879"/>
                </a:moveTo>
                <a:lnTo>
                  <a:pt x="3736004" y="2777048"/>
                </a:lnTo>
                <a:lnTo>
                  <a:pt x="3709835" y="2792156"/>
                </a:lnTo>
                <a:lnTo>
                  <a:pt x="3694727" y="2765987"/>
                </a:lnTo>
                <a:lnTo>
                  <a:pt x="3720896" y="2750879"/>
                </a:lnTo>
                <a:close/>
              </a:path>
              <a:path w="7367905" h="7586980">
                <a:moveTo>
                  <a:pt x="3800697" y="2891622"/>
                </a:moveTo>
                <a:lnTo>
                  <a:pt x="3814543" y="2915608"/>
                </a:lnTo>
                <a:lnTo>
                  <a:pt x="3790563" y="2929455"/>
                </a:lnTo>
                <a:lnTo>
                  <a:pt x="3776711" y="2905469"/>
                </a:lnTo>
                <a:lnTo>
                  <a:pt x="3800697" y="2891622"/>
                </a:lnTo>
                <a:close/>
              </a:path>
              <a:path w="7367905" h="7586980">
                <a:moveTo>
                  <a:pt x="3880613" y="3031922"/>
                </a:moveTo>
                <a:lnTo>
                  <a:pt x="3893513" y="3054271"/>
                </a:lnTo>
                <a:lnTo>
                  <a:pt x="3871165" y="3067177"/>
                </a:lnTo>
                <a:lnTo>
                  <a:pt x="3858258" y="3044828"/>
                </a:lnTo>
                <a:lnTo>
                  <a:pt x="3880613" y="3031922"/>
                </a:lnTo>
                <a:close/>
              </a:path>
              <a:path w="7367905" h="7586980">
                <a:moveTo>
                  <a:pt x="3960408" y="3172659"/>
                </a:moveTo>
                <a:lnTo>
                  <a:pt x="3972058" y="3192832"/>
                </a:lnTo>
                <a:lnTo>
                  <a:pt x="3951886" y="3204475"/>
                </a:lnTo>
                <a:lnTo>
                  <a:pt x="3940242" y="3184303"/>
                </a:lnTo>
                <a:lnTo>
                  <a:pt x="3960408" y="3172659"/>
                </a:lnTo>
                <a:close/>
              </a:path>
              <a:path w="7367905" h="7586980">
                <a:moveTo>
                  <a:pt x="4040438" y="3312533"/>
                </a:moveTo>
                <a:lnTo>
                  <a:pt x="4051454" y="3331614"/>
                </a:lnTo>
                <a:lnTo>
                  <a:pt x="4032379" y="3342630"/>
                </a:lnTo>
                <a:lnTo>
                  <a:pt x="4021363" y="3323549"/>
                </a:lnTo>
                <a:lnTo>
                  <a:pt x="4040438" y="3312533"/>
                </a:lnTo>
                <a:close/>
              </a:path>
              <a:path w="7367905" h="7586980">
                <a:moveTo>
                  <a:pt x="4120239" y="3453264"/>
                </a:moveTo>
                <a:lnTo>
                  <a:pt x="4129998" y="3470169"/>
                </a:lnTo>
                <a:lnTo>
                  <a:pt x="4113100" y="3479928"/>
                </a:lnTo>
                <a:lnTo>
                  <a:pt x="4103341" y="3463024"/>
                </a:lnTo>
                <a:lnTo>
                  <a:pt x="4120239" y="3453264"/>
                </a:lnTo>
                <a:close/>
              </a:path>
              <a:path w="7367905" h="7586980">
                <a:moveTo>
                  <a:pt x="4200154" y="3593577"/>
                </a:moveTo>
                <a:lnTo>
                  <a:pt x="4208968" y="3608838"/>
                </a:lnTo>
                <a:lnTo>
                  <a:pt x="4193707" y="3617651"/>
                </a:lnTo>
                <a:lnTo>
                  <a:pt x="4184894" y="3602390"/>
                </a:lnTo>
                <a:lnTo>
                  <a:pt x="4200154" y="3593577"/>
                </a:lnTo>
                <a:close/>
              </a:path>
              <a:path w="7367905" h="7586980">
                <a:moveTo>
                  <a:pt x="4280070" y="3733883"/>
                </a:moveTo>
                <a:lnTo>
                  <a:pt x="4287939" y="3747513"/>
                </a:lnTo>
                <a:lnTo>
                  <a:pt x="4274315" y="3755382"/>
                </a:lnTo>
                <a:lnTo>
                  <a:pt x="4266447" y="3741751"/>
                </a:lnTo>
                <a:lnTo>
                  <a:pt x="4280070" y="3733883"/>
                </a:lnTo>
                <a:close/>
              </a:path>
              <a:path w="7367905" h="7586980">
                <a:moveTo>
                  <a:pt x="4359987" y="3874182"/>
                </a:moveTo>
                <a:lnTo>
                  <a:pt x="4366909" y="3886181"/>
                </a:lnTo>
                <a:lnTo>
                  <a:pt x="4354923" y="3893104"/>
                </a:lnTo>
                <a:lnTo>
                  <a:pt x="4347993" y="3881105"/>
                </a:lnTo>
                <a:lnTo>
                  <a:pt x="4359987" y="3874182"/>
                </a:lnTo>
                <a:close/>
              </a:path>
              <a:path w="7367905" h="7586980">
                <a:moveTo>
                  <a:pt x="4439787" y="4014919"/>
                </a:moveTo>
                <a:lnTo>
                  <a:pt x="4445454" y="4024736"/>
                </a:lnTo>
                <a:lnTo>
                  <a:pt x="4435637" y="4030402"/>
                </a:lnTo>
                <a:lnTo>
                  <a:pt x="4429970" y="4020586"/>
                </a:lnTo>
                <a:lnTo>
                  <a:pt x="4439787" y="4014919"/>
                </a:lnTo>
                <a:close/>
              </a:path>
              <a:path w="7367905" h="7586980">
                <a:moveTo>
                  <a:pt x="4519817" y="4154793"/>
                </a:moveTo>
                <a:lnTo>
                  <a:pt x="4524855" y="4163519"/>
                </a:lnTo>
                <a:lnTo>
                  <a:pt x="4516130" y="4168557"/>
                </a:lnTo>
                <a:lnTo>
                  <a:pt x="4511092" y="4159832"/>
                </a:lnTo>
                <a:lnTo>
                  <a:pt x="4519817" y="4154793"/>
                </a:lnTo>
                <a:close/>
              </a:path>
              <a:path w="7367905" h="7586980">
                <a:moveTo>
                  <a:pt x="4599846" y="4294668"/>
                </a:moveTo>
                <a:lnTo>
                  <a:pt x="4604250" y="4302301"/>
                </a:lnTo>
                <a:lnTo>
                  <a:pt x="4596623" y="4306705"/>
                </a:lnTo>
                <a:lnTo>
                  <a:pt x="4592213" y="4299072"/>
                </a:lnTo>
                <a:lnTo>
                  <a:pt x="4599846" y="4294668"/>
                </a:lnTo>
                <a:close/>
              </a:path>
              <a:path w="7367905" h="7586980">
                <a:moveTo>
                  <a:pt x="4679877" y="4434549"/>
                </a:moveTo>
                <a:lnTo>
                  <a:pt x="4683652" y="4441091"/>
                </a:lnTo>
                <a:lnTo>
                  <a:pt x="4677116" y="4444867"/>
                </a:lnTo>
                <a:lnTo>
                  <a:pt x="4673335" y="4438324"/>
                </a:lnTo>
                <a:lnTo>
                  <a:pt x="4679877" y="4434549"/>
                </a:lnTo>
                <a:close/>
              </a:path>
              <a:path w="7367905" h="7586980">
                <a:moveTo>
                  <a:pt x="4759906" y="4574423"/>
                </a:moveTo>
                <a:lnTo>
                  <a:pt x="4763054" y="4579874"/>
                </a:lnTo>
                <a:lnTo>
                  <a:pt x="4757603" y="4583021"/>
                </a:lnTo>
                <a:lnTo>
                  <a:pt x="4754456" y="4577570"/>
                </a:lnTo>
                <a:lnTo>
                  <a:pt x="4759906" y="4574423"/>
                </a:lnTo>
                <a:close/>
              </a:path>
              <a:path w="7367905" h="7586980">
                <a:moveTo>
                  <a:pt x="4839936" y="4714297"/>
                </a:moveTo>
                <a:lnTo>
                  <a:pt x="4842455" y="4718657"/>
                </a:lnTo>
                <a:lnTo>
                  <a:pt x="4838096" y="4721176"/>
                </a:lnTo>
                <a:lnTo>
                  <a:pt x="4835577" y="4716817"/>
                </a:lnTo>
                <a:lnTo>
                  <a:pt x="4839936" y="4714297"/>
                </a:lnTo>
                <a:close/>
              </a:path>
              <a:path w="7367905" h="7586980">
                <a:moveTo>
                  <a:pt x="4919972" y="4854172"/>
                </a:moveTo>
                <a:lnTo>
                  <a:pt x="4921857" y="4857440"/>
                </a:lnTo>
                <a:lnTo>
                  <a:pt x="4918582" y="4859331"/>
                </a:lnTo>
                <a:lnTo>
                  <a:pt x="4916691" y="4856063"/>
                </a:lnTo>
                <a:lnTo>
                  <a:pt x="4919972" y="4854172"/>
                </a:lnTo>
                <a:close/>
              </a:path>
              <a:path w="7367905" h="7586980">
                <a:moveTo>
                  <a:pt x="4999995" y="4994046"/>
                </a:moveTo>
                <a:lnTo>
                  <a:pt x="5001252" y="4996229"/>
                </a:lnTo>
                <a:lnTo>
                  <a:pt x="4999082" y="4997486"/>
                </a:lnTo>
                <a:lnTo>
                  <a:pt x="4997819" y="4995303"/>
                </a:lnTo>
                <a:lnTo>
                  <a:pt x="4999995" y="4994046"/>
                </a:lnTo>
                <a:close/>
              </a:path>
              <a:path w="7367905" h="7586980">
                <a:moveTo>
                  <a:pt x="5078940" y="5134549"/>
                </a:moveTo>
                <a:lnTo>
                  <a:pt x="5080387" y="5134549"/>
                </a:lnTo>
                <a:lnTo>
                  <a:pt x="5080654" y="5135012"/>
                </a:lnTo>
                <a:lnTo>
                  <a:pt x="5079207" y="5135012"/>
                </a:lnTo>
                <a:lnTo>
                  <a:pt x="5078940" y="5134549"/>
                </a:lnTo>
                <a:close/>
              </a:path>
              <a:path w="7367905" h="7586980">
                <a:moveTo>
                  <a:pt x="1986463" y="14290"/>
                </a:moveTo>
                <a:lnTo>
                  <a:pt x="2028324" y="86794"/>
                </a:lnTo>
                <a:lnTo>
                  <a:pt x="1955814" y="128655"/>
                </a:lnTo>
                <a:lnTo>
                  <a:pt x="1913953" y="56151"/>
                </a:lnTo>
                <a:lnTo>
                  <a:pt x="1986463" y="14290"/>
                </a:lnTo>
                <a:close/>
              </a:path>
              <a:path w="7367905" h="7586980">
                <a:moveTo>
                  <a:pt x="2066150" y="155459"/>
                </a:moveTo>
                <a:lnTo>
                  <a:pt x="2106438" y="225234"/>
                </a:lnTo>
                <a:lnTo>
                  <a:pt x="2036656" y="265522"/>
                </a:lnTo>
                <a:lnTo>
                  <a:pt x="1996368" y="195747"/>
                </a:lnTo>
                <a:lnTo>
                  <a:pt x="2066150" y="155459"/>
                </a:lnTo>
                <a:close/>
              </a:path>
              <a:path w="7367905" h="7586980">
                <a:moveTo>
                  <a:pt x="2145951" y="296190"/>
                </a:moveTo>
                <a:lnTo>
                  <a:pt x="2184976" y="363789"/>
                </a:lnTo>
                <a:lnTo>
                  <a:pt x="2117377" y="402814"/>
                </a:lnTo>
                <a:lnTo>
                  <a:pt x="2078352" y="335215"/>
                </a:lnTo>
                <a:lnTo>
                  <a:pt x="2145951" y="296190"/>
                </a:lnTo>
                <a:close/>
              </a:path>
              <a:path w="7367905" h="7586980">
                <a:moveTo>
                  <a:pt x="2225632" y="437359"/>
                </a:moveTo>
                <a:lnTo>
                  <a:pt x="2263090" y="502229"/>
                </a:lnTo>
                <a:lnTo>
                  <a:pt x="2198213" y="539687"/>
                </a:lnTo>
                <a:lnTo>
                  <a:pt x="2160762" y="474810"/>
                </a:lnTo>
                <a:lnTo>
                  <a:pt x="2225632" y="437359"/>
                </a:lnTo>
                <a:close/>
              </a:path>
              <a:path w="7367905" h="7586980">
                <a:moveTo>
                  <a:pt x="2305427" y="578090"/>
                </a:moveTo>
                <a:lnTo>
                  <a:pt x="2341622" y="640783"/>
                </a:lnTo>
                <a:lnTo>
                  <a:pt x="2278934" y="676978"/>
                </a:lnTo>
                <a:lnTo>
                  <a:pt x="2242739" y="614285"/>
                </a:lnTo>
                <a:lnTo>
                  <a:pt x="2305427" y="578090"/>
                </a:lnTo>
                <a:close/>
              </a:path>
              <a:path w="7367905" h="7586980">
                <a:moveTo>
                  <a:pt x="2385228" y="718827"/>
                </a:moveTo>
                <a:lnTo>
                  <a:pt x="2420166" y="779338"/>
                </a:lnTo>
                <a:lnTo>
                  <a:pt x="2359655" y="814276"/>
                </a:lnTo>
                <a:lnTo>
                  <a:pt x="2324717" y="753765"/>
                </a:lnTo>
                <a:lnTo>
                  <a:pt x="2385228" y="718827"/>
                </a:lnTo>
                <a:close/>
              </a:path>
              <a:path w="7367905" h="7586980">
                <a:moveTo>
                  <a:pt x="2465035" y="859558"/>
                </a:moveTo>
                <a:lnTo>
                  <a:pt x="2498711" y="917892"/>
                </a:lnTo>
                <a:lnTo>
                  <a:pt x="2440377" y="951568"/>
                </a:lnTo>
                <a:lnTo>
                  <a:pt x="2406701" y="893240"/>
                </a:lnTo>
                <a:lnTo>
                  <a:pt x="2465035" y="859558"/>
                </a:lnTo>
                <a:close/>
              </a:path>
              <a:path w="7367905" h="7586980">
                <a:moveTo>
                  <a:pt x="2544830" y="1000296"/>
                </a:moveTo>
                <a:lnTo>
                  <a:pt x="2577249" y="1056447"/>
                </a:lnTo>
                <a:lnTo>
                  <a:pt x="2521098" y="1088867"/>
                </a:lnTo>
                <a:lnTo>
                  <a:pt x="2488679" y="1032715"/>
                </a:lnTo>
                <a:lnTo>
                  <a:pt x="2544830" y="1000296"/>
                </a:lnTo>
                <a:close/>
              </a:path>
              <a:path w="7367905" h="7586980">
                <a:moveTo>
                  <a:pt x="2624511" y="1141458"/>
                </a:moveTo>
                <a:lnTo>
                  <a:pt x="2655357" y="1194888"/>
                </a:lnTo>
                <a:lnTo>
                  <a:pt x="2601934" y="1225733"/>
                </a:lnTo>
                <a:lnTo>
                  <a:pt x="2571088" y="1172304"/>
                </a:lnTo>
                <a:lnTo>
                  <a:pt x="2624511" y="1141458"/>
                </a:lnTo>
                <a:close/>
              </a:path>
              <a:path w="7367905" h="7586980">
                <a:moveTo>
                  <a:pt x="2704312" y="1282195"/>
                </a:moveTo>
                <a:lnTo>
                  <a:pt x="2733901" y="1333436"/>
                </a:lnTo>
                <a:lnTo>
                  <a:pt x="2682655" y="1363025"/>
                </a:lnTo>
                <a:lnTo>
                  <a:pt x="2653072" y="1311778"/>
                </a:lnTo>
                <a:lnTo>
                  <a:pt x="2704312" y="1282195"/>
                </a:lnTo>
                <a:close/>
              </a:path>
              <a:path w="7367905" h="7586980">
                <a:moveTo>
                  <a:pt x="2783998" y="1423358"/>
                </a:moveTo>
                <a:lnTo>
                  <a:pt x="2812015" y="1471882"/>
                </a:lnTo>
                <a:lnTo>
                  <a:pt x="2763497" y="1499891"/>
                </a:lnTo>
                <a:lnTo>
                  <a:pt x="2735481" y="1451373"/>
                </a:lnTo>
                <a:lnTo>
                  <a:pt x="2783998" y="1423358"/>
                </a:lnTo>
                <a:close/>
              </a:path>
              <a:path w="7367905" h="7586980">
                <a:moveTo>
                  <a:pt x="2863686" y="1564527"/>
                </a:moveTo>
                <a:lnTo>
                  <a:pt x="2890122" y="1610322"/>
                </a:lnTo>
                <a:lnTo>
                  <a:pt x="2844333" y="1636758"/>
                </a:lnTo>
                <a:lnTo>
                  <a:pt x="2817891" y="1590968"/>
                </a:lnTo>
                <a:lnTo>
                  <a:pt x="2863686" y="1564527"/>
                </a:lnTo>
                <a:close/>
              </a:path>
              <a:path w="7367905" h="7586980">
                <a:moveTo>
                  <a:pt x="2943481" y="1705264"/>
                </a:moveTo>
                <a:lnTo>
                  <a:pt x="2968660" y="1748877"/>
                </a:lnTo>
                <a:lnTo>
                  <a:pt x="2925047" y="1774056"/>
                </a:lnTo>
                <a:lnTo>
                  <a:pt x="2899868" y="1730443"/>
                </a:lnTo>
                <a:lnTo>
                  <a:pt x="2943481" y="1705264"/>
                </a:lnTo>
                <a:close/>
              </a:path>
              <a:path w="7367905" h="7586980">
                <a:moveTo>
                  <a:pt x="3023283" y="1845995"/>
                </a:moveTo>
                <a:lnTo>
                  <a:pt x="3047205" y="1887431"/>
                </a:lnTo>
                <a:lnTo>
                  <a:pt x="3005775" y="1911354"/>
                </a:lnTo>
                <a:lnTo>
                  <a:pt x="2981853" y="1869918"/>
                </a:lnTo>
                <a:lnTo>
                  <a:pt x="3023283" y="1845995"/>
                </a:lnTo>
                <a:close/>
              </a:path>
              <a:path w="7367905" h="7586980">
                <a:moveTo>
                  <a:pt x="3103198" y="1986307"/>
                </a:moveTo>
                <a:lnTo>
                  <a:pt x="3126175" y="2026100"/>
                </a:lnTo>
                <a:lnTo>
                  <a:pt x="3086376" y="2049077"/>
                </a:lnTo>
                <a:lnTo>
                  <a:pt x="3063399" y="2009284"/>
                </a:lnTo>
                <a:lnTo>
                  <a:pt x="3103198" y="1986307"/>
                </a:lnTo>
                <a:close/>
              </a:path>
              <a:path w="7367905" h="7586980">
                <a:moveTo>
                  <a:pt x="3182999" y="2127039"/>
                </a:moveTo>
                <a:lnTo>
                  <a:pt x="3204720" y="2164655"/>
                </a:lnTo>
                <a:lnTo>
                  <a:pt x="3167104" y="2186369"/>
                </a:lnTo>
                <a:lnTo>
                  <a:pt x="3145383" y="2148753"/>
                </a:lnTo>
                <a:lnTo>
                  <a:pt x="3182999" y="2127039"/>
                </a:lnTo>
                <a:close/>
              </a:path>
              <a:path w="7367905" h="7586980">
                <a:moveTo>
                  <a:pt x="3262794" y="2267776"/>
                </a:moveTo>
                <a:lnTo>
                  <a:pt x="3283253" y="2303209"/>
                </a:lnTo>
                <a:lnTo>
                  <a:pt x="3247819" y="2323667"/>
                </a:lnTo>
                <a:lnTo>
                  <a:pt x="3227361" y="2288234"/>
                </a:lnTo>
                <a:lnTo>
                  <a:pt x="3262794" y="2267776"/>
                </a:lnTo>
                <a:close/>
              </a:path>
              <a:path w="7367905" h="7586980">
                <a:moveTo>
                  <a:pt x="3342596" y="2408507"/>
                </a:moveTo>
                <a:lnTo>
                  <a:pt x="3361797" y="2441764"/>
                </a:lnTo>
                <a:lnTo>
                  <a:pt x="3328546" y="2460965"/>
                </a:lnTo>
                <a:lnTo>
                  <a:pt x="3309345" y="2427708"/>
                </a:lnTo>
                <a:lnTo>
                  <a:pt x="3342596" y="2408507"/>
                </a:lnTo>
                <a:close/>
              </a:path>
              <a:path w="7367905" h="7586980">
                <a:moveTo>
                  <a:pt x="3422283" y="2549676"/>
                </a:moveTo>
                <a:lnTo>
                  <a:pt x="3439904" y="2580197"/>
                </a:lnTo>
                <a:lnTo>
                  <a:pt x="3409382" y="2597825"/>
                </a:lnTo>
                <a:lnTo>
                  <a:pt x="3391754" y="2567297"/>
                </a:lnTo>
                <a:lnTo>
                  <a:pt x="3422283" y="2549676"/>
                </a:lnTo>
                <a:close/>
              </a:path>
              <a:path w="7367905" h="7586980">
                <a:moveTo>
                  <a:pt x="3502311" y="2689550"/>
                </a:moveTo>
                <a:lnTo>
                  <a:pt x="3519312" y="2718987"/>
                </a:lnTo>
                <a:lnTo>
                  <a:pt x="3489869" y="2735986"/>
                </a:lnTo>
                <a:lnTo>
                  <a:pt x="3472875" y="2706543"/>
                </a:lnTo>
                <a:lnTo>
                  <a:pt x="3502311" y="2689550"/>
                </a:lnTo>
                <a:close/>
              </a:path>
              <a:path w="7367905" h="7586980">
                <a:moveTo>
                  <a:pt x="3582107" y="2830287"/>
                </a:moveTo>
                <a:lnTo>
                  <a:pt x="3597844" y="2857541"/>
                </a:lnTo>
                <a:lnTo>
                  <a:pt x="3570590" y="2873278"/>
                </a:lnTo>
                <a:lnTo>
                  <a:pt x="3554853" y="2846024"/>
                </a:lnTo>
                <a:lnTo>
                  <a:pt x="3582107" y="2830287"/>
                </a:lnTo>
                <a:close/>
              </a:path>
              <a:path w="7367905" h="7586980">
                <a:moveTo>
                  <a:pt x="3661795" y="2971450"/>
                </a:moveTo>
                <a:lnTo>
                  <a:pt x="3675958" y="2995982"/>
                </a:lnTo>
                <a:lnTo>
                  <a:pt x="3651426" y="3010145"/>
                </a:lnTo>
                <a:lnTo>
                  <a:pt x="3637263" y="2985613"/>
                </a:lnTo>
                <a:lnTo>
                  <a:pt x="3661795" y="2971450"/>
                </a:lnTo>
                <a:close/>
              </a:path>
              <a:path w="7367905" h="7586980">
                <a:moveTo>
                  <a:pt x="3741710" y="3111762"/>
                </a:moveTo>
                <a:lnTo>
                  <a:pt x="3754928" y="3134650"/>
                </a:lnTo>
                <a:lnTo>
                  <a:pt x="3732033" y="3147868"/>
                </a:lnTo>
                <a:lnTo>
                  <a:pt x="3718816" y="3124980"/>
                </a:lnTo>
                <a:lnTo>
                  <a:pt x="3741710" y="3111762"/>
                </a:lnTo>
                <a:close/>
              </a:path>
              <a:path w="7367905" h="7586980">
                <a:moveTo>
                  <a:pt x="3821626" y="3252061"/>
                </a:moveTo>
                <a:lnTo>
                  <a:pt x="3833904" y="3273319"/>
                </a:lnTo>
                <a:lnTo>
                  <a:pt x="3812641" y="3285597"/>
                </a:lnTo>
                <a:lnTo>
                  <a:pt x="3800369" y="3264333"/>
                </a:lnTo>
                <a:lnTo>
                  <a:pt x="3821626" y="3252061"/>
                </a:lnTo>
                <a:close/>
              </a:path>
              <a:path w="7367905" h="7586980">
                <a:moveTo>
                  <a:pt x="3901542" y="3392367"/>
                </a:moveTo>
                <a:lnTo>
                  <a:pt x="3912875" y="3411994"/>
                </a:lnTo>
                <a:lnTo>
                  <a:pt x="3893249" y="3423320"/>
                </a:lnTo>
                <a:lnTo>
                  <a:pt x="3881922" y="3403694"/>
                </a:lnTo>
                <a:lnTo>
                  <a:pt x="3901542" y="3392367"/>
                </a:lnTo>
                <a:close/>
              </a:path>
              <a:path w="7367905" h="7586980">
                <a:moveTo>
                  <a:pt x="3981343" y="3533105"/>
                </a:moveTo>
                <a:lnTo>
                  <a:pt x="3991413" y="3550549"/>
                </a:lnTo>
                <a:lnTo>
                  <a:pt x="3973969" y="3560619"/>
                </a:lnTo>
                <a:lnTo>
                  <a:pt x="3963899" y="3543175"/>
                </a:lnTo>
                <a:lnTo>
                  <a:pt x="3981343" y="3533105"/>
                </a:lnTo>
                <a:close/>
              </a:path>
              <a:path w="7367905" h="7586980">
                <a:moveTo>
                  <a:pt x="4061259" y="3673404"/>
                </a:moveTo>
                <a:lnTo>
                  <a:pt x="4070383" y="3689211"/>
                </a:lnTo>
                <a:lnTo>
                  <a:pt x="4054577" y="3698342"/>
                </a:lnTo>
                <a:lnTo>
                  <a:pt x="4045446" y="3682529"/>
                </a:lnTo>
                <a:lnTo>
                  <a:pt x="4061259" y="3673404"/>
                </a:lnTo>
                <a:close/>
              </a:path>
              <a:path w="7367905" h="7586980">
                <a:moveTo>
                  <a:pt x="4141173" y="3813710"/>
                </a:moveTo>
                <a:lnTo>
                  <a:pt x="4149354" y="3827886"/>
                </a:lnTo>
                <a:lnTo>
                  <a:pt x="4135184" y="3836065"/>
                </a:lnTo>
                <a:lnTo>
                  <a:pt x="4126998" y="3821895"/>
                </a:lnTo>
                <a:lnTo>
                  <a:pt x="4141173" y="3813710"/>
                </a:lnTo>
                <a:close/>
              </a:path>
              <a:path w="7367905" h="7586980">
                <a:moveTo>
                  <a:pt x="4221090" y="3954022"/>
                </a:moveTo>
                <a:lnTo>
                  <a:pt x="4228324" y="3966555"/>
                </a:lnTo>
                <a:lnTo>
                  <a:pt x="4215786" y="3973795"/>
                </a:lnTo>
                <a:lnTo>
                  <a:pt x="4208552" y="3961262"/>
                </a:lnTo>
                <a:lnTo>
                  <a:pt x="4221090" y="3954022"/>
                </a:lnTo>
                <a:close/>
              </a:path>
              <a:path w="7367905" h="7586980">
                <a:moveTo>
                  <a:pt x="4300891" y="4094753"/>
                </a:moveTo>
                <a:lnTo>
                  <a:pt x="4306869" y="4105109"/>
                </a:lnTo>
                <a:lnTo>
                  <a:pt x="4296513" y="4111093"/>
                </a:lnTo>
                <a:lnTo>
                  <a:pt x="4290529" y="4100731"/>
                </a:lnTo>
                <a:lnTo>
                  <a:pt x="4300891" y="4094753"/>
                </a:lnTo>
                <a:close/>
              </a:path>
              <a:path w="7367905" h="7586980">
                <a:moveTo>
                  <a:pt x="4380915" y="4234627"/>
                </a:moveTo>
                <a:lnTo>
                  <a:pt x="4386264" y="4243898"/>
                </a:lnTo>
                <a:lnTo>
                  <a:pt x="4377000" y="4249248"/>
                </a:lnTo>
                <a:lnTo>
                  <a:pt x="4371651" y="4239977"/>
                </a:lnTo>
                <a:lnTo>
                  <a:pt x="4380915" y="4234627"/>
                </a:lnTo>
                <a:close/>
              </a:path>
              <a:path w="7367905" h="7586980">
                <a:moveTo>
                  <a:pt x="4460945" y="4374508"/>
                </a:moveTo>
                <a:lnTo>
                  <a:pt x="4465666" y="4382681"/>
                </a:lnTo>
                <a:lnTo>
                  <a:pt x="4457493" y="4387402"/>
                </a:lnTo>
                <a:lnTo>
                  <a:pt x="4452772" y="4379229"/>
                </a:lnTo>
                <a:lnTo>
                  <a:pt x="4460945" y="4374508"/>
                </a:lnTo>
                <a:close/>
              </a:path>
              <a:path w="7367905" h="7586980">
                <a:moveTo>
                  <a:pt x="4540981" y="4514383"/>
                </a:moveTo>
                <a:lnTo>
                  <a:pt x="4545067" y="4521464"/>
                </a:lnTo>
                <a:lnTo>
                  <a:pt x="4537979" y="4525557"/>
                </a:lnTo>
                <a:lnTo>
                  <a:pt x="4533893" y="4518476"/>
                </a:lnTo>
                <a:lnTo>
                  <a:pt x="4540981" y="4514383"/>
                </a:lnTo>
                <a:close/>
              </a:path>
              <a:path w="7367905" h="7586980">
                <a:moveTo>
                  <a:pt x="4620890" y="4654682"/>
                </a:moveTo>
                <a:lnTo>
                  <a:pt x="4624037" y="4660133"/>
                </a:lnTo>
                <a:lnTo>
                  <a:pt x="4618587" y="4663280"/>
                </a:lnTo>
                <a:lnTo>
                  <a:pt x="4615439" y="4657829"/>
                </a:lnTo>
                <a:lnTo>
                  <a:pt x="4620890" y="4654682"/>
                </a:lnTo>
                <a:close/>
              </a:path>
              <a:path w="7367905" h="7586980">
                <a:moveTo>
                  <a:pt x="4700920" y="4794557"/>
                </a:moveTo>
                <a:lnTo>
                  <a:pt x="4703439" y="4798922"/>
                </a:lnTo>
                <a:lnTo>
                  <a:pt x="4699080" y="4801442"/>
                </a:lnTo>
                <a:lnTo>
                  <a:pt x="4696560" y="4797076"/>
                </a:lnTo>
                <a:lnTo>
                  <a:pt x="4700920" y="4794557"/>
                </a:lnTo>
                <a:close/>
              </a:path>
              <a:path w="7367905" h="7586980">
                <a:moveTo>
                  <a:pt x="4780956" y="4934431"/>
                </a:moveTo>
                <a:lnTo>
                  <a:pt x="4782841" y="4937705"/>
                </a:lnTo>
                <a:lnTo>
                  <a:pt x="4779573" y="4939590"/>
                </a:lnTo>
                <a:lnTo>
                  <a:pt x="4777682" y="4936322"/>
                </a:lnTo>
                <a:lnTo>
                  <a:pt x="4780956" y="4934431"/>
                </a:lnTo>
                <a:close/>
              </a:path>
              <a:path w="7367905" h="7586980">
                <a:moveTo>
                  <a:pt x="4860985" y="5074305"/>
                </a:moveTo>
                <a:lnTo>
                  <a:pt x="4862242" y="5076488"/>
                </a:lnTo>
                <a:lnTo>
                  <a:pt x="4860065" y="5077751"/>
                </a:lnTo>
                <a:lnTo>
                  <a:pt x="4858803" y="5075568"/>
                </a:lnTo>
                <a:lnTo>
                  <a:pt x="4860985" y="5074305"/>
                </a:lnTo>
                <a:close/>
              </a:path>
              <a:path w="7367905" h="7586980">
                <a:moveTo>
                  <a:pt x="4941129" y="5213754"/>
                </a:moveTo>
                <a:lnTo>
                  <a:pt x="4942075" y="5215392"/>
                </a:lnTo>
                <a:lnTo>
                  <a:pt x="4940438" y="5216337"/>
                </a:lnTo>
                <a:lnTo>
                  <a:pt x="4939492" y="5214700"/>
                </a:lnTo>
                <a:lnTo>
                  <a:pt x="4941129" y="5213754"/>
                </a:lnTo>
                <a:close/>
              </a:path>
              <a:path w="7367905" h="7586980">
                <a:moveTo>
                  <a:pt x="1700906" y="0"/>
                </a:moveTo>
                <a:lnTo>
                  <a:pt x="1788138" y="0"/>
                </a:lnTo>
                <a:lnTo>
                  <a:pt x="1803459" y="26537"/>
                </a:lnTo>
                <a:lnTo>
                  <a:pt x="1738037" y="64313"/>
                </a:lnTo>
                <a:lnTo>
                  <a:pt x="1700906" y="0"/>
                </a:lnTo>
                <a:close/>
              </a:path>
              <a:path w="7367905" h="7586980">
                <a:moveTo>
                  <a:pt x="1847682" y="93692"/>
                </a:moveTo>
                <a:lnTo>
                  <a:pt x="1890171" y="167288"/>
                </a:lnTo>
                <a:lnTo>
                  <a:pt x="1816569" y="209777"/>
                </a:lnTo>
                <a:lnTo>
                  <a:pt x="1774080" y="136182"/>
                </a:lnTo>
                <a:lnTo>
                  <a:pt x="1847682" y="93692"/>
                </a:lnTo>
                <a:close/>
              </a:path>
              <a:path w="7367905" h="7586980">
                <a:moveTo>
                  <a:pt x="1927705" y="233566"/>
                </a:moveTo>
                <a:lnTo>
                  <a:pt x="1969566" y="306076"/>
                </a:lnTo>
                <a:lnTo>
                  <a:pt x="1897063" y="347938"/>
                </a:lnTo>
                <a:lnTo>
                  <a:pt x="1855201" y="275428"/>
                </a:lnTo>
                <a:lnTo>
                  <a:pt x="1927705" y="233566"/>
                </a:lnTo>
                <a:close/>
              </a:path>
              <a:path w="7367905" h="7586980">
                <a:moveTo>
                  <a:pt x="2007392" y="374735"/>
                </a:moveTo>
                <a:lnTo>
                  <a:pt x="2047680" y="444510"/>
                </a:lnTo>
                <a:lnTo>
                  <a:pt x="1977899" y="484798"/>
                </a:lnTo>
                <a:lnTo>
                  <a:pt x="1937611" y="415023"/>
                </a:lnTo>
                <a:lnTo>
                  <a:pt x="2007392" y="374735"/>
                </a:lnTo>
                <a:close/>
              </a:path>
              <a:path w="7367905" h="7586980">
                <a:moveTo>
                  <a:pt x="2087073" y="515897"/>
                </a:moveTo>
                <a:lnTo>
                  <a:pt x="2125787" y="582951"/>
                </a:lnTo>
                <a:lnTo>
                  <a:pt x="2058734" y="621664"/>
                </a:lnTo>
                <a:lnTo>
                  <a:pt x="2020020" y="554611"/>
                </a:lnTo>
                <a:lnTo>
                  <a:pt x="2087073" y="515897"/>
                </a:lnTo>
                <a:close/>
              </a:path>
              <a:path w="7367905" h="7586980">
                <a:moveTo>
                  <a:pt x="2166760" y="657060"/>
                </a:moveTo>
                <a:lnTo>
                  <a:pt x="2203901" y="721391"/>
                </a:lnTo>
                <a:lnTo>
                  <a:pt x="2139570" y="758531"/>
                </a:lnTo>
                <a:lnTo>
                  <a:pt x="2102430" y="694200"/>
                </a:lnTo>
                <a:lnTo>
                  <a:pt x="2166760" y="657060"/>
                </a:lnTo>
                <a:close/>
              </a:path>
              <a:path w="7367905" h="7586980">
                <a:moveTo>
                  <a:pt x="2246562" y="797797"/>
                </a:moveTo>
                <a:lnTo>
                  <a:pt x="2282445" y="859946"/>
                </a:lnTo>
                <a:lnTo>
                  <a:pt x="2220297" y="895823"/>
                </a:lnTo>
                <a:lnTo>
                  <a:pt x="2184413" y="833675"/>
                </a:lnTo>
                <a:lnTo>
                  <a:pt x="2246562" y="797797"/>
                </a:lnTo>
                <a:close/>
              </a:path>
              <a:path w="7367905" h="7586980">
                <a:moveTo>
                  <a:pt x="2326362" y="938528"/>
                </a:moveTo>
                <a:lnTo>
                  <a:pt x="2360990" y="998500"/>
                </a:lnTo>
                <a:lnTo>
                  <a:pt x="2301019" y="1033121"/>
                </a:lnTo>
                <a:lnTo>
                  <a:pt x="2266391" y="973156"/>
                </a:lnTo>
                <a:lnTo>
                  <a:pt x="2326362" y="938528"/>
                </a:lnTo>
                <a:close/>
              </a:path>
              <a:path w="7367905" h="7586980">
                <a:moveTo>
                  <a:pt x="2406050" y="1079697"/>
                </a:moveTo>
                <a:lnTo>
                  <a:pt x="2439097" y="1136934"/>
                </a:lnTo>
                <a:lnTo>
                  <a:pt x="2381854" y="1169988"/>
                </a:lnTo>
                <a:lnTo>
                  <a:pt x="2348807" y="1112745"/>
                </a:lnTo>
                <a:lnTo>
                  <a:pt x="2406050" y="1079697"/>
                </a:lnTo>
                <a:close/>
              </a:path>
              <a:path w="7367905" h="7586980">
                <a:moveTo>
                  <a:pt x="2485845" y="1220428"/>
                </a:moveTo>
                <a:lnTo>
                  <a:pt x="2517636" y="1275495"/>
                </a:lnTo>
                <a:lnTo>
                  <a:pt x="2462576" y="1307286"/>
                </a:lnTo>
                <a:lnTo>
                  <a:pt x="2430785" y="1252219"/>
                </a:lnTo>
                <a:lnTo>
                  <a:pt x="2485845" y="1220428"/>
                </a:lnTo>
                <a:close/>
              </a:path>
              <a:path w="7367905" h="7586980">
                <a:moveTo>
                  <a:pt x="2565652" y="1361172"/>
                </a:moveTo>
                <a:lnTo>
                  <a:pt x="2596181" y="1414049"/>
                </a:lnTo>
                <a:lnTo>
                  <a:pt x="2543297" y="1444578"/>
                </a:lnTo>
                <a:lnTo>
                  <a:pt x="2512769" y="1391700"/>
                </a:lnTo>
                <a:lnTo>
                  <a:pt x="2565652" y="1361172"/>
                </a:lnTo>
                <a:close/>
              </a:path>
              <a:path w="7367905" h="7586980">
                <a:moveTo>
                  <a:pt x="2645333" y="1502328"/>
                </a:moveTo>
                <a:lnTo>
                  <a:pt x="2674288" y="1552489"/>
                </a:lnTo>
                <a:lnTo>
                  <a:pt x="2624132" y="1581444"/>
                </a:lnTo>
                <a:lnTo>
                  <a:pt x="2595178" y="1531289"/>
                </a:lnTo>
                <a:lnTo>
                  <a:pt x="2645333" y="1502328"/>
                </a:lnTo>
                <a:close/>
              </a:path>
              <a:path w="7367905" h="7586980">
                <a:moveTo>
                  <a:pt x="2725020" y="1643497"/>
                </a:moveTo>
                <a:lnTo>
                  <a:pt x="2752401" y="1690930"/>
                </a:lnTo>
                <a:lnTo>
                  <a:pt x="2704968" y="1718311"/>
                </a:lnTo>
                <a:lnTo>
                  <a:pt x="2677587" y="1670884"/>
                </a:lnTo>
                <a:lnTo>
                  <a:pt x="2725020" y="1643497"/>
                </a:lnTo>
                <a:close/>
              </a:path>
              <a:path w="7367905" h="7586980">
                <a:moveTo>
                  <a:pt x="2804815" y="1784234"/>
                </a:moveTo>
                <a:lnTo>
                  <a:pt x="2830939" y="1829484"/>
                </a:lnTo>
                <a:lnTo>
                  <a:pt x="2785696" y="1855602"/>
                </a:lnTo>
                <a:lnTo>
                  <a:pt x="2759572" y="1810352"/>
                </a:lnTo>
                <a:lnTo>
                  <a:pt x="2804815" y="1784234"/>
                </a:lnTo>
                <a:close/>
              </a:path>
              <a:path w="7367905" h="7586980">
                <a:moveTo>
                  <a:pt x="2884495" y="1925397"/>
                </a:moveTo>
                <a:lnTo>
                  <a:pt x="2909047" y="1967924"/>
                </a:lnTo>
                <a:lnTo>
                  <a:pt x="2866532" y="1992468"/>
                </a:lnTo>
                <a:lnTo>
                  <a:pt x="2841981" y="1949947"/>
                </a:lnTo>
                <a:lnTo>
                  <a:pt x="2884495" y="1925397"/>
                </a:lnTo>
                <a:close/>
              </a:path>
              <a:path w="7367905" h="7586980">
                <a:moveTo>
                  <a:pt x="2964418" y="2065703"/>
                </a:moveTo>
                <a:lnTo>
                  <a:pt x="2988023" y="2106593"/>
                </a:lnTo>
                <a:lnTo>
                  <a:pt x="2947133" y="2130199"/>
                </a:lnTo>
                <a:lnTo>
                  <a:pt x="2923527" y="2089315"/>
                </a:lnTo>
                <a:lnTo>
                  <a:pt x="2964418" y="2065703"/>
                </a:lnTo>
                <a:close/>
              </a:path>
              <a:path w="7367905" h="7586980">
                <a:moveTo>
                  <a:pt x="3044213" y="2206440"/>
                </a:moveTo>
                <a:lnTo>
                  <a:pt x="3066562" y="2245148"/>
                </a:lnTo>
                <a:lnTo>
                  <a:pt x="3027860" y="2267490"/>
                </a:lnTo>
                <a:lnTo>
                  <a:pt x="3005511" y="2228789"/>
                </a:lnTo>
                <a:lnTo>
                  <a:pt x="3044213" y="2206440"/>
                </a:lnTo>
                <a:close/>
              </a:path>
              <a:path w="7367905" h="7586980">
                <a:moveTo>
                  <a:pt x="3123900" y="2347609"/>
                </a:moveTo>
                <a:lnTo>
                  <a:pt x="3144675" y="2383588"/>
                </a:lnTo>
                <a:lnTo>
                  <a:pt x="3108696" y="2404357"/>
                </a:lnTo>
                <a:lnTo>
                  <a:pt x="3087921" y="2368378"/>
                </a:lnTo>
                <a:lnTo>
                  <a:pt x="3123900" y="2347609"/>
                </a:lnTo>
                <a:close/>
              </a:path>
              <a:path w="7367905" h="7586980">
                <a:moveTo>
                  <a:pt x="3203816" y="2487908"/>
                </a:moveTo>
                <a:lnTo>
                  <a:pt x="3223645" y="2522256"/>
                </a:lnTo>
                <a:lnTo>
                  <a:pt x="3189303" y="2542080"/>
                </a:lnTo>
                <a:lnTo>
                  <a:pt x="3169474" y="2507738"/>
                </a:lnTo>
                <a:lnTo>
                  <a:pt x="3203816" y="2487908"/>
                </a:lnTo>
                <a:close/>
              </a:path>
              <a:path w="7367905" h="7586980">
                <a:moveTo>
                  <a:pt x="3283497" y="2629076"/>
                </a:moveTo>
                <a:lnTo>
                  <a:pt x="3301752" y="2660696"/>
                </a:lnTo>
                <a:lnTo>
                  <a:pt x="3270139" y="2678952"/>
                </a:lnTo>
                <a:lnTo>
                  <a:pt x="3251883" y="2647326"/>
                </a:lnTo>
                <a:lnTo>
                  <a:pt x="3283497" y="2629076"/>
                </a:lnTo>
                <a:close/>
              </a:path>
              <a:path w="7367905" h="7586980">
                <a:moveTo>
                  <a:pt x="3363419" y="2769376"/>
                </a:moveTo>
                <a:lnTo>
                  <a:pt x="3380729" y="2799365"/>
                </a:lnTo>
                <a:lnTo>
                  <a:pt x="3350741" y="2816675"/>
                </a:lnTo>
                <a:lnTo>
                  <a:pt x="3333430" y="2786687"/>
                </a:lnTo>
                <a:lnTo>
                  <a:pt x="3363419" y="2769376"/>
                </a:lnTo>
                <a:close/>
              </a:path>
              <a:path w="7367905" h="7586980">
                <a:moveTo>
                  <a:pt x="3443214" y="2910119"/>
                </a:moveTo>
                <a:lnTo>
                  <a:pt x="3459268" y="2937919"/>
                </a:lnTo>
                <a:lnTo>
                  <a:pt x="3431468" y="2953967"/>
                </a:lnTo>
                <a:lnTo>
                  <a:pt x="3415414" y="2926167"/>
                </a:lnTo>
                <a:lnTo>
                  <a:pt x="3443214" y="2910119"/>
                </a:lnTo>
                <a:close/>
              </a:path>
              <a:path w="7367905" h="7586980">
                <a:moveTo>
                  <a:pt x="3523015" y="3050851"/>
                </a:moveTo>
                <a:lnTo>
                  <a:pt x="3537806" y="3076467"/>
                </a:lnTo>
                <a:lnTo>
                  <a:pt x="3512183" y="3091265"/>
                </a:lnTo>
                <a:lnTo>
                  <a:pt x="3497392" y="3065642"/>
                </a:lnTo>
                <a:lnTo>
                  <a:pt x="3523015" y="3050851"/>
                </a:lnTo>
                <a:close/>
              </a:path>
              <a:path w="7367905" h="7586980">
                <a:moveTo>
                  <a:pt x="3602816" y="3191588"/>
                </a:moveTo>
                <a:lnTo>
                  <a:pt x="3616351" y="3215028"/>
                </a:lnTo>
                <a:lnTo>
                  <a:pt x="3592910" y="3228564"/>
                </a:lnTo>
                <a:lnTo>
                  <a:pt x="3579375" y="3205117"/>
                </a:lnTo>
                <a:lnTo>
                  <a:pt x="3602816" y="3191588"/>
                </a:lnTo>
                <a:close/>
              </a:path>
              <a:path w="7367905" h="7586980">
                <a:moveTo>
                  <a:pt x="3682732" y="3331894"/>
                </a:moveTo>
                <a:lnTo>
                  <a:pt x="3695321" y="3353697"/>
                </a:lnTo>
                <a:lnTo>
                  <a:pt x="3673511" y="3366293"/>
                </a:lnTo>
                <a:lnTo>
                  <a:pt x="3660922" y="3344483"/>
                </a:lnTo>
                <a:lnTo>
                  <a:pt x="3682732" y="3331894"/>
                </a:lnTo>
                <a:close/>
              </a:path>
              <a:path w="7367905" h="7586980">
                <a:moveTo>
                  <a:pt x="3762647" y="3472193"/>
                </a:moveTo>
                <a:lnTo>
                  <a:pt x="3774291" y="3492366"/>
                </a:lnTo>
                <a:lnTo>
                  <a:pt x="3754119" y="3504016"/>
                </a:lnTo>
                <a:lnTo>
                  <a:pt x="3742475" y="3483844"/>
                </a:lnTo>
                <a:lnTo>
                  <a:pt x="3762647" y="3472193"/>
                </a:lnTo>
                <a:close/>
              </a:path>
              <a:path w="7367905" h="7586980">
                <a:moveTo>
                  <a:pt x="3842563" y="3612505"/>
                </a:moveTo>
                <a:lnTo>
                  <a:pt x="3853262" y="3631041"/>
                </a:lnTo>
                <a:lnTo>
                  <a:pt x="3834727" y="3641739"/>
                </a:lnTo>
                <a:lnTo>
                  <a:pt x="3824028" y="3623204"/>
                </a:lnTo>
                <a:lnTo>
                  <a:pt x="3842563" y="3612505"/>
                </a:lnTo>
                <a:close/>
              </a:path>
              <a:path w="7367905" h="7586980">
                <a:moveTo>
                  <a:pt x="3922363" y="3753237"/>
                </a:moveTo>
                <a:lnTo>
                  <a:pt x="3931806" y="3769589"/>
                </a:lnTo>
                <a:lnTo>
                  <a:pt x="3915447" y="3779037"/>
                </a:lnTo>
                <a:lnTo>
                  <a:pt x="3906005" y="3762678"/>
                </a:lnTo>
                <a:lnTo>
                  <a:pt x="3922363" y="3753237"/>
                </a:lnTo>
                <a:close/>
              </a:path>
              <a:path w="7367905" h="7586980">
                <a:moveTo>
                  <a:pt x="4002273" y="3893536"/>
                </a:moveTo>
                <a:lnTo>
                  <a:pt x="4010777" y="3908258"/>
                </a:lnTo>
                <a:lnTo>
                  <a:pt x="3996055" y="3916761"/>
                </a:lnTo>
                <a:lnTo>
                  <a:pt x="3987552" y="3902039"/>
                </a:lnTo>
                <a:lnTo>
                  <a:pt x="4002273" y="3893536"/>
                </a:lnTo>
                <a:close/>
              </a:path>
              <a:path w="7367905" h="7586980">
                <a:moveTo>
                  <a:pt x="4082189" y="4033848"/>
                </a:moveTo>
                <a:lnTo>
                  <a:pt x="4089747" y="4046933"/>
                </a:lnTo>
                <a:lnTo>
                  <a:pt x="4076662" y="4054484"/>
                </a:lnTo>
                <a:lnTo>
                  <a:pt x="4069104" y="4041399"/>
                </a:lnTo>
                <a:lnTo>
                  <a:pt x="4082189" y="4033848"/>
                </a:lnTo>
                <a:close/>
              </a:path>
              <a:path w="7367905" h="7586980">
                <a:moveTo>
                  <a:pt x="4161984" y="4174585"/>
                </a:moveTo>
                <a:lnTo>
                  <a:pt x="4168279" y="4185487"/>
                </a:lnTo>
                <a:lnTo>
                  <a:pt x="4157377" y="4191782"/>
                </a:lnTo>
                <a:lnTo>
                  <a:pt x="4151083" y="4180880"/>
                </a:lnTo>
                <a:lnTo>
                  <a:pt x="4161984" y="4174585"/>
                </a:lnTo>
                <a:close/>
              </a:path>
              <a:path w="7367905" h="7586980">
                <a:moveTo>
                  <a:pt x="4242020" y="4314460"/>
                </a:moveTo>
                <a:lnTo>
                  <a:pt x="4247686" y="4324270"/>
                </a:lnTo>
                <a:lnTo>
                  <a:pt x="4237876" y="4329937"/>
                </a:lnTo>
                <a:lnTo>
                  <a:pt x="4232210" y="4320120"/>
                </a:lnTo>
                <a:lnTo>
                  <a:pt x="4242020" y="4314460"/>
                </a:lnTo>
                <a:close/>
              </a:path>
              <a:path w="7367905" h="7586980">
                <a:moveTo>
                  <a:pt x="4322050" y="4454334"/>
                </a:moveTo>
                <a:lnTo>
                  <a:pt x="4327082" y="4463053"/>
                </a:lnTo>
                <a:lnTo>
                  <a:pt x="4318363" y="4468092"/>
                </a:lnTo>
                <a:lnTo>
                  <a:pt x="4313331" y="4459366"/>
                </a:lnTo>
                <a:lnTo>
                  <a:pt x="4322050" y="4454334"/>
                </a:lnTo>
                <a:close/>
              </a:path>
              <a:path w="7367905" h="7586980">
                <a:moveTo>
                  <a:pt x="4402079" y="4594209"/>
                </a:moveTo>
                <a:lnTo>
                  <a:pt x="4406490" y="4601842"/>
                </a:lnTo>
                <a:lnTo>
                  <a:pt x="4398856" y="4606246"/>
                </a:lnTo>
                <a:lnTo>
                  <a:pt x="4394446" y="4598612"/>
                </a:lnTo>
                <a:lnTo>
                  <a:pt x="4402079" y="4594209"/>
                </a:lnTo>
                <a:close/>
              </a:path>
              <a:path w="7367905" h="7586980">
                <a:moveTo>
                  <a:pt x="4481995" y="4734515"/>
                </a:moveTo>
                <a:lnTo>
                  <a:pt x="4485460" y="4740511"/>
                </a:lnTo>
                <a:lnTo>
                  <a:pt x="4479463" y="4743976"/>
                </a:lnTo>
                <a:lnTo>
                  <a:pt x="4475998" y="4737979"/>
                </a:lnTo>
                <a:lnTo>
                  <a:pt x="4481995" y="4734515"/>
                </a:lnTo>
                <a:close/>
              </a:path>
              <a:path w="7367905" h="7586980">
                <a:moveTo>
                  <a:pt x="4562024" y="4874389"/>
                </a:moveTo>
                <a:lnTo>
                  <a:pt x="4564855" y="4879294"/>
                </a:lnTo>
                <a:lnTo>
                  <a:pt x="4559950" y="4882124"/>
                </a:lnTo>
                <a:lnTo>
                  <a:pt x="4557120" y="4877225"/>
                </a:lnTo>
                <a:lnTo>
                  <a:pt x="4562024" y="4874389"/>
                </a:lnTo>
                <a:close/>
              </a:path>
              <a:path w="7367905" h="7586980">
                <a:moveTo>
                  <a:pt x="4642061" y="5014263"/>
                </a:moveTo>
                <a:lnTo>
                  <a:pt x="4644263" y="5018077"/>
                </a:lnTo>
                <a:lnTo>
                  <a:pt x="4640443" y="5020285"/>
                </a:lnTo>
                <a:lnTo>
                  <a:pt x="4638241" y="5016472"/>
                </a:lnTo>
                <a:lnTo>
                  <a:pt x="4642061" y="5014263"/>
                </a:lnTo>
                <a:close/>
              </a:path>
              <a:path w="7367905" h="7586980">
                <a:moveTo>
                  <a:pt x="4722084" y="5154144"/>
                </a:moveTo>
                <a:lnTo>
                  <a:pt x="4723658" y="5156866"/>
                </a:lnTo>
                <a:lnTo>
                  <a:pt x="4720936" y="5158440"/>
                </a:lnTo>
                <a:lnTo>
                  <a:pt x="4719362" y="5155718"/>
                </a:lnTo>
                <a:lnTo>
                  <a:pt x="4722084" y="5154144"/>
                </a:lnTo>
                <a:close/>
              </a:path>
              <a:path w="7367905" h="7586980">
                <a:moveTo>
                  <a:pt x="4802114" y="5294012"/>
                </a:moveTo>
                <a:lnTo>
                  <a:pt x="4803060" y="5295649"/>
                </a:lnTo>
                <a:lnTo>
                  <a:pt x="4801429" y="5296595"/>
                </a:lnTo>
                <a:lnTo>
                  <a:pt x="4800483" y="5294958"/>
                </a:lnTo>
                <a:lnTo>
                  <a:pt x="4802114" y="5294012"/>
                </a:lnTo>
                <a:close/>
              </a:path>
              <a:path w="7367905" h="7586980">
                <a:moveTo>
                  <a:pt x="1629327" y="31492"/>
                </a:moveTo>
                <a:lnTo>
                  <a:pt x="1674335" y="109454"/>
                </a:lnTo>
                <a:lnTo>
                  <a:pt x="1596381" y="154462"/>
                </a:lnTo>
                <a:lnTo>
                  <a:pt x="1551372" y="76501"/>
                </a:lnTo>
                <a:lnTo>
                  <a:pt x="1629327" y="31492"/>
                </a:lnTo>
                <a:close/>
              </a:path>
              <a:path w="7367905" h="7586980">
                <a:moveTo>
                  <a:pt x="1709122" y="172230"/>
                </a:moveTo>
                <a:lnTo>
                  <a:pt x="1752874" y="248008"/>
                </a:lnTo>
                <a:lnTo>
                  <a:pt x="1677102" y="291761"/>
                </a:lnTo>
                <a:lnTo>
                  <a:pt x="1633350" y="215976"/>
                </a:lnTo>
                <a:lnTo>
                  <a:pt x="1709122" y="172230"/>
                </a:lnTo>
                <a:close/>
              </a:path>
              <a:path w="7367905" h="7586980">
                <a:moveTo>
                  <a:pt x="1788929" y="312967"/>
                </a:moveTo>
                <a:lnTo>
                  <a:pt x="1831419" y="386563"/>
                </a:lnTo>
                <a:lnTo>
                  <a:pt x="1757823" y="429052"/>
                </a:lnTo>
                <a:lnTo>
                  <a:pt x="1715334" y="355457"/>
                </a:lnTo>
                <a:lnTo>
                  <a:pt x="1788929" y="312967"/>
                </a:lnTo>
                <a:close/>
              </a:path>
              <a:path w="7367905" h="7586980">
                <a:moveTo>
                  <a:pt x="1868730" y="453698"/>
                </a:moveTo>
                <a:lnTo>
                  <a:pt x="1909957" y="525111"/>
                </a:lnTo>
                <a:lnTo>
                  <a:pt x="1838538" y="566344"/>
                </a:lnTo>
                <a:lnTo>
                  <a:pt x="1797312" y="494932"/>
                </a:lnTo>
                <a:lnTo>
                  <a:pt x="1868730" y="453698"/>
                </a:lnTo>
                <a:close/>
              </a:path>
              <a:path w="7367905" h="7586980">
                <a:moveTo>
                  <a:pt x="1948525" y="594436"/>
                </a:moveTo>
                <a:lnTo>
                  <a:pt x="1988496" y="663672"/>
                </a:lnTo>
                <a:lnTo>
                  <a:pt x="1919260" y="703649"/>
                </a:lnTo>
                <a:lnTo>
                  <a:pt x="1879289" y="634412"/>
                </a:lnTo>
                <a:lnTo>
                  <a:pt x="1948525" y="594436"/>
                </a:lnTo>
                <a:close/>
              </a:path>
              <a:path w="7367905" h="7586980">
                <a:moveTo>
                  <a:pt x="2028212" y="735604"/>
                </a:moveTo>
                <a:lnTo>
                  <a:pt x="2066609" y="802111"/>
                </a:lnTo>
                <a:lnTo>
                  <a:pt x="2000095" y="840508"/>
                </a:lnTo>
                <a:lnTo>
                  <a:pt x="1961698" y="774001"/>
                </a:lnTo>
                <a:lnTo>
                  <a:pt x="2028212" y="735604"/>
                </a:lnTo>
                <a:close/>
              </a:path>
              <a:path w="7367905" h="7586980">
                <a:moveTo>
                  <a:pt x="2107893" y="876767"/>
                </a:moveTo>
                <a:lnTo>
                  <a:pt x="2144717" y="940552"/>
                </a:lnTo>
                <a:lnTo>
                  <a:pt x="2080932" y="977375"/>
                </a:lnTo>
                <a:lnTo>
                  <a:pt x="2044108" y="913590"/>
                </a:lnTo>
                <a:lnTo>
                  <a:pt x="2107893" y="876767"/>
                </a:lnTo>
                <a:close/>
              </a:path>
              <a:path w="7367905" h="7586980">
                <a:moveTo>
                  <a:pt x="2187581" y="1017930"/>
                </a:moveTo>
                <a:lnTo>
                  <a:pt x="2222830" y="1078993"/>
                </a:lnTo>
                <a:lnTo>
                  <a:pt x="2161773" y="1114242"/>
                </a:lnTo>
                <a:lnTo>
                  <a:pt x="2126518" y="1053185"/>
                </a:lnTo>
                <a:lnTo>
                  <a:pt x="2187581" y="1017930"/>
                </a:lnTo>
                <a:close/>
              </a:path>
              <a:path w="7367905" h="7586980">
                <a:moveTo>
                  <a:pt x="2267382" y="1158667"/>
                </a:moveTo>
                <a:lnTo>
                  <a:pt x="2301375" y="1217541"/>
                </a:lnTo>
                <a:lnTo>
                  <a:pt x="2242495" y="1251534"/>
                </a:lnTo>
                <a:lnTo>
                  <a:pt x="2208501" y="1192660"/>
                </a:lnTo>
                <a:lnTo>
                  <a:pt x="2267382" y="1158667"/>
                </a:lnTo>
                <a:close/>
              </a:path>
              <a:path w="7367905" h="7586980">
                <a:moveTo>
                  <a:pt x="2347176" y="1299404"/>
                </a:moveTo>
                <a:lnTo>
                  <a:pt x="2379913" y="1356101"/>
                </a:lnTo>
                <a:lnTo>
                  <a:pt x="2323216" y="1388837"/>
                </a:lnTo>
                <a:lnTo>
                  <a:pt x="2290486" y="1332140"/>
                </a:lnTo>
                <a:lnTo>
                  <a:pt x="2347176" y="1299404"/>
                </a:lnTo>
                <a:close/>
              </a:path>
              <a:path w="7367905" h="7586980">
                <a:moveTo>
                  <a:pt x="2426863" y="1440566"/>
                </a:moveTo>
                <a:lnTo>
                  <a:pt x="2458020" y="1494535"/>
                </a:lnTo>
                <a:lnTo>
                  <a:pt x="2404051" y="1525698"/>
                </a:lnTo>
                <a:lnTo>
                  <a:pt x="2372888" y="1471729"/>
                </a:lnTo>
                <a:lnTo>
                  <a:pt x="2426863" y="1440566"/>
                </a:lnTo>
                <a:close/>
              </a:path>
              <a:path w="7367905" h="7586980">
                <a:moveTo>
                  <a:pt x="2506665" y="1581298"/>
                </a:moveTo>
                <a:lnTo>
                  <a:pt x="2536565" y="1633096"/>
                </a:lnTo>
                <a:lnTo>
                  <a:pt x="2484779" y="1662996"/>
                </a:lnTo>
                <a:lnTo>
                  <a:pt x="2454872" y="1611198"/>
                </a:lnTo>
                <a:lnTo>
                  <a:pt x="2506665" y="1581298"/>
                </a:lnTo>
                <a:close/>
              </a:path>
              <a:path w="7367905" h="7586980">
                <a:moveTo>
                  <a:pt x="2586231" y="1722898"/>
                </a:moveTo>
                <a:lnTo>
                  <a:pt x="2614240" y="1771416"/>
                </a:lnTo>
                <a:lnTo>
                  <a:pt x="2565722" y="1799432"/>
                </a:lnTo>
                <a:lnTo>
                  <a:pt x="2537713" y="1750914"/>
                </a:lnTo>
                <a:lnTo>
                  <a:pt x="2586231" y="1722898"/>
                </a:lnTo>
                <a:close/>
              </a:path>
              <a:path w="7367905" h="7586980">
                <a:moveTo>
                  <a:pt x="2666032" y="1863636"/>
                </a:moveTo>
                <a:lnTo>
                  <a:pt x="2692785" y="1909970"/>
                </a:lnTo>
                <a:lnTo>
                  <a:pt x="2646450" y="1936723"/>
                </a:lnTo>
                <a:lnTo>
                  <a:pt x="2619697" y="1890388"/>
                </a:lnTo>
                <a:lnTo>
                  <a:pt x="2666032" y="1863636"/>
                </a:lnTo>
                <a:close/>
              </a:path>
              <a:path w="7367905" h="7586980">
                <a:moveTo>
                  <a:pt x="2745719" y="2004798"/>
                </a:moveTo>
                <a:lnTo>
                  <a:pt x="2770898" y="2048411"/>
                </a:lnTo>
                <a:lnTo>
                  <a:pt x="2727285" y="2073590"/>
                </a:lnTo>
                <a:lnTo>
                  <a:pt x="2702106" y="2029977"/>
                </a:lnTo>
                <a:lnTo>
                  <a:pt x="2745719" y="2004798"/>
                </a:lnTo>
                <a:close/>
              </a:path>
              <a:path w="7367905" h="7586980">
                <a:moveTo>
                  <a:pt x="2825514" y="2145535"/>
                </a:moveTo>
                <a:lnTo>
                  <a:pt x="2849431" y="2186965"/>
                </a:lnTo>
                <a:lnTo>
                  <a:pt x="2808001" y="2210882"/>
                </a:lnTo>
                <a:lnTo>
                  <a:pt x="2784084" y="2169458"/>
                </a:lnTo>
                <a:lnTo>
                  <a:pt x="2825514" y="2145535"/>
                </a:lnTo>
                <a:close/>
              </a:path>
              <a:path w="7367905" h="7586980">
                <a:moveTo>
                  <a:pt x="2905436" y="2285841"/>
                </a:moveTo>
                <a:lnTo>
                  <a:pt x="2928407" y="2325634"/>
                </a:lnTo>
                <a:lnTo>
                  <a:pt x="2888608" y="2348611"/>
                </a:lnTo>
                <a:lnTo>
                  <a:pt x="2865637" y="2308819"/>
                </a:lnTo>
                <a:lnTo>
                  <a:pt x="2905436" y="2285841"/>
                </a:lnTo>
                <a:close/>
              </a:path>
              <a:path w="7367905" h="7586980">
                <a:moveTo>
                  <a:pt x="2985117" y="2427004"/>
                </a:moveTo>
                <a:lnTo>
                  <a:pt x="3006521" y="2464074"/>
                </a:lnTo>
                <a:lnTo>
                  <a:pt x="2969450" y="2485478"/>
                </a:lnTo>
                <a:lnTo>
                  <a:pt x="2948047" y="2448408"/>
                </a:lnTo>
                <a:lnTo>
                  <a:pt x="2985117" y="2427004"/>
                </a:lnTo>
                <a:close/>
              </a:path>
              <a:path w="7367905" h="7586980">
                <a:moveTo>
                  <a:pt x="3064912" y="2567735"/>
                </a:moveTo>
                <a:lnTo>
                  <a:pt x="3085059" y="2602629"/>
                </a:lnTo>
                <a:lnTo>
                  <a:pt x="3050165" y="2622770"/>
                </a:lnTo>
                <a:lnTo>
                  <a:pt x="3030024" y="2587882"/>
                </a:lnTo>
                <a:lnTo>
                  <a:pt x="3064912" y="2567735"/>
                </a:lnTo>
                <a:close/>
              </a:path>
              <a:path w="7367905" h="7586980">
                <a:moveTo>
                  <a:pt x="3144719" y="2708479"/>
                </a:moveTo>
                <a:lnTo>
                  <a:pt x="3163603" y="2741183"/>
                </a:lnTo>
                <a:lnTo>
                  <a:pt x="3130892" y="2760068"/>
                </a:lnTo>
                <a:lnTo>
                  <a:pt x="3112008" y="2727363"/>
                </a:lnTo>
                <a:lnTo>
                  <a:pt x="3144719" y="2708479"/>
                </a:lnTo>
                <a:close/>
              </a:path>
              <a:path w="7367905" h="7586980">
                <a:moveTo>
                  <a:pt x="3224514" y="2849210"/>
                </a:moveTo>
                <a:lnTo>
                  <a:pt x="3242136" y="2879738"/>
                </a:lnTo>
                <a:lnTo>
                  <a:pt x="3211614" y="2897366"/>
                </a:lnTo>
                <a:lnTo>
                  <a:pt x="3193986" y="2866838"/>
                </a:lnTo>
                <a:lnTo>
                  <a:pt x="3224514" y="2849210"/>
                </a:lnTo>
                <a:close/>
              </a:path>
              <a:path w="7367905" h="7586980">
                <a:moveTo>
                  <a:pt x="3304430" y="2989509"/>
                </a:moveTo>
                <a:lnTo>
                  <a:pt x="3321112" y="3018407"/>
                </a:lnTo>
                <a:lnTo>
                  <a:pt x="3292221" y="3035089"/>
                </a:lnTo>
                <a:lnTo>
                  <a:pt x="3275539" y="3006191"/>
                </a:lnTo>
                <a:lnTo>
                  <a:pt x="3304430" y="2989509"/>
                </a:lnTo>
                <a:close/>
              </a:path>
              <a:path w="7367905" h="7586980">
                <a:moveTo>
                  <a:pt x="3384231" y="3130253"/>
                </a:moveTo>
                <a:lnTo>
                  <a:pt x="3399651" y="3156967"/>
                </a:lnTo>
                <a:lnTo>
                  <a:pt x="3372942" y="3172386"/>
                </a:lnTo>
                <a:lnTo>
                  <a:pt x="3357517" y="3145678"/>
                </a:lnTo>
                <a:lnTo>
                  <a:pt x="3384231" y="3130253"/>
                </a:lnTo>
                <a:close/>
              </a:path>
              <a:path w="7367905" h="7586980">
                <a:moveTo>
                  <a:pt x="3463912" y="3271415"/>
                </a:moveTo>
                <a:lnTo>
                  <a:pt x="3477758" y="3295401"/>
                </a:lnTo>
                <a:lnTo>
                  <a:pt x="3453772" y="3309253"/>
                </a:lnTo>
                <a:lnTo>
                  <a:pt x="3439926" y="3285261"/>
                </a:lnTo>
                <a:lnTo>
                  <a:pt x="3463912" y="3271415"/>
                </a:lnTo>
                <a:close/>
              </a:path>
              <a:path w="7367905" h="7586980">
                <a:moveTo>
                  <a:pt x="3543828" y="3411721"/>
                </a:moveTo>
                <a:lnTo>
                  <a:pt x="3556728" y="3434070"/>
                </a:lnTo>
                <a:lnTo>
                  <a:pt x="3534380" y="3446977"/>
                </a:lnTo>
                <a:lnTo>
                  <a:pt x="3521479" y="3424628"/>
                </a:lnTo>
                <a:lnTo>
                  <a:pt x="3543828" y="3411721"/>
                </a:lnTo>
                <a:close/>
              </a:path>
              <a:path w="7367905" h="7586980">
                <a:moveTo>
                  <a:pt x="3623744" y="3552020"/>
                </a:moveTo>
                <a:lnTo>
                  <a:pt x="3635705" y="3572739"/>
                </a:lnTo>
                <a:lnTo>
                  <a:pt x="3614986" y="3584700"/>
                </a:lnTo>
                <a:lnTo>
                  <a:pt x="3603025" y="3563981"/>
                </a:lnTo>
                <a:lnTo>
                  <a:pt x="3623744" y="3552020"/>
                </a:lnTo>
                <a:close/>
              </a:path>
              <a:path w="7367905" h="7586980">
                <a:moveTo>
                  <a:pt x="3703659" y="3692333"/>
                </a:moveTo>
                <a:lnTo>
                  <a:pt x="3714675" y="3711414"/>
                </a:lnTo>
                <a:lnTo>
                  <a:pt x="3695594" y="3722430"/>
                </a:lnTo>
                <a:lnTo>
                  <a:pt x="3684578" y="3703349"/>
                </a:lnTo>
                <a:lnTo>
                  <a:pt x="3703659" y="3692333"/>
                </a:lnTo>
                <a:close/>
              </a:path>
              <a:path w="7367905" h="7586980">
                <a:moveTo>
                  <a:pt x="3783454" y="3833070"/>
                </a:moveTo>
                <a:lnTo>
                  <a:pt x="3793214" y="3849968"/>
                </a:lnTo>
                <a:lnTo>
                  <a:pt x="3776316" y="3859727"/>
                </a:lnTo>
                <a:lnTo>
                  <a:pt x="3766556" y="3842823"/>
                </a:lnTo>
                <a:lnTo>
                  <a:pt x="3783454" y="3833070"/>
                </a:lnTo>
                <a:close/>
              </a:path>
              <a:path w="7367905" h="7586980">
                <a:moveTo>
                  <a:pt x="3863376" y="3973369"/>
                </a:moveTo>
                <a:lnTo>
                  <a:pt x="3872190" y="3988630"/>
                </a:lnTo>
                <a:lnTo>
                  <a:pt x="3856923" y="3997444"/>
                </a:lnTo>
                <a:lnTo>
                  <a:pt x="3848109" y="3982183"/>
                </a:lnTo>
                <a:lnTo>
                  <a:pt x="3863376" y="3973369"/>
                </a:lnTo>
                <a:close/>
              </a:path>
              <a:path w="7367905" h="7586980">
                <a:moveTo>
                  <a:pt x="3943292" y="4113675"/>
                </a:moveTo>
                <a:lnTo>
                  <a:pt x="3951161" y="4127306"/>
                </a:lnTo>
                <a:lnTo>
                  <a:pt x="3937530" y="4135174"/>
                </a:lnTo>
                <a:lnTo>
                  <a:pt x="3929662" y="4121544"/>
                </a:lnTo>
                <a:lnTo>
                  <a:pt x="3943292" y="4113675"/>
                </a:lnTo>
                <a:close/>
              </a:path>
              <a:path w="7367905" h="7586980">
                <a:moveTo>
                  <a:pt x="4023208" y="4253982"/>
                </a:moveTo>
                <a:lnTo>
                  <a:pt x="4030131" y="4265975"/>
                </a:lnTo>
                <a:lnTo>
                  <a:pt x="4018131" y="4272898"/>
                </a:lnTo>
                <a:lnTo>
                  <a:pt x="4011208" y="4260911"/>
                </a:lnTo>
                <a:lnTo>
                  <a:pt x="4023208" y="4253982"/>
                </a:lnTo>
                <a:close/>
              </a:path>
              <a:path w="7367905" h="7586980">
                <a:moveTo>
                  <a:pt x="4103009" y="4394719"/>
                </a:moveTo>
                <a:lnTo>
                  <a:pt x="4108675" y="4404529"/>
                </a:lnTo>
                <a:lnTo>
                  <a:pt x="4098859" y="4410195"/>
                </a:lnTo>
                <a:lnTo>
                  <a:pt x="4093193" y="4400385"/>
                </a:lnTo>
                <a:lnTo>
                  <a:pt x="4103009" y="4394719"/>
                </a:lnTo>
                <a:close/>
              </a:path>
              <a:path w="7367905" h="7586980">
                <a:moveTo>
                  <a:pt x="4183033" y="4534593"/>
                </a:moveTo>
                <a:lnTo>
                  <a:pt x="4188071" y="4543318"/>
                </a:lnTo>
                <a:lnTo>
                  <a:pt x="4179346" y="4548350"/>
                </a:lnTo>
                <a:lnTo>
                  <a:pt x="4174314" y="4539631"/>
                </a:lnTo>
                <a:lnTo>
                  <a:pt x="4183033" y="4534593"/>
                </a:lnTo>
                <a:close/>
              </a:path>
              <a:path w="7367905" h="7586980">
                <a:moveTo>
                  <a:pt x="4263062" y="4674468"/>
                </a:moveTo>
                <a:lnTo>
                  <a:pt x="4267473" y="4682101"/>
                </a:lnTo>
                <a:lnTo>
                  <a:pt x="4259839" y="4686511"/>
                </a:lnTo>
                <a:lnTo>
                  <a:pt x="4255429" y="4678878"/>
                </a:lnTo>
                <a:lnTo>
                  <a:pt x="4263062" y="4674468"/>
                </a:lnTo>
                <a:close/>
              </a:path>
              <a:path w="7367905" h="7586980">
                <a:moveTo>
                  <a:pt x="4343098" y="4814342"/>
                </a:moveTo>
                <a:lnTo>
                  <a:pt x="4346874" y="4820884"/>
                </a:lnTo>
                <a:lnTo>
                  <a:pt x="4340325" y="4824660"/>
                </a:lnTo>
                <a:lnTo>
                  <a:pt x="4336550" y="4818124"/>
                </a:lnTo>
                <a:lnTo>
                  <a:pt x="4343098" y="4814342"/>
                </a:lnTo>
                <a:close/>
              </a:path>
              <a:path w="7367905" h="7586980">
                <a:moveTo>
                  <a:pt x="4423014" y="4954655"/>
                </a:moveTo>
                <a:lnTo>
                  <a:pt x="4425844" y="4959553"/>
                </a:lnTo>
                <a:lnTo>
                  <a:pt x="4420932" y="4962390"/>
                </a:lnTo>
                <a:lnTo>
                  <a:pt x="4418102" y="4957485"/>
                </a:lnTo>
                <a:lnTo>
                  <a:pt x="4423014" y="4954655"/>
                </a:lnTo>
                <a:close/>
              </a:path>
              <a:path w="7367905" h="7586980">
                <a:moveTo>
                  <a:pt x="4503044" y="5094529"/>
                </a:moveTo>
                <a:lnTo>
                  <a:pt x="4505246" y="5098342"/>
                </a:lnTo>
                <a:lnTo>
                  <a:pt x="4501426" y="5100544"/>
                </a:lnTo>
                <a:lnTo>
                  <a:pt x="4499224" y="5096731"/>
                </a:lnTo>
                <a:lnTo>
                  <a:pt x="4503044" y="5094529"/>
                </a:lnTo>
                <a:close/>
              </a:path>
              <a:path w="7367905" h="7586980">
                <a:moveTo>
                  <a:pt x="4583073" y="5234403"/>
                </a:moveTo>
                <a:lnTo>
                  <a:pt x="4584647" y="5237125"/>
                </a:lnTo>
                <a:lnTo>
                  <a:pt x="4581925" y="5238699"/>
                </a:lnTo>
                <a:lnTo>
                  <a:pt x="4580351" y="5235977"/>
                </a:lnTo>
                <a:lnTo>
                  <a:pt x="4583073" y="5234403"/>
                </a:lnTo>
                <a:close/>
              </a:path>
              <a:path w="7367905" h="7586980">
                <a:moveTo>
                  <a:pt x="4663103" y="5374271"/>
                </a:moveTo>
                <a:lnTo>
                  <a:pt x="4664049" y="5375908"/>
                </a:lnTo>
                <a:lnTo>
                  <a:pt x="4662412" y="5376854"/>
                </a:lnTo>
                <a:lnTo>
                  <a:pt x="4661466" y="5375217"/>
                </a:lnTo>
                <a:lnTo>
                  <a:pt x="4663103" y="5374271"/>
                </a:lnTo>
                <a:close/>
              </a:path>
              <a:path w="7367905" h="7586980">
                <a:moveTo>
                  <a:pt x="1361584" y="0"/>
                </a:moveTo>
                <a:lnTo>
                  <a:pt x="1426513" y="0"/>
                </a:lnTo>
                <a:lnTo>
                  <a:pt x="1455918" y="50931"/>
                </a:lnTo>
                <a:lnTo>
                  <a:pt x="1376878" y="96568"/>
                </a:lnTo>
                <a:lnTo>
                  <a:pt x="1331235" y="17521"/>
                </a:lnTo>
                <a:lnTo>
                  <a:pt x="1361584" y="0"/>
                </a:lnTo>
                <a:close/>
              </a:path>
              <a:path w="7367905" h="7586980">
                <a:moveTo>
                  <a:pt x="1490888" y="109607"/>
                </a:moveTo>
                <a:lnTo>
                  <a:pt x="1537470" y="190291"/>
                </a:lnTo>
                <a:lnTo>
                  <a:pt x="1456787" y="236874"/>
                </a:lnTo>
                <a:lnTo>
                  <a:pt x="1410204" y="156190"/>
                </a:lnTo>
                <a:lnTo>
                  <a:pt x="1490888" y="109607"/>
                </a:lnTo>
                <a:close/>
              </a:path>
              <a:path w="7367905" h="7586980">
                <a:moveTo>
                  <a:pt x="1570575" y="250770"/>
                </a:moveTo>
                <a:lnTo>
                  <a:pt x="1615584" y="328731"/>
                </a:lnTo>
                <a:lnTo>
                  <a:pt x="1537622" y="373740"/>
                </a:lnTo>
                <a:lnTo>
                  <a:pt x="1492614" y="295779"/>
                </a:lnTo>
                <a:lnTo>
                  <a:pt x="1570575" y="250770"/>
                </a:lnTo>
                <a:close/>
              </a:path>
              <a:path w="7367905" h="7586980">
                <a:moveTo>
                  <a:pt x="1650256" y="391939"/>
                </a:moveTo>
                <a:lnTo>
                  <a:pt x="1693691" y="467171"/>
                </a:lnTo>
                <a:lnTo>
                  <a:pt x="1618465" y="510606"/>
                </a:lnTo>
                <a:lnTo>
                  <a:pt x="1575030" y="435374"/>
                </a:lnTo>
                <a:lnTo>
                  <a:pt x="1650256" y="391939"/>
                </a:lnTo>
                <a:close/>
              </a:path>
              <a:path w="7367905" h="7586980">
                <a:moveTo>
                  <a:pt x="1730057" y="532670"/>
                </a:moveTo>
                <a:lnTo>
                  <a:pt x="1772236" y="605726"/>
                </a:lnTo>
                <a:lnTo>
                  <a:pt x="1699180" y="647904"/>
                </a:lnTo>
                <a:lnTo>
                  <a:pt x="1657007" y="574848"/>
                </a:lnTo>
                <a:lnTo>
                  <a:pt x="1730057" y="532670"/>
                </a:lnTo>
                <a:close/>
              </a:path>
              <a:path w="7367905" h="7586980">
                <a:moveTo>
                  <a:pt x="1809858" y="673407"/>
                </a:moveTo>
                <a:lnTo>
                  <a:pt x="1850774" y="744281"/>
                </a:lnTo>
                <a:lnTo>
                  <a:pt x="1779901" y="785197"/>
                </a:lnTo>
                <a:lnTo>
                  <a:pt x="1738985" y="714323"/>
                </a:lnTo>
                <a:lnTo>
                  <a:pt x="1809858" y="673407"/>
                </a:lnTo>
                <a:close/>
              </a:path>
              <a:path w="7367905" h="7586980">
                <a:moveTo>
                  <a:pt x="1889539" y="814576"/>
                </a:moveTo>
                <a:lnTo>
                  <a:pt x="1928881" y="882720"/>
                </a:lnTo>
                <a:lnTo>
                  <a:pt x="1860743" y="922062"/>
                </a:lnTo>
                <a:lnTo>
                  <a:pt x="1821401" y="853918"/>
                </a:lnTo>
                <a:lnTo>
                  <a:pt x="1889539" y="814576"/>
                </a:lnTo>
                <a:close/>
              </a:path>
              <a:path w="7367905" h="7586980">
                <a:moveTo>
                  <a:pt x="1969226" y="955738"/>
                </a:moveTo>
                <a:lnTo>
                  <a:pt x="2006995" y="1021160"/>
                </a:lnTo>
                <a:lnTo>
                  <a:pt x="1941579" y="1058929"/>
                </a:lnTo>
                <a:lnTo>
                  <a:pt x="1903810" y="993506"/>
                </a:lnTo>
                <a:lnTo>
                  <a:pt x="1969226" y="955738"/>
                </a:lnTo>
                <a:close/>
              </a:path>
              <a:path w="7367905" h="7586980">
                <a:moveTo>
                  <a:pt x="2048907" y="1096901"/>
                </a:moveTo>
                <a:lnTo>
                  <a:pt x="2085108" y="1159601"/>
                </a:lnTo>
                <a:lnTo>
                  <a:pt x="2022415" y="1195795"/>
                </a:lnTo>
                <a:lnTo>
                  <a:pt x="1986220" y="1133096"/>
                </a:lnTo>
                <a:lnTo>
                  <a:pt x="2048907" y="1096901"/>
                </a:lnTo>
                <a:close/>
              </a:path>
              <a:path w="7367905" h="7586980">
                <a:moveTo>
                  <a:pt x="2128594" y="1238069"/>
                </a:moveTo>
                <a:lnTo>
                  <a:pt x="2163215" y="1298034"/>
                </a:lnTo>
                <a:lnTo>
                  <a:pt x="2103250" y="1332655"/>
                </a:lnTo>
                <a:lnTo>
                  <a:pt x="2068629" y="1272690"/>
                </a:lnTo>
                <a:lnTo>
                  <a:pt x="2128594" y="1238069"/>
                </a:lnTo>
                <a:close/>
              </a:path>
              <a:path w="7367905" h="7586980">
                <a:moveTo>
                  <a:pt x="2208395" y="1378800"/>
                </a:moveTo>
                <a:lnTo>
                  <a:pt x="2241760" y="1436589"/>
                </a:lnTo>
                <a:lnTo>
                  <a:pt x="2183971" y="1469954"/>
                </a:lnTo>
                <a:lnTo>
                  <a:pt x="2150607" y="1412165"/>
                </a:lnTo>
                <a:lnTo>
                  <a:pt x="2208395" y="1378800"/>
                </a:lnTo>
                <a:close/>
              </a:path>
              <a:path w="7367905" h="7586980">
                <a:moveTo>
                  <a:pt x="2288083" y="1519969"/>
                </a:moveTo>
                <a:lnTo>
                  <a:pt x="2319873" y="1575029"/>
                </a:lnTo>
                <a:lnTo>
                  <a:pt x="2264807" y="1606820"/>
                </a:lnTo>
                <a:lnTo>
                  <a:pt x="2233016" y="1551760"/>
                </a:lnTo>
                <a:lnTo>
                  <a:pt x="2288083" y="1519969"/>
                </a:lnTo>
                <a:close/>
              </a:path>
              <a:path w="7367905" h="7586980">
                <a:moveTo>
                  <a:pt x="2367877" y="1660706"/>
                </a:moveTo>
                <a:lnTo>
                  <a:pt x="2398406" y="1713584"/>
                </a:lnTo>
                <a:lnTo>
                  <a:pt x="2345535" y="1744112"/>
                </a:lnTo>
                <a:lnTo>
                  <a:pt x="2315000" y="1691235"/>
                </a:lnTo>
                <a:lnTo>
                  <a:pt x="2367877" y="1660706"/>
                </a:lnTo>
                <a:close/>
              </a:path>
              <a:path w="7367905" h="7586980">
                <a:moveTo>
                  <a:pt x="2447565" y="1801869"/>
                </a:moveTo>
                <a:lnTo>
                  <a:pt x="2476519" y="1852024"/>
                </a:lnTo>
                <a:lnTo>
                  <a:pt x="2426370" y="1880979"/>
                </a:lnTo>
                <a:lnTo>
                  <a:pt x="2397410" y="1830823"/>
                </a:lnTo>
                <a:lnTo>
                  <a:pt x="2447565" y="1801869"/>
                </a:lnTo>
                <a:close/>
              </a:path>
              <a:path w="7367905" h="7586980">
                <a:moveTo>
                  <a:pt x="2527246" y="1943038"/>
                </a:moveTo>
                <a:lnTo>
                  <a:pt x="2554627" y="1990464"/>
                </a:lnTo>
                <a:lnTo>
                  <a:pt x="2507206" y="2017845"/>
                </a:lnTo>
                <a:lnTo>
                  <a:pt x="2479825" y="1970419"/>
                </a:lnTo>
                <a:lnTo>
                  <a:pt x="2527246" y="1943038"/>
                </a:lnTo>
                <a:close/>
              </a:path>
              <a:path w="7367905" h="7586980">
                <a:moveTo>
                  <a:pt x="2606933" y="2084200"/>
                </a:moveTo>
                <a:lnTo>
                  <a:pt x="2632740" y="2128904"/>
                </a:lnTo>
                <a:lnTo>
                  <a:pt x="2588042" y="2154712"/>
                </a:lnTo>
                <a:lnTo>
                  <a:pt x="2562235" y="2110007"/>
                </a:lnTo>
                <a:lnTo>
                  <a:pt x="2606933" y="2084200"/>
                </a:lnTo>
                <a:close/>
              </a:path>
              <a:path w="7367905" h="7586980">
                <a:moveTo>
                  <a:pt x="2686734" y="2224937"/>
                </a:moveTo>
                <a:lnTo>
                  <a:pt x="2711285" y="2267459"/>
                </a:lnTo>
                <a:lnTo>
                  <a:pt x="2668764" y="2292010"/>
                </a:lnTo>
                <a:lnTo>
                  <a:pt x="2644213" y="2249489"/>
                </a:lnTo>
                <a:lnTo>
                  <a:pt x="2686734" y="2224937"/>
                </a:lnTo>
                <a:close/>
              </a:path>
              <a:path w="7367905" h="7586980">
                <a:moveTo>
                  <a:pt x="2766529" y="2365675"/>
                </a:moveTo>
                <a:lnTo>
                  <a:pt x="2789823" y="2406013"/>
                </a:lnTo>
                <a:lnTo>
                  <a:pt x="2749478" y="2429308"/>
                </a:lnTo>
                <a:lnTo>
                  <a:pt x="2726190" y="2388963"/>
                </a:lnTo>
                <a:lnTo>
                  <a:pt x="2766529" y="2365675"/>
                </a:lnTo>
                <a:close/>
              </a:path>
              <a:path w="7367905" h="7586980">
                <a:moveTo>
                  <a:pt x="2846330" y="2506406"/>
                </a:moveTo>
                <a:lnTo>
                  <a:pt x="2868361" y="2544568"/>
                </a:lnTo>
                <a:lnTo>
                  <a:pt x="2830206" y="2566599"/>
                </a:lnTo>
                <a:lnTo>
                  <a:pt x="2808174" y="2528437"/>
                </a:lnTo>
                <a:lnTo>
                  <a:pt x="2846330" y="2506406"/>
                </a:lnTo>
                <a:close/>
              </a:path>
              <a:path w="7367905" h="7586980">
                <a:moveTo>
                  <a:pt x="2926131" y="2647137"/>
                </a:moveTo>
                <a:lnTo>
                  <a:pt x="2946906" y="2683123"/>
                </a:lnTo>
                <a:lnTo>
                  <a:pt x="2910927" y="2703898"/>
                </a:lnTo>
                <a:lnTo>
                  <a:pt x="2890152" y="2667912"/>
                </a:lnTo>
                <a:lnTo>
                  <a:pt x="2926131" y="2647137"/>
                </a:lnTo>
                <a:close/>
              </a:path>
              <a:path w="7367905" h="7586980">
                <a:moveTo>
                  <a:pt x="3005932" y="2787874"/>
                </a:moveTo>
                <a:lnTo>
                  <a:pt x="3025445" y="2821677"/>
                </a:lnTo>
                <a:lnTo>
                  <a:pt x="2991649" y="2841189"/>
                </a:lnTo>
                <a:lnTo>
                  <a:pt x="2972130" y="2807387"/>
                </a:lnTo>
                <a:lnTo>
                  <a:pt x="3005932" y="2787874"/>
                </a:lnTo>
                <a:close/>
              </a:path>
              <a:path w="7367905" h="7586980">
                <a:moveTo>
                  <a:pt x="3085614" y="2929043"/>
                </a:moveTo>
                <a:lnTo>
                  <a:pt x="3103558" y="2960117"/>
                </a:lnTo>
                <a:lnTo>
                  <a:pt x="3072484" y="2978055"/>
                </a:lnTo>
                <a:lnTo>
                  <a:pt x="3054546" y="2946982"/>
                </a:lnTo>
                <a:lnTo>
                  <a:pt x="3085614" y="2929043"/>
                </a:lnTo>
                <a:close/>
              </a:path>
              <a:path w="7367905" h="7586980">
                <a:moveTo>
                  <a:pt x="3165528" y="3069349"/>
                </a:moveTo>
                <a:lnTo>
                  <a:pt x="3182528" y="3098786"/>
                </a:lnTo>
                <a:lnTo>
                  <a:pt x="3153085" y="3115785"/>
                </a:lnTo>
                <a:lnTo>
                  <a:pt x="3136092" y="3086349"/>
                </a:lnTo>
                <a:lnTo>
                  <a:pt x="3165528" y="3069349"/>
                </a:lnTo>
                <a:close/>
              </a:path>
              <a:path w="7367905" h="7586980">
                <a:moveTo>
                  <a:pt x="3245330" y="3210080"/>
                </a:moveTo>
                <a:lnTo>
                  <a:pt x="3261067" y="3237341"/>
                </a:lnTo>
                <a:lnTo>
                  <a:pt x="3233813" y="3253077"/>
                </a:lnTo>
                <a:lnTo>
                  <a:pt x="3218076" y="3225817"/>
                </a:lnTo>
                <a:lnTo>
                  <a:pt x="3245330" y="3210080"/>
                </a:lnTo>
                <a:close/>
              </a:path>
              <a:path w="7367905" h="7586980">
                <a:moveTo>
                  <a:pt x="3325131" y="3350818"/>
                </a:moveTo>
                <a:lnTo>
                  <a:pt x="3339612" y="3375889"/>
                </a:lnTo>
                <a:lnTo>
                  <a:pt x="3314528" y="3390369"/>
                </a:lnTo>
                <a:lnTo>
                  <a:pt x="3300054" y="3365298"/>
                </a:lnTo>
                <a:lnTo>
                  <a:pt x="3325131" y="3350818"/>
                </a:lnTo>
                <a:close/>
              </a:path>
              <a:path w="7367905" h="7586980">
                <a:moveTo>
                  <a:pt x="3404926" y="3491555"/>
                </a:moveTo>
                <a:lnTo>
                  <a:pt x="3418150" y="3514450"/>
                </a:lnTo>
                <a:lnTo>
                  <a:pt x="3395255" y="3527668"/>
                </a:lnTo>
                <a:lnTo>
                  <a:pt x="3382038" y="3504773"/>
                </a:lnTo>
                <a:lnTo>
                  <a:pt x="3404926" y="3491555"/>
                </a:lnTo>
                <a:close/>
              </a:path>
              <a:path w="7367905" h="7586980">
                <a:moveTo>
                  <a:pt x="3484842" y="3631861"/>
                </a:moveTo>
                <a:lnTo>
                  <a:pt x="3497120" y="3653125"/>
                </a:lnTo>
                <a:lnTo>
                  <a:pt x="3475856" y="3665397"/>
                </a:lnTo>
                <a:lnTo>
                  <a:pt x="3463584" y="3644133"/>
                </a:lnTo>
                <a:lnTo>
                  <a:pt x="3484842" y="3631861"/>
                </a:lnTo>
                <a:close/>
              </a:path>
              <a:path w="7367905" h="7586980">
                <a:moveTo>
                  <a:pt x="3564764" y="3772160"/>
                </a:moveTo>
                <a:lnTo>
                  <a:pt x="3576097" y="3791787"/>
                </a:lnTo>
                <a:lnTo>
                  <a:pt x="3556464" y="3803120"/>
                </a:lnTo>
                <a:lnTo>
                  <a:pt x="3545130" y="3783494"/>
                </a:lnTo>
                <a:lnTo>
                  <a:pt x="3564764" y="3772160"/>
                </a:lnTo>
                <a:close/>
              </a:path>
              <a:path w="7367905" h="7586980">
                <a:moveTo>
                  <a:pt x="3644559" y="3912904"/>
                </a:moveTo>
                <a:lnTo>
                  <a:pt x="3654629" y="3930342"/>
                </a:lnTo>
                <a:lnTo>
                  <a:pt x="3637191" y="3940412"/>
                </a:lnTo>
                <a:lnTo>
                  <a:pt x="3627121" y="3922974"/>
                </a:lnTo>
                <a:lnTo>
                  <a:pt x="3644559" y="3912904"/>
                </a:lnTo>
                <a:close/>
              </a:path>
              <a:path w="7367905" h="7586980">
                <a:moveTo>
                  <a:pt x="3724474" y="4053203"/>
                </a:moveTo>
                <a:lnTo>
                  <a:pt x="3733599" y="4069016"/>
                </a:lnTo>
                <a:lnTo>
                  <a:pt x="3717792" y="4078141"/>
                </a:lnTo>
                <a:lnTo>
                  <a:pt x="3708662" y="4062334"/>
                </a:lnTo>
                <a:lnTo>
                  <a:pt x="3724474" y="4053203"/>
                </a:lnTo>
                <a:close/>
              </a:path>
              <a:path w="7367905" h="7586980">
                <a:moveTo>
                  <a:pt x="3804396" y="4193509"/>
                </a:moveTo>
                <a:lnTo>
                  <a:pt x="3812576" y="4207679"/>
                </a:lnTo>
                <a:lnTo>
                  <a:pt x="3798400" y="4215865"/>
                </a:lnTo>
                <a:lnTo>
                  <a:pt x="3790214" y="4201695"/>
                </a:lnTo>
                <a:lnTo>
                  <a:pt x="3804396" y="4193509"/>
                </a:lnTo>
                <a:close/>
              </a:path>
              <a:path w="7367905" h="7586980">
                <a:moveTo>
                  <a:pt x="3884305" y="4333815"/>
                </a:moveTo>
                <a:lnTo>
                  <a:pt x="3891546" y="4346354"/>
                </a:lnTo>
                <a:lnTo>
                  <a:pt x="3879007" y="4353594"/>
                </a:lnTo>
                <a:lnTo>
                  <a:pt x="3871767" y="4341055"/>
                </a:lnTo>
                <a:lnTo>
                  <a:pt x="3884305" y="4333815"/>
                </a:lnTo>
                <a:close/>
              </a:path>
              <a:path w="7367905" h="7586980">
                <a:moveTo>
                  <a:pt x="3964107" y="4474552"/>
                </a:moveTo>
                <a:lnTo>
                  <a:pt x="3970084" y="4484908"/>
                </a:lnTo>
                <a:lnTo>
                  <a:pt x="3959728" y="4490886"/>
                </a:lnTo>
                <a:lnTo>
                  <a:pt x="3953750" y="4480530"/>
                </a:lnTo>
                <a:lnTo>
                  <a:pt x="3964107" y="4474552"/>
                </a:lnTo>
                <a:close/>
              </a:path>
              <a:path w="7367905" h="7586980">
                <a:moveTo>
                  <a:pt x="4044136" y="4614420"/>
                </a:moveTo>
                <a:lnTo>
                  <a:pt x="4049485" y="4623691"/>
                </a:lnTo>
                <a:lnTo>
                  <a:pt x="4040221" y="4629040"/>
                </a:lnTo>
                <a:lnTo>
                  <a:pt x="4034865" y="4619770"/>
                </a:lnTo>
                <a:lnTo>
                  <a:pt x="4044136" y="4614420"/>
                </a:lnTo>
                <a:close/>
              </a:path>
              <a:path w="7367905" h="7586980">
                <a:moveTo>
                  <a:pt x="4124166" y="4754295"/>
                </a:moveTo>
                <a:lnTo>
                  <a:pt x="4128887" y="4762474"/>
                </a:lnTo>
                <a:lnTo>
                  <a:pt x="4120708" y="4767195"/>
                </a:lnTo>
                <a:lnTo>
                  <a:pt x="4115987" y="4759016"/>
                </a:lnTo>
                <a:lnTo>
                  <a:pt x="4124166" y="4754295"/>
                </a:lnTo>
                <a:close/>
              </a:path>
              <a:path w="7367905" h="7586980">
                <a:moveTo>
                  <a:pt x="4204082" y="4894607"/>
                </a:moveTo>
                <a:lnTo>
                  <a:pt x="4207858" y="4901143"/>
                </a:lnTo>
                <a:lnTo>
                  <a:pt x="4201316" y="4904918"/>
                </a:lnTo>
                <a:lnTo>
                  <a:pt x="4197540" y="4898383"/>
                </a:lnTo>
                <a:lnTo>
                  <a:pt x="4204082" y="4894607"/>
                </a:lnTo>
                <a:close/>
              </a:path>
              <a:path w="7367905" h="7586980">
                <a:moveTo>
                  <a:pt x="4284112" y="5034481"/>
                </a:moveTo>
                <a:lnTo>
                  <a:pt x="4287259" y="5039932"/>
                </a:lnTo>
                <a:lnTo>
                  <a:pt x="4281808" y="5043079"/>
                </a:lnTo>
                <a:lnTo>
                  <a:pt x="4278661" y="5037629"/>
                </a:lnTo>
                <a:lnTo>
                  <a:pt x="4284112" y="5034481"/>
                </a:lnTo>
                <a:close/>
              </a:path>
              <a:path w="7367905" h="7586980">
                <a:moveTo>
                  <a:pt x="4364142" y="5174356"/>
                </a:moveTo>
                <a:lnTo>
                  <a:pt x="4366661" y="5178722"/>
                </a:lnTo>
                <a:lnTo>
                  <a:pt x="4362301" y="5181241"/>
                </a:lnTo>
                <a:lnTo>
                  <a:pt x="4359782" y="5176875"/>
                </a:lnTo>
                <a:lnTo>
                  <a:pt x="4364142" y="5174356"/>
                </a:lnTo>
                <a:close/>
              </a:path>
              <a:path w="7367905" h="7586980">
                <a:moveTo>
                  <a:pt x="4444178" y="5314230"/>
                </a:moveTo>
                <a:lnTo>
                  <a:pt x="4446062" y="5317498"/>
                </a:lnTo>
                <a:lnTo>
                  <a:pt x="4442788" y="5319389"/>
                </a:lnTo>
                <a:lnTo>
                  <a:pt x="4440897" y="5316121"/>
                </a:lnTo>
                <a:lnTo>
                  <a:pt x="4444178" y="5314230"/>
                </a:lnTo>
                <a:close/>
              </a:path>
              <a:path w="7367905" h="7586980">
                <a:moveTo>
                  <a:pt x="4524201" y="5454111"/>
                </a:moveTo>
                <a:lnTo>
                  <a:pt x="4525457" y="5456294"/>
                </a:lnTo>
                <a:lnTo>
                  <a:pt x="4523287" y="5457550"/>
                </a:lnTo>
                <a:lnTo>
                  <a:pt x="4522024" y="5455367"/>
                </a:lnTo>
                <a:lnTo>
                  <a:pt x="4524201" y="5454111"/>
                </a:lnTo>
                <a:close/>
              </a:path>
              <a:path w="7367905" h="7586980">
                <a:moveTo>
                  <a:pt x="4603146" y="5594614"/>
                </a:moveTo>
                <a:lnTo>
                  <a:pt x="4604594" y="5594614"/>
                </a:lnTo>
                <a:lnTo>
                  <a:pt x="4604859" y="5595070"/>
                </a:lnTo>
                <a:lnTo>
                  <a:pt x="4603410" y="5595070"/>
                </a:lnTo>
                <a:lnTo>
                  <a:pt x="4603146" y="5594614"/>
                </a:lnTo>
                <a:close/>
              </a:path>
              <a:path w="7367905" h="7586980">
                <a:moveTo>
                  <a:pt x="1152485" y="0"/>
                </a:moveTo>
                <a:lnTo>
                  <a:pt x="1194135" y="0"/>
                </a:lnTo>
                <a:lnTo>
                  <a:pt x="1162896" y="18036"/>
                </a:lnTo>
                <a:lnTo>
                  <a:pt x="1152485" y="0"/>
                </a:lnTo>
                <a:close/>
              </a:path>
              <a:path w="7367905" h="7586980">
                <a:moveTo>
                  <a:pt x="1272654" y="46984"/>
                </a:moveTo>
                <a:lnTo>
                  <a:pt x="1322067" y="132572"/>
                </a:lnTo>
                <a:lnTo>
                  <a:pt x="1236478" y="181991"/>
                </a:lnTo>
                <a:lnTo>
                  <a:pt x="1187060" y="96396"/>
                </a:lnTo>
                <a:lnTo>
                  <a:pt x="1272654" y="46984"/>
                </a:lnTo>
                <a:close/>
              </a:path>
              <a:path w="7367905" h="7586980">
                <a:moveTo>
                  <a:pt x="1352336" y="188146"/>
                </a:moveTo>
                <a:lnTo>
                  <a:pt x="1400180" y="271012"/>
                </a:lnTo>
                <a:lnTo>
                  <a:pt x="1317314" y="318858"/>
                </a:lnTo>
                <a:lnTo>
                  <a:pt x="1269476" y="235992"/>
                </a:lnTo>
                <a:lnTo>
                  <a:pt x="1352336" y="188146"/>
                </a:lnTo>
                <a:close/>
              </a:path>
              <a:path w="7367905" h="7586980">
                <a:moveTo>
                  <a:pt x="1432022" y="329315"/>
                </a:moveTo>
                <a:lnTo>
                  <a:pt x="1478287" y="409446"/>
                </a:lnTo>
                <a:lnTo>
                  <a:pt x="1398150" y="455718"/>
                </a:lnTo>
                <a:lnTo>
                  <a:pt x="1351884" y="375586"/>
                </a:lnTo>
                <a:lnTo>
                  <a:pt x="1432022" y="329315"/>
                </a:lnTo>
                <a:close/>
              </a:path>
              <a:path w="7367905" h="7586980">
                <a:moveTo>
                  <a:pt x="1511588" y="470909"/>
                </a:moveTo>
                <a:lnTo>
                  <a:pt x="1555969" y="547778"/>
                </a:lnTo>
                <a:lnTo>
                  <a:pt x="1479100" y="592159"/>
                </a:lnTo>
                <a:lnTo>
                  <a:pt x="1434719" y="515290"/>
                </a:lnTo>
                <a:lnTo>
                  <a:pt x="1511588" y="470909"/>
                </a:lnTo>
                <a:close/>
              </a:path>
              <a:path w="7367905" h="7586980">
                <a:moveTo>
                  <a:pt x="1591389" y="611640"/>
                </a:moveTo>
                <a:lnTo>
                  <a:pt x="1634514" y="686333"/>
                </a:lnTo>
                <a:lnTo>
                  <a:pt x="1559827" y="729451"/>
                </a:lnTo>
                <a:lnTo>
                  <a:pt x="1516703" y="654764"/>
                </a:lnTo>
                <a:lnTo>
                  <a:pt x="1591389" y="611640"/>
                </a:lnTo>
                <a:close/>
              </a:path>
              <a:path w="7367905" h="7586980">
                <a:moveTo>
                  <a:pt x="1671184" y="752377"/>
                </a:moveTo>
                <a:lnTo>
                  <a:pt x="1713046" y="824887"/>
                </a:lnTo>
                <a:lnTo>
                  <a:pt x="1640542" y="866748"/>
                </a:lnTo>
                <a:lnTo>
                  <a:pt x="1598681" y="794238"/>
                </a:lnTo>
                <a:lnTo>
                  <a:pt x="1671184" y="752377"/>
                </a:lnTo>
                <a:close/>
              </a:path>
              <a:path w="7367905" h="7586980">
                <a:moveTo>
                  <a:pt x="1750872" y="893546"/>
                </a:moveTo>
                <a:lnTo>
                  <a:pt x="1791159" y="963327"/>
                </a:lnTo>
                <a:lnTo>
                  <a:pt x="1721378" y="1003615"/>
                </a:lnTo>
                <a:lnTo>
                  <a:pt x="1681090" y="933834"/>
                </a:lnTo>
                <a:lnTo>
                  <a:pt x="1750872" y="893546"/>
                </a:lnTo>
                <a:close/>
              </a:path>
              <a:path w="7367905" h="7586980">
                <a:moveTo>
                  <a:pt x="1830559" y="1034708"/>
                </a:moveTo>
                <a:lnTo>
                  <a:pt x="1869273" y="1101768"/>
                </a:lnTo>
                <a:lnTo>
                  <a:pt x="1802219" y="1140482"/>
                </a:lnTo>
                <a:lnTo>
                  <a:pt x="1763506" y="1073422"/>
                </a:lnTo>
                <a:lnTo>
                  <a:pt x="1830559" y="1034708"/>
                </a:lnTo>
                <a:close/>
              </a:path>
              <a:path w="7367905" h="7586980">
                <a:moveTo>
                  <a:pt x="1910240" y="1175877"/>
                </a:moveTo>
                <a:lnTo>
                  <a:pt x="1947380" y="1240208"/>
                </a:lnTo>
                <a:lnTo>
                  <a:pt x="1883055" y="1277348"/>
                </a:lnTo>
                <a:lnTo>
                  <a:pt x="1845915" y="1213017"/>
                </a:lnTo>
                <a:lnTo>
                  <a:pt x="1910240" y="1175877"/>
                </a:lnTo>
                <a:close/>
              </a:path>
              <a:path w="7367905" h="7586980">
                <a:moveTo>
                  <a:pt x="1989927" y="1317039"/>
                </a:moveTo>
                <a:lnTo>
                  <a:pt x="2025493" y="1378642"/>
                </a:lnTo>
                <a:lnTo>
                  <a:pt x="1963891" y="1414208"/>
                </a:lnTo>
                <a:lnTo>
                  <a:pt x="1928324" y="1352606"/>
                </a:lnTo>
                <a:lnTo>
                  <a:pt x="1989927" y="1317039"/>
                </a:lnTo>
                <a:close/>
              </a:path>
              <a:path w="7367905" h="7586980">
                <a:moveTo>
                  <a:pt x="2069608" y="1458202"/>
                </a:moveTo>
                <a:lnTo>
                  <a:pt x="2103601" y="1517082"/>
                </a:lnTo>
                <a:lnTo>
                  <a:pt x="2044727" y="1551075"/>
                </a:lnTo>
                <a:lnTo>
                  <a:pt x="2010734" y="1492195"/>
                </a:lnTo>
                <a:lnTo>
                  <a:pt x="2069608" y="1458202"/>
                </a:lnTo>
                <a:close/>
              </a:path>
              <a:path w="7367905" h="7586980">
                <a:moveTo>
                  <a:pt x="2149409" y="1598939"/>
                </a:moveTo>
                <a:lnTo>
                  <a:pt x="2182145" y="1655636"/>
                </a:lnTo>
                <a:lnTo>
                  <a:pt x="2125448" y="1688367"/>
                </a:lnTo>
                <a:lnTo>
                  <a:pt x="2092718" y="1631670"/>
                </a:lnTo>
                <a:lnTo>
                  <a:pt x="2149409" y="1598939"/>
                </a:lnTo>
                <a:close/>
              </a:path>
              <a:path w="7367905" h="7586980">
                <a:moveTo>
                  <a:pt x="2229095" y="1740102"/>
                </a:moveTo>
                <a:lnTo>
                  <a:pt x="2260259" y="1794076"/>
                </a:lnTo>
                <a:lnTo>
                  <a:pt x="2206284" y="1825233"/>
                </a:lnTo>
                <a:lnTo>
                  <a:pt x="2175128" y="1771264"/>
                </a:lnTo>
                <a:lnTo>
                  <a:pt x="2229095" y="1740102"/>
                </a:lnTo>
                <a:close/>
              </a:path>
              <a:path w="7367905" h="7586980">
                <a:moveTo>
                  <a:pt x="2308783" y="1881270"/>
                </a:moveTo>
                <a:lnTo>
                  <a:pt x="2338366" y="1932517"/>
                </a:lnTo>
                <a:lnTo>
                  <a:pt x="2287126" y="1962100"/>
                </a:lnTo>
                <a:lnTo>
                  <a:pt x="2257537" y="1910853"/>
                </a:lnTo>
                <a:lnTo>
                  <a:pt x="2308783" y="1881270"/>
                </a:lnTo>
                <a:close/>
              </a:path>
              <a:path w="7367905" h="7586980">
                <a:moveTo>
                  <a:pt x="2388470" y="2022439"/>
                </a:moveTo>
                <a:lnTo>
                  <a:pt x="2416479" y="2070957"/>
                </a:lnTo>
                <a:lnTo>
                  <a:pt x="2367961" y="2098966"/>
                </a:lnTo>
                <a:lnTo>
                  <a:pt x="2339952" y="2050448"/>
                </a:lnTo>
                <a:lnTo>
                  <a:pt x="2388470" y="2022439"/>
                </a:lnTo>
                <a:close/>
              </a:path>
              <a:path w="7367905" h="7586980">
                <a:moveTo>
                  <a:pt x="2468151" y="2163595"/>
                </a:moveTo>
                <a:lnTo>
                  <a:pt x="2494587" y="2209391"/>
                </a:lnTo>
                <a:lnTo>
                  <a:pt x="2448797" y="2235826"/>
                </a:lnTo>
                <a:lnTo>
                  <a:pt x="2422355" y="2190037"/>
                </a:lnTo>
                <a:lnTo>
                  <a:pt x="2468151" y="2163595"/>
                </a:lnTo>
                <a:close/>
              </a:path>
              <a:path w="7367905" h="7586980">
                <a:moveTo>
                  <a:pt x="2547838" y="2304765"/>
                </a:moveTo>
                <a:lnTo>
                  <a:pt x="2572700" y="2347831"/>
                </a:lnTo>
                <a:lnTo>
                  <a:pt x="2529633" y="2372699"/>
                </a:lnTo>
                <a:lnTo>
                  <a:pt x="2504771" y="2329626"/>
                </a:lnTo>
                <a:lnTo>
                  <a:pt x="2547838" y="2304765"/>
                </a:lnTo>
                <a:close/>
              </a:path>
              <a:path w="7367905" h="7586980">
                <a:moveTo>
                  <a:pt x="2627633" y="2445501"/>
                </a:moveTo>
                <a:lnTo>
                  <a:pt x="2651239" y="2486392"/>
                </a:lnTo>
                <a:lnTo>
                  <a:pt x="2610355" y="2509998"/>
                </a:lnTo>
                <a:lnTo>
                  <a:pt x="2586749" y="2469107"/>
                </a:lnTo>
                <a:lnTo>
                  <a:pt x="2627633" y="2445501"/>
                </a:lnTo>
                <a:close/>
              </a:path>
              <a:path w="7367905" h="7586980">
                <a:moveTo>
                  <a:pt x="2707549" y="2585807"/>
                </a:moveTo>
                <a:lnTo>
                  <a:pt x="2730209" y="2625061"/>
                </a:lnTo>
                <a:lnTo>
                  <a:pt x="2690962" y="2647721"/>
                </a:lnTo>
                <a:lnTo>
                  <a:pt x="2668302" y="2608467"/>
                </a:lnTo>
                <a:lnTo>
                  <a:pt x="2707549" y="2585807"/>
                </a:lnTo>
                <a:close/>
              </a:path>
              <a:path w="7367905" h="7586980">
                <a:moveTo>
                  <a:pt x="2787230" y="2726976"/>
                </a:moveTo>
                <a:lnTo>
                  <a:pt x="2808316" y="2763494"/>
                </a:lnTo>
                <a:lnTo>
                  <a:pt x="2771798" y="2784581"/>
                </a:lnTo>
                <a:lnTo>
                  <a:pt x="2750711" y="2748062"/>
                </a:lnTo>
                <a:lnTo>
                  <a:pt x="2787230" y="2726976"/>
                </a:lnTo>
                <a:close/>
              </a:path>
              <a:path w="7367905" h="7586980">
                <a:moveTo>
                  <a:pt x="2867031" y="2867707"/>
                </a:moveTo>
                <a:lnTo>
                  <a:pt x="2886861" y="2902055"/>
                </a:lnTo>
                <a:lnTo>
                  <a:pt x="2852519" y="2921885"/>
                </a:lnTo>
                <a:lnTo>
                  <a:pt x="2832689" y="2887537"/>
                </a:lnTo>
                <a:lnTo>
                  <a:pt x="2867031" y="2867707"/>
                </a:lnTo>
                <a:close/>
              </a:path>
              <a:path w="7367905" h="7586980">
                <a:moveTo>
                  <a:pt x="2946718" y="3008876"/>
                </a:moveTo>
                <a:lnTo>
                  <a:pt x="2964974" y="3040489"/>
                </a:lnTo>
                <a:lnTo>
                  <a:pt x="2933354" y="3058745"/>
                </a:lnTo>
                <a:lnTo>
                  <a:pt x="2915098" y="3027132"/>
                </a:lnTo>
                <a:lnTo>
                  <a:pt x="2946718" y="3008876"/>
                </a:lnTo>
                <a:close/>
              </a:path>
              <a:path w="7367905" h="7586980">
                <a:moveTo>
                  <a:pt x="3026634" y="3149175"/>
                </a:moveTo>
                <a:lnTo>
                  <a:pt x="3043945" y="3179158"/>
                </a:lnTo>
                <a:lnTo>
                  <a:pt x="3013962" y="3196468"/>
                </a:lnTo>
                <a:lnTo>
                  <a:pt x="2996651" y="3166486"/>
                </a:lnTo>
                <a:lnTo>
                  <a:pt x="3026634" y="3149175"/>
                </a:lnTo>
                <a:close/>
              </a:path>
              <a:path w="7367905" h="7586980">
                <a:moveTo>
                  <a:pt x="3106435" y="3289912"/>
                </a:moveTo>
                <a:lnTo>
                  <a:pt x="3122489" y="3317719"/>
                </a:lnTo>
                <a:lnTo>
                  <a:pt x="3094683" y="3333773"/>
                </a:lnTo>
                <a:lnTo>
                  <a:pt x="3078629" y="3305966"/>
                </a:lnTo>
                <a:lnTo>
                  <a:pt x="3106435" y="3289912"/>
                </a:lnTo>
                <a:close/>
              </a:path>
              <a:path w="7367905" h="7586980">
                <a:moveTo>
                  <a:pt x="3186230" y="3430650"/>
                </a:moveTo>
                <a:lnTo>
                  <a:pt x="3201021" y="3456273"/>
                </a:lnTo>
                <a:lnTo>
                  <a:pt x="3175404" y="3471064"/>
                </a:lnTo>
                <a:lnTo>
                  <a:pt x="3160613" y="3445441"/>
                </a:lnTo>
                <a:lnTo>
                  <a:pt x="3186230" y="3430650"/>
                </a:lnTo>
                <a:close/>
              </a:path>
              <a:path w="7367905" h="7586980">
                <a:moveTo>
                  <a:pt x="3266031" y="3571387"/>
                </a:moveTo>
                <a:lnTo>
                  <a:pt x="3279566" y="3594821"/>
                </a:lnTo>
                <a:lnTo>
                  <a:pt x="3256119" y="3608356"/>
                </a:lnTo>
                <a:lnTo>
                  <a:pt x="3242590" y="3584922"/>
                </a:lnTo>
                <a:lnTo>
                  <a:pt x="3266031" y="3571387"/>
                </a:lnTo>
                <a:close/>
              </a:path>
              <a:path w="7367905" h="7586980">
                <a:moveTo>
                  <a:pt x="3345947" y="3711686"/>
                </a:moveTo>
                <a:lnTo>
                  <a:pt x="3358536" y="3733490"/>
                </a:lnTo>
                <a:lnTo>
                  <a:pt x="3336727" y="3746079"/>
                </a:lnTo>
                <a:lnTo>
                  <a:pt x="3324137" y="3724276"/>
                </a:lnTo>
                <a:lnTo>
                  <a:pt x="3345947" y="3711686"/>
                </a:lnTo>
                <a:close/>
              </a:path>
              <a:path w="7367905" h="7586980">
                <a:moveTo>
                  <a:pt x="3425748" y="3852418"/>
                </a:moveTo>
                <a:lnTo>
                  <a:pt x="3437081" y="3872051"/>
                </a:lnTo>
                <a:lnTo>
                  <a:pt x="3417455" y="3883377"/>
                </a:lnTo>
                <a:lnTo>
                  <a:pt x="3406121" y="3863751"/>
                </a:lnTo>
                <a:lnTo>
                  <a:pt x="3425748" y="3852418"/>
                </a:lnTo>
                <a:close/>
              </a:path>
              <a:path w="7367905" h="7586980">
                <a:moveTo>
                  <a:pt x="3505664" y="3992730"/>
                </a:moveTo>
                <a:lnTo>
                  <a:pt x="3516051" y="4010719"/>
                </a:lnTo>
                <a:lnTo>
                  <a:pt x="3498055" y="4021107"/>
                </a:lnTo>
                <a:lnTo>
                  <a:pt x="3487668" y="4003117"/>
                </a:lnTo>
                <a:lnTo>
                  <a:pt x="3505664" y="3992730"/>
                </a:lnTo>
                <a:close/>
              </a:path>
              <a:path w="7367905" h="7586980">
                <a:moveTo>
                  <a:pt x="3585579" y="4133036"/>
                </a:moveTo>
                <a:lnTo>
                  <a:pt x="3595022" y="4149388"/>
                </a:lnTo>
                <a:lnTo>
                  <a:pt x="3578663" y="4158830"/>
                </a:lnTo>
                <a:lnTo>
                  <a:pt x="3569221" y="4142478"/>
                </a:lnTo>
                <a:lnTo>
                  <a:pt x="3585579" y="4133036"/>
                </a:lnTo>
                <a:close/>
              </a:path>
              <a:path w="7367905" h="7586980">
                <a:moveTo>
                  <a:pt x="3665488" y="4273342"/>
                </a:moveTo>
                <a:lnTo>
                  <a:pt x="3673992" y="4288064"/>
                </a:lnTo>
                <a:lnTo>
                  <a:pt x="3659276" y="4296560"/>
                </a:lnTo>
                <a:lnTo>
                  <a:pt x="3650773" y="4281839"/>
                </a:lnTo>
                <a:lnTo>
                  <a:pt x="3665488" y="4273342"/>
                </a:lnTo>
                <a:close/>
              </a:path>
              <a:path w="7367905" h="7586980">
                <a:moveTo>
                  <a:pt x="3745290" y="4414073"/>
                </a:moveTo>
                <a:lnTo>
                  <a:pt x="3752530" y="4426611"/>
                </a:lnTo>
                <a:lnTo>
                  <a:pt x="3739991" y="4433852"/>
                </a:lnTo>
                <a:lnTo>
                  <a:pt x="3732751" y="4421313"/>
                </a:lnTo>
                <a:lnTo>
                  <a:pt x="3745290" y="4414073"/>
                </a:lnTo>
                <a:close/>
              </a:path>
              <a:path w="7367905" h="7586980">
                <a:moveTo>
                  <a:pt x="3825205" y="4554379"/>
                </a:moveTo>
                <a:lnTo>
                  <a:pt x="3831500" y="4565286"/>
                </a:lnTo>
                <a:lnTo>
                  <a:pt x="3820599" y="4571581"/>
                </a:lnTo>
                <a:lnTo>
                  <a:pt x="3814304" y="4560673"/>
                </a:lnTo>
                <a:lnTo>
                  <a:pt x="3825205" y="4554379"/>
                </a:lnTo>
                <a:close/>
              </a:path>
              <a:path w="7367905" h="7586980">
                <a:moveTo>
                  <a:pt x="3905121" y="4694684"/>
                </a:moveTo>
                <a:lnTo>
                  <a:pt x="3910470" y="4703955"/>
                </a:lnTo>
                <a:lnTo>
                  <a:pt x="3901206" y="4709304"/>
                </a:lnTo>
                <a:lnTo>
                  <a:pt x="3895857" y="4700034"/>
                </a:lnTo>
                <a:lnTo>
                  <a:pt x="3905121" y="4694684"/>
                </a:lnTo>
                <a:close/>
              </a:path>
              <a:path w="7367905" h="7586980">
                <a:moveTo>
                  <a:pt x="3985151" y="4834559"/>
                </a:moveTo>
                <a:lnTo>
                  <a:pt x="3989872" y="4842738"/>
                </a:lnTo>
                <a:lnTo>
                  <a:pt x="3981693" y="4847459"/>
                </a:lnTo>
                <a:lnTo>
                  <a:pt x="3976972" y="4839280"/>
                </a:lnTo>
                <a:lnTo>
                  <a:pt x="3985151" y="4834559"/>
                </a:lnTo>
                <a:close/>
              </a:path>
              <a:path w="7367905" h="7586980">
                <a:moveTo>
                  <a:pt x="4065181" y="4974433"/>
                </a:moveTo>
                <a:lnTo>
                  <a:pt x="4069274" y="4981521"/>
                </a:lnTo>
                <a:lnTo>
                  <a:pt x="4062186" y="4985614"/>
                </a:lnTo>
                <a:lnTo>
                  <a:pt x="4058093" y="4978526"/>
                </a:lnTo>
                <a:lnTo>
                  <a:pt x="4065181" y="4974433"/>
                </a:lnTo>
                <a:close/>
              </a:path>
              <a:path w="7367905" h="7586980">
                <a:moveTo>
                  <a:pt x="4145096" y="5114739"/>
                </a:moveTo>
                <a:lnTo>
                  <a:pt x="4148244" y="5120196"/>
                </a:lnTo>
                <a:lnTo>
                  <a:pt x="4142793" y="5123343"/>
                </a:lnTo>
                <a:lnTo>
                  <a:pt x="4139646" y="5117886"/>
                </a:lnTo>
                <a:lnTo>
                  <a:pt x="4145096" y="5114739"/>
                </a:lnTo>
                <a:close/>
              </a:path>
              <a:path w="7367905" h="7586980">
                <a:moveTo>
                  <a:pt x="4225126" y="5254620"/>
                </a:moveTo>
                <a:lnTo>
                  <a:pt x="4227645" y="5258979"/>
                </a:lnTo>
                <a:lnTo>
                  <a:pt x="4223286" y="5261498"/>
                </a:lnTo>
                <a:lnTo>
                  <a:pt x="4220767" y="5257139"/>
                </a:lnTo>
                <a:lnTo>
                  <a:pt x="4225126" y="5254620"/>
                </a:lnTo>
                <a:close/>
              </a:path>
              <a:path w="7367905" h="7586980">
                <a:moveTo>
                  <a:pt x="4305162" y="5394494"/>
                </a:moveTo>
                <a:lnTo>
                  <a:pt x="4307047" y="5397762"/>
                </a:lnTo>
                <a:lnTo>
                  <a:pt x="4303779" y="5399647"/>
                </a:lnTo>
                <a:lnTo>
                  <a:pt x="4301887" y="5396379"/>
                </a:lnTo>
                <a:lnTo>
                  <a:pt x="4305162" y="5394494"/>
                </a:lnTo>
                <a:close/>
              </a:path>
              <a:path w="7367905" h="7586980">
                <a:moveTo>
                  <a:pt x="4385193" y="5534368"/>
                </a:moveTo>
                <a:lnTo>
                  <a:pt x="4386449" y="5536551"/>
                </a:lnTo>
                <a:lnTo>
                  <a:pt x="4384272" y="5537808"/>
                </a:lnTo>
                <a:lnTo>
                  <a:pt x="4383010" y="5535625"/>
                </a:lnTo>
                <a:lnTo>
                  <a:pt x="4385193" y="5534368"/>
                </a:lnTo>
                <a:close/>
              </a:path>
              <a:path w="7367905" h="7586980">
                <a:moveTo>
                  <a:pt x="4464130" y="5674871"/>
                </a:moveTo>
                <a:lnTo>
                  <a:pt x="4465577" y="5674871"/>
                </a:lnTo>
                <a:lnTo>
                  <a:pt x="4465844" y="5675334"/>
                </a:lnTo>
                <a:lnTo>
                  <a:pt x="4464397" y="5675334"/>
                </a:lnTo>
                <a:lnTo>
                  <a:pt x="4464130" y="5674871"/>
                </a:lnTo>
                <a:close/>
              </a:path>
              <a:path w="7367905" h="7586980">
                <a:moveTo>
                  <a:pt x="2609206" y="6003994"/>
                </a:moveTo>
                <a:lnTo>
                  <a:pt x="2620387" y="6003994"/>
                </a:lnTo>
                <a:lnTo>
                  <a:pt x="2613299" y="6016694"/>
                </a:lnTo>
                <a:lnTo>
                  <a:pt x="2609206" y="6003994"/>
                </a:lnTo>
                <a:close/>
              </a:path>
              <a:path w="7367905" h="7586980">
                <a:moveTo>
                  <a:pt x="1323074" y="6003994"/>
                </a:moveTo>
                <a:lnTo>
                  <a:pt x="1329686" y="6016694"/>
                </a:lnTo>
                <a:lnTo>
                  <a:pt x="1311626" y="6016694"/>
                </a:lnTo>
                <a:lnTo>
                  <a:pt x="1323074" y="6003994"/>
                </a:lnTo>
                <a:close/>
              </a:path>
              <a:path w="7367905" h="7586980">
                <a:moveTo>
                  <a:pt x="1681130" y="5978594"/>
                </a:moveTo>
                <a:lnTo>
                  <a:pt x="1687108" y="5991294"/>
                </a:lnTo>
                <a:lnTo>
                  <a:pt x="1676752" y="6003994"/>
                </a:lnTo>
                <a:lnTo>
                  <a:pt x="1670768" y="5991294"/>
                </a:lnTo>
                <a:lnTo>
                  <a:pt x="1681130" y="5978594"/>
                </a:lnTo>
                <a:close/>
              </a:path>
              <a:path w="7367905" h="7586980">
                <a:moveTo>
                  <a:pt x="373186" y="5991294"/>
                </a:moveTo>
                <a:lnTo>
                  <a:pt x="387914" y="5991294"/>
                </a:lnTo>
                <a:lnTo>
                  <a:pt x="396411" y="6003994"/>
                </a:lnTo>
                <a:lnTo>
                  <a:pt x="381689" y="6003994"/>
                </a:lnTo>
                <a:lnTo>
                  <a:pt x="373186" y="5991294"/>
                </a:lnTo>
                <a:close/>
              </a:path>
              <a:path w="7367905" h="7586980">
                <a:moveTo>
                  <a:pt x="2974236" y="5978594"/>
                </a:moveTo>
                <a:lnTo>
                  <a:pt x="2977383" y="5991294"/>
                </a:lnTo>
                <a:lnTo>
                  <a:pt x="2968785" y="5991294"/>
                </a:lnTo>
                <a:lnTo>
                  <a:pt x="2974236" y="5978594"/>
                </a:lnTo>
                <a:close/>
              </a:path>
              <a:path w="7367905" h="7586980">
                <a:moveTo>
                  <a:pt x="746085" y="5965894"/>
                </a:moveTo>
                <a:lnTo>
                  <a:pt x="754271" y="5978594"/>
                </a:lnTo>
                <a:lnTo>
                  <a:pt x="740095" y="5991294"/>
                </a:lnTo>
                <a:lnTo>
                  <a:pt x="731909" y="5978594"/>
                </a:lnTo>
                <a:lnTo>
                  <a:pt x="746085" y="5965894"/>
                </a:lnTo>
                <a:close/>
              </a:path>
              <a:path w="7367905" h="7586980">
                <a:moveTo>
                  <a:pt x="2029922" y="5965894"/>
                </a:moveTo>
                <a:lnTo>
                  <a:pt x="2039193" y="5965894"/>
                </a:lnTo>
                <a:lnTo>
                  <a:pt x="2044542" y="5978594"/>
                </a:lnTo>
                <a:lnTo>
                  <a:pt x="2035271" y="5978594"/>
                </a:lnTo>
                <a:lnTo>
                  <a:pt x="2029922" y="5965894"/>
                </a:lnTo>
                <a:close/>
              </a:path>
              <a:path w="7367905" h="7586980">
                <a:moveTo>
                  <a:pt x="1104142" y="5940494"/>
                </a:moveTo>
                <a:lnTo>
                  <a:pt x="1111700" y="5953194"/>
                </a:lnTo>
                <a:lnTo>
                  <a:pt x="1098615" y="5965894"/>
                </a:lnTo>
                <a:lnTo>
                  <a:pt x="1091057" y="5953194"/>
                </a:lnTo>
                <a:lnTo>
                  <a:pt x="1104142" y="5940494"/>
                </a:lnTo>
                <a:close/>
              </a:path>
              <a:path w="7367905" h="7586980">
                <a:moveTo>
                  <a:pt x="2397248" y="5940494"/>
                </a:moveTo>
                <a:lnTo>
                  <a:pt x="2401969" y="5953194"/>
                </a:lnTo>
                <a:lnTo>
                  <a:pt x="2389069" y="5953194"/>
                </a:lnTo>
                <a:lnTo>
                  <a:pt x="2397248" y="5940494"/>
                </a:lnTo>
                <a:close/>
              </a:path>
              <a:path w="7367905" h="7586980">
                <a:moveTo>
                  <a:pt x="168753" y="5927794"/>
                </a:moveTo>
                <a:lnTo>
                  <a:pt x="177566" y="5940494"/>
                </a:lnTo>
                <a:lnTo>
                  <a:pt x="162299" y="5953194"/>
                </a:lnTo>
                <a:lnTo>
                  <a:pt x="153486" y="5940494"/>
                </a:lnTo>
                <a:lnTo>
                  <a:pt x="168753" y="5927794"/>
                </a:lnTo>
                <a:close/>
              </a:path>
              <a:path w="7367905" h="7586980">
                <a:moveTo>
                  <a:pt x="1450212" y="5927794"/>
                </a:moveTo>
                <a:lnTo>
                  <a:pt x="1462205" y="5927794"/>
                </a:lnTo>
                <a:lnTo>
                  <a:pt x="1469128" y="5940494"/>
                </a:lnTo>
                <a:lnTo>
                  <a:pt x="1457135" y="5940494"/>
                </a:lnTo>
                <a:lnTo>
                  <a:pt x="1450212" y="5927794"/>
                </a:lnTo>
                <a:close/>
              </a:path>
              <a:path w="7367905" h="7586980">
                <a:moveTo>
                  <a:pt x="527039" y="5902394"/>
                </a:moveTo>
                <a:lnTo>
                  <a:pt x="535852" y="5915094"/>
                </a:lnTo>
                <a:lnTo>
                  <a:pt x="520585" y="5927794"/>
                </a:lnTo>
                <a:lnTo>
                  <a:pt x="511771" y="5915094"/>
                </a:lnTo>
                <a:lnTo>
                  <a:pt x="527039" y="5902394"/>
                </a:lnTo>
                <a:close/>
              </a:path>
              <a:path w="7367905" h="7586980">
                <a:moveTo>
                  <a:pt x="3107801" y="5902394"/>
                </a:moveTo>
                <a:lnTo>
                  <a:pt x="3116399" y="5902394"/>
                </a:lnTo>
                <a:lnTo>
                  <a:pt x="3110949" y="5915094"/>
                </a:lnTo>
                <a:lnTo>
                  <a:pt x="3107801" y="5902394"/>
                </a:lnTo>
                <a:close/>
              </a:path>
              <a:path w="7367905" h="7586980">
                <a:moveTo>
                  <a:pt x="1820147" y="5902394"/>
                </a:moveTo>
                <a:lnTo>
                  <a:pt x="1826125" y="5915094"/>
                </a:lnTo>
                <a:lnTo>
                  <a:pt x="1809785" y="5915094"/>
                </a:lnTo>
                <a:lnTo>
                  <a:pt x="1820147" y="5902394"/>
                </a:lnTo>
                <a:close/>
              </a:path>
              <a:path w="7367905" h="7586980">
                <a:moveTo>
                  <a:pt x="2168939" y="5889694"/>
                </a:moveTo>
                <a:lnTo>
                  <a:pt x="2183552" y="5889694"/>
                </a:lnTo>
                <a:lnTo>
                  <a:pt x="2174288" y="5902394"/>
                </a:lnTo>
                <a:lnTo>
                  <a:pt x="2168939" y="5889694"/>
                </a:lnTo>
                <a:close/>
              </a:path>
              <a:path w="7367905" h="7586980">
                <a:moveTo>
                  <a:pt x="870926" y="5889694"/>
                </a:moveTo>
                <a:lnTo>
                  <a:pt x="885101" y="5889694"/>
                </a:lnTo>
                <a:lnTo>
                  <a:pt x="893287" y="5902394"/>
                </a:lnTo>
                <a:lnTo>
                  <a:pt x="879105" y="5902394"/>
                </a:lnTo>
                <a:lnTo>
                  <a:pt x="870926" y="5889694"/>
                </a:lnTo>
                <a:close/>
              </a:path>
              <a:path w="7367905" h="7586980">
                <a:moveTo>
                  <a:pt x="1243273" y="5864294"/>
                </a:moveTo>
                <a:lnTo>
                  <a:pt x="1251141" y="5876994"/>
                </a:lnTo>
                <a:lnTo>
                  <a:pt x="1237511" y="5889694"/>
                </a:lnTo>
                <a:lnTo>
                  <a:pt x="1229642" y="5876994"/>
                </a:lnTo>
                <a:lnTo>
                  <a:pt x="1243273" y="5864294"/>
                </a:lnTo>
                <a:close/>
              </a:path>
              <a:path w="7367905" h="7586980">
                <a:moveTo>
                  <a:pt x="2528085" y="5864294"/>
                </a:moveTo>
                <a:lnTo>
                  <a:pt x="2536264" y="5864294"/>
                </a:lnTo>
                <a:lnTo>
                  <a:pt x="2540986" y="5876994"/>
                </a:lnTo>
                <a:lnTo>
                  <a:pt x="2532807" y="5876994"/>
                </a:lnTo>
                <a:lnTo>
                  <a:pt x="2528085" y="5864294"/>
                </a:lnTo>
                <a:close/>
              </a:path>
              <a:path w="7367905" h="7586980">
                <a:moveTo>
                  <a:pt x="291646" y="5851594"/>
                </a:moveTo>
                <a:lnTo>
                  <a:pt x="307998" y="5851594"/>
                </a:lnTo>
                <a:lnTo>
                  <a:pt x="317440" y="5864294"/>
                </a:lnTo>
                <a:lnTo>
                  <a:pt x="301088" y="5876994"/>
                </a:lnTo>
                <a:lnTo>
                  <a:pt x="291646" y="5851594"/>
                </a:lnTo>
                <a:close/>
              </a:path>
              <a:path w="7367905" h="7586980">
                <a:moveTo>
                  <a:pt x="1601214" y="5838894"/>
                </a:moveTo>
                <a:lnTo>
                  <a:pt x="1608138" y="5851594"/>
                </a:lnTo>
                <a:lnTo>
                  <a:pt x="1596151" y="5864294"/>
                </a:lnTo>
                <a:lnTo>
                  <a:pt x="1589228" y="5851594"/>
                </a:lnTo>
                <a:lnTo>
                  <a:pt x="1601214" y="5838894"/>
                </a:lnTo>
                <a:close/>
              </a:path>
              <a:path w="7367905" h="7586980">
                <a:moveTo>
                  <a:pt x="2894320" y="5838894"/>
                </a:moveTo>
                <a:lnTo>
                  <a:pt x="2898413" y="5851594"/>
                </a:lnTo>
                <a:lnTo>
                  <a:pt x="2887232" y="5851594"/>
                </a:lnTo>
                <a:lnTo>
                  <a:pt x="2894320" y="5838894"/>
                </a:lnTo>
                <a:close/>
              </a:path>
              <a:path w="7367905" h="7586980">
                <a:moveTo>
                  <a:pt x="666169" y="5826194"/>
                </a:moveTo>
                <a:lnTo>
                  <a:pt x="675300" y="5838894"/>
                </a:lnTo>
                <a:lnTo>
                  <a:pt x="659487" y="5851594"/>
                </a:lnTo>
                <a:lnTo>
                  <a:pt x="650362" y="5838894"/>
                </a:lnTo>
                <a:lnTo>
                  <a:pt x="666169" y="5826194"/>
                </a:lnTo>
                <a:close/>
              </a:path>
              <a:path w="7367905" h="7586980">
                <a:moveTo>
                  <a:pt x="1948369" y="5826194"/>
                </a:moveTo>
                <a:lnTo>
                  <a:pt x="1959277" y="5826194"/>
                </a:lnTo>
                <a:lnTo>
                  <a:pt x="1965572" y="5838894"/>
                </a:lnTo>
                <a:lnTo>
                  <a:pt x="1954664" y="5838894"/>
                </a:lnTo>
                <a:lnTo>
                  <a:pt x="1948369" y="5826194"/>
                </a:lnTo>
                <a:close/>
              </a:path>
              <a:path w="7367905" h="7586980">
                <a:moveTo>
                  <a:pt x="1024232" y="5800794"/>
                </a:moveTo>
                <a:lnTo>
                  <a:pt x="1032729" y="5813494"/>
                </a:lnTo>
                <a:lnTo>
                  <a:pt x="1018008" y="5826194"/>
                </a:lnTo>
                <a:lnTo>
                  <a:pt x="1009504" y="5813494"/>
                </a:lnTo>
                <a:lnTo>
                  <a:pt x="1024232" y="5800794"/>
                </a:lnTo>
                <a:close/>
              </a:path>
              <a:path w="7367905" h="7586980">
                <a:moveTo>
                  <a:pt x="2317218" y="5800794"/>
                </a:moveTo>
                <a:lnTo>
                  <a:pt x="2322567" y="5813494"/>
                </a:lnTo>
                <a:lnTo>
                  <a:pt x="2307954" y="5813494"/>
                </a:lnTo>
                <a:lnTo>
                  <a:pt x="2317218" y="5800794"/>
                </a:lnTo>
                <a:close/>
              </a:path>
              <a:path w="7367905" h="7586980">
                <a:moveTo>
                  <a:pt x="87225" y="5788094"/>
                </a:moveTo>
                <a:lnTo>
                  <a:pt x="92574" y="5800794"/>
                </a:lnTo>
                <a:lnTo>
                  <a:pt x="83310" y="5813494"/>
                </a:lnTo>
                <a:lnTo>
                  <a:pt x="77961" y="5800794"/>
                </a:lnTo>
                <a:lnTo>
                  <a:pt x="87225" y="5788094"/>
                </a:lnTo>
                <a:close/>
              </a:path>
              <a:path w="7367905" h="7586980">
                <a:moveTo>
                  <a:pt x="2667095" y="5788094"/>
                </a:moveTo>
                <a:lnTo>
                  <a:pt x="2680002" y="5788094"/>
                </a:lnTo>
                <a:lnTo>
                  <a:pt x="2671816" y="5800794"/>
                </a:lnTo>
                <a:lnTo>
                  <a:pt x="2667095" y="5788094"/>
                </a:lnTo>
                <a:close/>
              </a:path>
              <a:path w="7367905" h="7586980">
                <a:moveTo>
                  <a:pt x="1368659" y="5788094"/>
                </a:moveTo>
                <a:lnTo>
                  <a:pt x="1382289" y="5788094"/>
                </a:lnTo>
                <a:lnTo>
                  <a:pt x="1390158" y="5800794"/>
                </a:lnTo>
                <a:lnTo>
                  <a:pt x="1376527" y="5800794"/>
                </a:lnTo>
                <a:lnTo>
                  <a:pt x="1368659" y="5788094"/>
                </a:lnTo>
                <a:close/>
              </a:path>
              <a:path w="7367905" h="7586980">
                <a:moveTo>
                  <a:pt x="1740352" y="5762694"/>
                </a:moveTo>
                <a:lnTo>
                  <a:pt x="1747593" y="5775394"/>
                </a:lnTo>
                <a:lnTo>
                  <a:pt x="1735048" y="5788094"/>
                </a:lnTo>
                <a:lnTo>
                  <a:pt x="1727808" y="5775394"/>
                </a:lnTo>
                <a:lnTo>
                  <a:pt x="1740352" y="5762694"/>
                </a:lnTo>
                <a:close/>
              </a:path>
              <a:path w="7367905" h="7586980">
                <a:moveTo>
                  <a:pt x="447123" y="5762694"/>
                </a:moveTo>
                <a:lnTo>
                  <a:pt x="456882" y="5788094"/>
                </a:lnTo>
                <a:lnTo>
                  <a:pt x="439984" y="5788094"/>
                </a:lnTo>
                <a:lnTo>
                  <a:pt x="430225" y="5775394"/>
                </a:lnTo>
                <a:lnTo>
                  <a:pt x="447123" y="5762694"/>
                </a:lnTo>
                <a:close/>
              </a:path>
              <a:path w="7367905" h="7586980">
                <a:moveTo>
                  <a:pt x="3026248" y="5762694"/>
                </a:moveTo>
                <a:lnTo>
                  <a:pt x="3037429" y="5762694"/>
                </a:lnTo>
                <a:lnTo>
                  <a:pt x="3030341" y="5775394"/>
                </a:lnTo>
                <a:lnTo>
                  <a:pt x="3026248" y="5762694"/>
                </a:lnTo>
                <a:close/>
              </a:path>
              <a:path w="7367905" h="7586980">
                <a:moveTo>
                  <a:pt x="789372" y="5749994"/>
                </a:moveTo>
                <a:lnTo>
                  <a:pt x="805179" y="5749994"/>
                </a:lnTo>
                <a:lnTo>
                  <a:pt x="814310" y="5762694"/>
                </a:lnTo>
                <a:lnTo>
                  <a:pt x="798497" y="5775394"/>
                </a:lnTo>
                <a:lnTo>
                  <a:pt x="789372" y="5749994"/>
                </a:lnTo>
                <a:close/>
              </a:path>
              <a:path w="7367905" h="7586980">
                <a:moveTo>
                  <a:pt x="2098287" y="5737294"/>
                </a:moveTo>
                <a:lnTo>
                  <a:pt x="2104582" y="5749994"/>
                </a:lnTo>
                <a:lnTo>
                  <a:pt x="2093680" y="5762694"/>
                </a:lnTo>
                <a:lnTo>
                  <a:pt x="2087386" y="5749994"/>
                </a:lnTo>
                <a:lnTo>
                  <a:pt x="2098287" y="5737294"/>
                </a:lnTo>
                <a:close/>
              </a:path>
              <a:path w="7367905" h="7586980">
                <a:moveTo>
                  <a:pt x="1163357" y="5724594"/>
                </a:moveTo>
                <a:lnTo>
                  <a:pt x="1172170" y="5737294"/>
                </a:lnTo>
                <a:lnTo>
                  <a:pt x="1156910" y="5749994"/>
                </a:lnTo>
                <a:lnTo>
                  <a:pt x="1148096" y="5737294"/>
                </a:lnTo>
                <a:lnTo>
                  <a:pt x="1163357" y="5724594"/>
                </a:lnTo>
                <a:close/>
              </a:path>
              <a:path w="7367905" h="7586980">
                <a:moveTo>
                  <a:pt x="2446963" y="5724594"/>
                </a:moveTo>
                <a:lnTo>
                  <a:pt x="2456235" y="5724594"/>
                </a:lnTo>
                <a:lnTo>
                  <a:pt x="2461584" y="5737294"/>
                </a:lnTo>
                <a:lnTo>
                  <a:pt x="2452319" y="5737294"/>
                </a:lnTo>
                <a:lnTo>
                  <a:pt x="2446963" y="5724594"/>
                </a:lnTo>
                <a:close/>
              </a:path>
              <a:path w="7367905" h="7586980">
                <a:moveTo>
                  <a:pt x="210093" y="5711894"/>
                </a:moveTo>
                <a:lnTo>
                  <a:pt x="228076" y="5711894"/>
                </a:lnTo>
                <a:lnTo>
                  <a:pt x="238464" y="5724594"/>
                </a:lnTo>
                <a:lnTo>
                  <a:pt x="220481" y="5737294"/>
                </a:lnTo>
                <a:lnTo>
                  <a:pt x="210093" y="5711894"/>
                </a:lnTo>
                <a:close/>
              </a:path>
              <a:path w="7367905" h="7586980">
                <a:moveTo>
                  <a:pt x="1521420" y="5699194"/>
                </a:moveTo>
                <a:lnTo>
                  <a:pt x="1529606" y="5711894"/>
                </a:lnTo>
                <a:lnTo>
                  <a:pt x="1515424" y="5724594"/>
                </a:lnTo>
                <a:lnTo>
                  <a:pt x="1507244" y="5711894"/>
                </a:lnTo>
                <a:lnTo>
                  <a:pt x="1521420" y="5699194"/>
                </a:lnTo>
                <a:close/>
              </a:path>
              <a:path w="7367905" h="7586980">
                <a:moveTo>
                  <a:pt x="2814291" y="5699194"/>
                </a:moveTo>
                <a:lnTo>
                  <a:pt x="2819012" y="5711894"/>
                </a:lnTo>
                <a:lnTo>
                  <a:pt x="2806111" y="5711894"/>
                </a:lnTo>
                <a:lnTo>
                  <a:pt x="2814291" y="5699194"/>
                </a:lnTo>
                <a:close/>
              </a:path>
              <a:path w="7367905" h="7586980">
                <a:moveTo>
                  <a:pt x="586253" y="5686494"/>
                </a:moveTo>
                <a:lnTo>
                  <a:pt x="596324" y="5699194"/>
                </a:lnTo>
                <a:lnTo>
                  <a:pt x="578880" y="5711894"/>
                </a:lnTo>
                <a:lnTo>
                  <a:pt x="568809" y="5699194"/>
                </a:lnTo>
                <a:lnTo>
                  <a:pt x="586253" y="5686494"/>
                </a:lnTo>
                <a:close/>
              </a:path>
              <a:path w="7367905" h="7586980">
                <a:moveTo>
                  <a:pt x="1866823" y="5686494"/>
                </a:moveTo>
                <a:lnTo>
                  <a:pt x="1879362" y="5686494"/>
                </a:lnTo>
                <a:lnTo>
                  <a:pt x="1886602" y="5699194"/>
                </a:lnTo>
                <a:lnTo>
                  <a:pt x="1874063" y="5699194"/>
                </a:lnTo>
                <a:lnTo>
                  <a:pt x="1866823" y="5686494"/>
                </a:lnTo>
                <a:close/>
              </a:path>
              <a:path w="7367905" h="7586980">
                <a:moveTo>
                  <a:pt x="944317" y="5661094"/>
                </a:moveTo>
                <a:lnTo>
                  <a:pt x="953759" y="5686494"/>
                </a:lnTo>
                <a:lnTo>
                  <a:pt x="937407" y="5686494"/>
                </a:lnTo>
                <a:lnTo>
                  <a:pt x="927965" y="5673794"/>
                </a:lnTo>
                <a:lnTo>
                  <a:pt x="944317" y="5661094"/>
                </a:lnTo>
                <a:close/>
              </a:path>
              <a:path w="7367905" h="7586980">
                <a:moveTo>
                  <a:pt x="2237302" y="5661094"/>
                </a:moveTo>
                <a:lnTo>
                  <a:pt x="2243597" y="5673794"/>
                </a:lnTo>
                <a:lnTo>
                  <a:pt x="2226401" y="5673794"/>
                </a:lnTo>
                <a:lnTo>
                  <a:pt x="2237302" y="5661094"/>
                </a:lnTo>
                <a:close/>
              </a:path>
              <a:path w="7367905" h="7586980">
                <a:moveTo>
                  <a:pt x="1287106" y="5648394"/>
                </a:moveTo>
                <a:lnTo>
                  <a:pt x="1302373" y="5648394"/>
                </a:lnTo>
                <a:lnTo>
                  <a:pt x="1311187" y="5661094"/>
                </a:lnTo>
                <a:lnTo>
                  <a:pt x="1295920" y="5673794"/>
                </a:lnTo>
                <a:lnTo>
                  <a:pt x="1287106" y="5648394"/>
                </a:lnTo>
                <a:close/>
              </a:path>
              <a:path w="7367905" h="7586980">
                <a:moveTo>
                  <a:pt x="2585974" y="5648394"/>
                </a:moveTo>
                <a:lnTo>
                  <a:pt x="2600601" y="5648394"/>
                </a:lnTo>
                <a:lnTo>
                  <a:pt x="2591330" y="5661094"/>
                </a:lnTo>
                <a:lnTo>
                  <a:pt x="2585974" y="5648394"/>
                </a:lnTo>
                <a:close/>
              </a:path>
              <a:path w="7367905" h="7586980">
                <a:moveTo>
                  <a:pt x="367322" y="5622994"/>
                </a:moveTo>
                <a:lnTo>
                  <a:pt x="378338" y="5648394"/>
                </a:lnTo>
                <a:lnTo>
                  <a:pt x="359256" y="5661094"/>
                </a:lnTo>
                <a:lnTo>
                  <a:pt x="348240" y="5635694"/>
                </a:lnTo>
                <a:lnTo>
                  <a:pt x="367322" y="5622994"/>
                </a:lnTo>
                <a:close/>
              </a:path>
              <a:path w="7367905" h="7586980">
                <a:moveTo>
                  <a:pt x="1660431" y="5622994"/>
                </a:moveTo>
                <a:lnTo>
                  <a:pt x="1668616" y="5635694"/>
                </a:lnTo>
                <a:lnTo>
                  <a:pt x="1654441" y="5648394"/>
                </a:lnTo>
                <a:lnTo>
                  <a:pt x="1646262" y="5635694"/>
                </a:lnTo>
                <a:lnTo>
                  <a:pt x="1660431" y="5622994"/>
                </a:lnTo>
                <a:close/>
              </a:path>
              <a:path w="7367905" h="7586980">
                <a:moveTo>
                  <a:pt x="2945127" y="5622994"/>
                </a:moveTo>
                <a:lnTo>
                  <a:pt x="2953300" y="5622994"/>
                </a:lnTo>
                <a:lnTo>
                  <a:pt x="2958022" y="5635694"/>
                </a:lnTo>
                <a:lnTo>
                  <a:pt x="2949849" y="5635694"/>
                </a:lnTo>
                <a:lnTo>
                  <a:pt x="2945127" y="5622994"/>
                </a:lnTo>
                <a:close/>
              </a:path>
              <a:path w="7367905" h="7586980">
                <a:moveTo>
                  <a:pt x="707394" y="5610294"/>
                </a:moveTo>
                <a:lnTo>
                  <a:pt x="725384" y="5610294"/>
                </a:lnTo>
                <a:lnTo>
                  <a:pt x="735771" y="5622994"/>
                </a:lnTo>
                <a:lnTo>
                  <a:pt x="717782" y="5635694"/>
                </a:lnTo>
                <a:lnTo>
                  <a:pt x="707394" y="5610294"/>
                </a:lnTo>
                <a:close/>
              </a:path>
              <a:path w="7367905" h="7586980">
                <a:moveTo>
                  <a:pt x="2018492" y="5597594"/>
                </a:moveTo>
                <a:lnTo>
                  <a:pt x="2026044" y="5610294"/>
                </a:lnTo>
                <a:lnTo>
                  <a:pt x="2012959" y="5622994"/>
                </a:lnTo>
                <a:lnTo>
                  <a:pt x="2005408" y="5610294"/>
                </a:lnTo>
                <a:lnTo>
                  <a:pt x="2018492" y="5597594"/>
                </a:lnTo>
                <a:close/>
              </a:path>
              <a:path w="7367905" h="7586980">
                <a:moveTo>
                  <a:pt x="1083441" y="5584894"/>
                </a:moveTo>
                <a:lnTo>
                  <a:pt x="1093200" y="5597594"/>
                </a:lnTo>
                <a:lnTo>
                  <a:pt x="1076302" y="5610294"/>
                </a:lnTo>
                <a:lnTo>
                  <a:pt x="1066543" y="5597594"/>
                </a:lnTo>
                <a:lnTo>
                  <a:pt x="1083441" y="5584894"/>
                </a:lnTo>
                <a:close/>
              </a:path>
              <a:path w="7367905" h="7586980">
                <a:moveTo>
                  <a:pt x="2365417" y="5584894"/>
                </a:moveTo>
                <a:lnTo>
                  <a:pt x="2376319" y="5584894"/>
                </a:lnTo>
                <a:lnTo>
                  <a:pt x="2382613" y="5597594"/>
                </a:lnTo>
                <a:lnTo>
                  <a:pt x="2371712" y="5597594"/>
                </a:lnTo>
                <a:lnTo>
                  <a:pt x="2365417" y="5584894"/>
                </a:lnTo>
                <a:close/>
              </a:path>
              <a:path w="7367905" h="7586980">
                <a:moveTo>
                  <a:pt x="130260" y="5572194"/>
                </a:moveTo>
                <a:lnTo>
                  <a:pt x="147704" y="5572194"/>
                </a:lnTo>
                <a:lnTo>
                  <a:pt x="157781" y="5584894"/>
                </a:lnTo>
                <a:lnTo>
                  <a:pt x="140330" y="5597594"/>
                </a:lnTo>
                <a:lnTo>
                  <a:pt x="130260" y="5572194"/>
                </a:lnTo>
                <a:close/>
              </a:path>
              <a:path w="7367905" h="7586980">
                <a:moveTo>
                  <a:pt x="1441498" y="5559494"/>
                </a:moveTo>
                <a:lnTo>
                  <a:pt x="1450629" y="5584894"/>
                </a:lnTo>
                <a:lnTo>
                  <a:pt x="1434816" y="5584894"/>
                </a:lnTo>
                <a:lnTo>
                  <a:pt x="1425691" y="5572194"/>
                </a:lnTo>
                <a:lnTo>
                  <a:pt x="1441498" y="5559494"/>
                </a:lnTo>
                <a:close/>
              </a:path>
              <a:path w="7367905" h="7586980">
                <a:moveTo>
                  <a:pt x="2734261" y="5559494"/>
                </a:moveTo>
                <a:lnTo>
                  <a:pt x="2739617" y="5572194"/>
                </a:lnTo>
                <a:lnTo>
                  <a:pt x="2724990" y="5572194"/>
                </a:lnTo>
                <a:lnTo>
                  <a:pt x="2734261" y="5559494"/>
                </a:lnTo>
                <a:close/>
              </a:path>
              <a:path w="7367905" h="7586980">
                <a:moveTo>
                  <a:pt x="506337" y="5546794"/>
                </a:moveTo>
                <a:lnTo>
                  <a:pt x="517354" y="5559494"/>
                </a:lnTo>
                <a:lnTo>
                  <a:pt x="498272" y="5572194"/>
                </a:lnTo>
                <a:lnTo>
                  <a:pt x="487256" y="5559494"/>
                </a:lnTo>
                <a:lnTo>
                  <a:pt x="506337" y="5546794"/>
                </a:lnTo>
                <a:close/>
              </a:path>
              <a:path w="7367905" h="7586980">
                <a:moveTo>
                  <a:pt x="3084143" y="5546794"/>
                </a:moveTo>
                <a:lnTo>
                  <a:pt x="3097037" y="5546794"/>
                </a:lnTo>
                <a:lnTo>
                  <a:pt x="3088865" y="5559494"/>
                </a:lnTo>
                <a:lnTo>
                  <a:pt x="3084143" y="5546794"/>
                </a:lnTo>
                <a:close/>
              </a:path>
              <a:path w="7367905" h="7586980">
                <a:moveTo>
                  <a:pt x="1784839" y="5546794"/>
                </a:moveTo>
                <a:lnTo>
                  <a:pt x="1799560" y="5546794"/>
                </a:lnTo>
                <a:lnTo>
                  <a:pt x="1808057" y="5559494"/>
                </a:lnTo>
                <a:lnTo>
                  <a:pt x="1793335" y="5559494"/>
                </a:lnTo>
                <a:lnTo>
                  <a:pt x="1784839" y="5546794"/>
                </a:lnTo>
                <a:close/>
              </a:path>
              <a:path w="7367905" h="7586980">
                <a:moveTo>
                  <a:pt x="2157501" y="5521394"/>
                </a:moveTo>
                <a:lnTo>
                  <a:pt x="2165053" y="5534094"/>
                </a:lnTo>
                <a:lnTo>
                  <a:pt x="2151974" y="5546794"/>
                </a:lnTo>
                <a:lnTo>
                  <a:pt x="2144423" y="5534094"/>
                </a:lnTo>
                <a:lnTo>
                  <a:pt x="2157501" y="5521394"/>
                </a:lnTo>
                <a:close/>
              </a:path>
              <a:path w="7367905" h="7586980">
                <a:moveTo>
                  <a:pt x="864516" y="5521394"/>
                </a:moveTo>
                <a:lnTo>
                  <a:pt x="875215" y="5546794"/>
                </a:lnTo>
                <a:lnTo>
                  <a:pt x="856680" y="5546794"/>
                </a:lnTo>
                <a:lnTo>
                  <a:pt x="845975" y="5534094"/>
                </a:lnTo>
                <a:lnTo>
                  <a:pt x="864516" y="5521394"/>
                </a:lnTo>
                <a:close/>
              </a:path>
              <a:path w="7367905" h="7586980">
                <a:moveTo>
                  <a:pt x="1205128" y="5508694"/>
                </a:moveTo>
                <a:lnTo>
                  <a:pt x="1222572" y="5508694"/>
                </a:lnTo>
                <a:lnTo>
                  <a:pt x="1232643" y="5521394"/>
                </a:lnTo>
                <a:lnTo>
                  <a:pt x="1215199" y="5534094"/>
                </a:lnTo>
                <a:lnTo>
                  <a:pt x="1205128" y="5508694"/>
                </a:lnTo>
                <a:close/>
              </a:path>
              <a:path w="7367905" h="7586980">
                <a:moveTo>
                  <a:pt x="2504428" y="5508694"/>
                </a:moveTo>
                <a:lnTo>
                  <a:pt x="2521631" y="5508694"/>
                </a:lnTo>
                <a:lnTo>
                  <a:pt x="2510722" y="5521394"/>
                </a:lnTo>
                <a:lnTo>
                  <a:pt x="2504428" y="5508694"/>
                </a:lnTo>
                <a:close/>
              </a:path>
              <a:path w="7367905" h="7586980">
                <a:moveTo>
                  <a:pt x="287298" y="5483294"/>
                </a:moveTo>
                <a:lnTo>
                  <a:pt x="298942" y="5508694"/>
                </a:lnTo>
                <a:lnTo>
                  <a:pt x="278769" y="5521394"/>
                </a:lnTo>
                <a:lnTo>
                  <a:pt x="267126" y="5495994"/>
                </a:lnTo>
                <a:lnTo>
                  <a:pt x="287298" y="5483294"/>
                </a:lnTo>
                <a:close/>
              </a:path>
              <a:path w="7367905" h="7586980">
                <a:moveTo>
                  <a:pt x="1580515" y="5483294"/>
                </a:moveTo>
                <a:lnTo>
                  <a:pt x="1589646" y="5495994"/>
                </a:lnTo>
                <a:lnTo>
                  <a:pt x="1573833" y="5508694"/>
                </a:lnTo>
                <a:lnTo>
                  <a:pt x="1564708" y="5495994"/>
                </a:lnTo>
                <a:lnTo>
                  <a:pt x="1580515" y="5483294"/>
                </a:lnTo>
                <a:close/>
              </a:path>
              <a:path w="7367905" h="7586980">
                <a:moveTo>
                  <a:pt x="2864006" y="5483294"/>
                </a:moveTo>
                <a:lnTo>
                  <a:pt x="2873270" y="5483294"/>
                </a:lnTo>
                <a:lnTo>
                  <a:pt x="2878626" y="5495994"/>
                </a:lnTo>
                <a:lnTo>
                  <a:pt x="2869362" y="5495994"/>
                </a:lnTo>
                <a:lnTo>
                  <a:pt x="2864006" y="5483294"/>
                </a:lnTo>
                <a:close/>
              </a:path>
              <a:path w="7367905" h="7586980">
                <a:moveTo>
                  <a:pt x="645468" y="5457894"/>
                </a:moveTo>
                <a:lnTo>
                  <a:pt x="656801" y="5483294"/>
                </a:lnTo>
                <a:lnTo>
                  <a:pt x="637175" y="5495994"/>
                </a:lnTo>
                <a:lnTo>
                  <a:pt x="625841" y="5470594"/>
                </a:lnTo>
                <a:lnTo>
                  <a:pt x="645468" y="5457894"/>
                </a:lnTo>
                <a:close/>
              </a:path>
              <a:path w="7367905" h="7586980">
                <a:moveTo>
                  <a:pt x="1938570" y="5457894"/>
                </a:moveTo>
                <a:lnTo>
                  <a:pt x="1947067" y="5470594"/>
                </a:lnTo>
                <a:lnTo>
                  <a:pt x="1932351" y="5483294"/>
                </a:lnTo>
                <a:lnTo>
                  <a:pt x="1923855" y="5470594"/>
                </a:lnTo>
                <a:lnTo>
                  <a:pt x="1938570" y="5457894"/>
                </a:lnTo>
                <a:close/>
              </a:path>
              <a:path w="7367905" h="7586980">
                <a:moveTo>
                  <a:pt x="3231333" y="5457894"/>
                </a:moveTo>
                <a:lnTo>
                  <a:pt x="3236054" y="5470594"/>
                </a:lnTo>
                <a:lnTo>
                  <a:pt x="3223153" y="5470594"/>
                </a:lnTo>
                <a:lnTo>
                  <a:pt x="3231333" y="5457894"/>
                </a:lnTo>
                <a:close/>
              </a:path>
              <a:path w="7367905" h="7586980">
                <a:moveTo>
                  <a:pt x="1003640" y="5445194"/>
                </a:moveTo>
                <a:lnTo>
                  <a:pt x="1014656" y="5457894"/>
                </a:lnTo>
                <a:lnTo>
                  <a:pt x="995575" y="5470594"/>
                </a:lnTo>
                <a:lnTo>
                  <a:pt x="984559" y="5457894"/>
                </a:lnTo>
                <a:lnTo>
                  <a:pt x="1003640" y="5445194"/>
                </a:lnTo>
                <a:close/>
              </a:path>
              <a:path w="7367905" h="7586980">
                <a:moveTo>
                  <a:pt x="2283433" y="5445194"/>
                </a:moveTo>
                <a:lnTo>
                  <a:pt x="2296518" y="5445194"/>
                </a:lnTo>
                <a:lnTo>
                  <a:pt x="2304069" y="5457894"/>
                </a:lnTo>
                <a:lnTo>
                  <a:pt x="2290985" y="5457894"/>
                </a:lnTo>
                <a:lnTo>
                  <a:pt x="2283433" y="5445194"/>
                </a:lnTo>
                <a:close/>
              </a:path>
              <a:path w="7367905" h="7586980">
                <a:moveTo>
                  <a:pt x="2654345" y="5419794"/>
                </a:moveTo>
                <a:lnTo>
                  <a:pt x="2660640" y="5432494"/>
                </a:lnTo>
                <a:lnTo>
                  <a:pt x="2649738" y="5445194"/>
                </a:lnTo>
                <a:lnTo>
                  <a:pt x="2643444" y="5432494"/>
                </a:lnTo>
                <a:lnTo>
                  <a:pt x="2654345" y="5419794"/>
                </a:lnTo>
                <a:close/>
              </a:path>
              <a:path w="7367905" h="7586980">
                <a:moveTo>
                  <a:pt x="1361582" y="5419794"/>
                </a:moveTo>
                <a:lnTo>
                  <a:pt x="1371658" y="5445194"/>
                </a:lnTo>
                <a:lnTo>
                  <a:pt x="1354214" y="5445194"/>
                </a:lnTo>
                <a:lnTo>
                  <a:pt x="1344144" y="5432494"/>
                </a:lnTo>
                <a:lnTo>
                  <a:pt x="1361582" y="5419794"/>
                </a:lnTo>
                <a:close/>
              </a:path>
              <a:path w="7367905" h="7586980">
                <a:moveTo>
                  <a:pt x="65492" y="5432494"/>
                </a:moveTo>
                <a:lnTo>
                  <a:pt x="70213" y="5445194"/>
                </a:lnTo>
                <a:lnTo>
                  <a:pt x="57312" y="5445194"/>
                </a:lnTo>
                <a:lnTo>
                  <a:pt x="65492" y="5432494"/>
                </a:lnTo>
                <a:close/>
              </a:path>
              <a:path w="7367905" h="7586980">
                <a:moveTo>
                  <a:pt x="1703724" y="5407094"/>
                </a:moveTo>
                <a:lnTo>
                  <a:pt x="1719531" y="5407094"/>
                </a:lnTo>
                <a:lnTo>
                  <a:pt x="1728662" y="5419794"/>
                </a:lnTo>
                <a:lnTo>
                  <a:pt x="1712849" y="5432494"/>
                </a:lnTo>
                <a:lnTo>
                  <a:pt x="1703724" y="5407094"/>
                </a:lnTo>
                <a:close/>
              </a:path>
              <a:path w="7367905" h="7586980">
                <a:moveTo>
                  <a:pt x="426543" y="5407094"/>
                </a:moveTo>
                <a:lnTo>
                  <a:pt x="438815" y="5419794"/>
                </a:lnTo>
                <a:lnTo>
                  <a:pt x="417557" y="5432494"/>
                </a:lnTo>
                <a:lnTo>
                  <a:pt x="405279" y="5419794"/>
                </a:lnTo>
                <a:lnTo>
                  <a:pt x="426543" y="5407094"/>
                </a:lnTo>
                <a:close/>
              </a:path>
              <a:path w="7367905" h="7586980">
                <a:moveTo>
                  <a:pt x="3003022" y="5407094"/>
                </a:moveTo>
                <a:lnTo>
                  <a:pt x="3017642" y="5407094"/>
                </a:lnTo>
                <a:lnTo>
                  <a:pt x="3008371" y="5419794"/>
                </a:lnTo>
                <a:lnTo>
                  <a:pt x="3003022" y="5407094"/>
                </a:lnTo>
                <a:close/>
              </a:path>
              <a:path w="7367905" h="7586980">
                <a:moveTo>
                  <a:pt x="784600" y="5381694"/>
                </a:moveTo>
                <a:lnTo>
                  <a:pt x="796244" y="5407094"/>
                </a:lnTo>
                <a:lnTo>
                  <a:pt x="776072" y="5419794"/>
                </a:lnTo>
                <a:lnTo>
                  <a:pt x="764428" y="5394394"/>
                </a:lnTo>
                <a:lnTo>
                  <a:pt x="784600" y="5381694"/>
                </a:lnTo>
                <a:close/>
              </a:path>
              <a:path w="7367905" h="7586980">
                <a:moveTo>
                  <a:pt x="2077585" y="5381694"/>
                </a:moveTo>
                <a:lnTo>
                  <a:pt x="2086082" y="5394394"/>
                </a:lnTo>
                <a:lnTo>
                  <a:pt x="2071366" y="5407094"/>
                </a:lnTo>
                <a:lnTo>
                  <a:pt x="2062870" y="5394394"/>
                </a:lnTo>
                <a:lnTo>
                  <a:pt x="2077585" y="5381694"/>
                </a:lnTo>
                <a:close/>
              </a:path>
              <a:path w="7367905" h="7586980">
                <a:moveTo>
                  <a:pt x="1123575" y="5368994"/>
                </a:moveTo>
                <a:lnTo>
                  <a:pt x="1142656" y="5368994"/>
                </a:lnTo>
                <a:lnTo>
                  <a:pt x="1153672" y="5381694"/>
                </a:lnTo>
                <a:lnTo>
                  <a:pt x="1134591" y="5394394"/>
                </a:lnTo>
                <a:lnTo>
                  <a:pt x="1123575" y="5368994"/>
                </a:lnTo>
                <a:close/>
              </a:path>
              <a:path w="7367905" h="7586980">
                <a:moveTo>
                  <a:pt x="2435535" y="5356294"/>
                </a:moveTo>
                <a:lnTo>
                  <a:pt x="2443086" y="5368994"/>
                </a:lnTo>
                <a:lnTo>
                  <a:pt x="2430002" y="5381694"/>
                </a:lnTo>
                <a:lnTo>
                  <a:pt x="2422450" y="5368994"/>
                </a:lnTo>
                <a:lnTo>
                  <a:pt x="2435535" y="5356294"/>
                </a:lnTo>
                <a:close/>
              </a:path>
              <a:path w="7367905" h="7586980">
                <a:moveTo>
                  <a:pt x="207497" y="5343594"/>
                </a:moveTo>
                <a:lnTo>
                  <a:pt x="220397" y="5368994"/>
                </a:lnTo>
                <a:lnTo>
                  <a:pt x="198049" y="5381694"/>
                </a:lnTo>
                <a:lnTo>
                  <a:pt x="185148" y="5356294"/>
                </a:lnTo>
                <a:lnTo>
                  <a:pt x="207497" y="5343594"/>
                </a:lnTo>
                <a:close/>
              </a:path>
              <a:path w="7367905" h="7586980">
                <a:moveTo>
                  <a:pt x="1500719" y="5343594"/>
                </a:moveTo>
                <a:lnTo>
                  <a:pt x="1511107" y="5356294"/>
                </a:lnTo>
                <a:lnTo>
                  <a:pt x="1493111" y="5368994"/>
                </a:lnTo>
                <a:lnTo>
                  <a:pt x="1482730" y="5356294"/>
                </a:lnTo>
                <a:lnTo>
                  <a:pt x="1500719" y="5343594"/>
                </a:lnTo>
                <a:close/>
              </a:path>
              <a:path w="7367905" h="7586980">
                <a:moveTo>
                  <a:pt x="2782460" y="5343594"/>
                </a:moveTo>
                <a:lnTo>
                  <a:pt x="2793361" y="5343594"/>
                </a:lnTo>
                <a:lnTo>
                  <a:pt x="2799656" y="5356294"/>
                </a:lnTo>
                <a:lnTo>
                  <a:pt x="2788755" y="5356294"/>
                </a:lnTo>
                <a:lnTo>
                  <a:pt x="2782460" y="5343594"/>
                </a:lnTo>
                <a:close/>
              </a:path>
              <a:path w="7367905" h="7586980">
                <a:moveTo>
                  <a:pt x="565667" y="5318194"/>
                </a:moveTo>
                <a:lnTo>
                  <a:pt x="578256" y="5343594"/>
                </a:lnTo>
                <a:lnTo>
                  <a:pt x="556453" y="5356294"/>
                </a:lnTo>
                <a:lnTo>
                  <a:pt x="543863" y="5330894"/>
                </a:lnTo>
                <a:lnTo>
                  <a:pt x="565667" y="5318194"/>
                </a:lnTo>
                <a:close/>
              </a:path>
              <a:path w="7367905" h="7586980">
                <a:moveTo>
                  <a:pt x="1858654" y="5318194"/>
                </a:moveTo>
                <a:lnTo>
                  <a:pt x="1868096" y="5343594"/>
                </a:lnTo>
                <a:lnTo>
                  <a:pt x="1851744" y="5343594"/>
                </a:lnTo>
                <a:lnTo>
                  <a:pt x="1842302" y="5330894"/>
                </a:lnTo>
                <a:lnTo>
                  <a:pt x="1858654" y="5318194"/>
                </a:lnTo>
                <a:close/>
              </a:path>
              <a:path w="7367905" h="7586980">
                <a:moveTo>
                  <a:pt x="3151303" y="5318194"/>
                </a:moveTo>
                <a:lnTo>
                  <a:pt x="3156652" y="5330894"/>
                </a:lnTo>
                <a:lnTo>
                  <a:pt x="3142032" y="5330894"/>
                </a:lnTo>
                <a:lnTo>
                  <a:pt x="3151303" y="5318194"/>
                </a:lnTo>
                <a:close/>
              </a:path>
              <a:path w="7367905" h="7586980">
                <a:moveTo>
                  <a:pt x="2201886" y="5305494"/>
                </a:moveTo>
                <a:lnTo>
                  <a:pt x="2216602" y="5305494"/>
                </a:lnTo>
                <a:lnTo>
                  <a:pt x="2225098" y="5318194"/>
                </a:lnTo>
                <a:lnTo>
                  <a:pt x="2210383" y="5330894"/>
                </a:lnTo>
                <a:lnTo>
                  <a:pt x="2201886" y="5305494"/>
                </a:lnTo>
                <a:close/>
              </a:path>
              <a:path w="7367905" h="7586980">
                <a:moveTo>
                  <a:pt x="923724" y="5305494"/>
                </a:moveTo>
                <a:lnTo>
                  <a:pt x="935685" y="5318194"/>
                </a:lnTo>
                <a:lnTo>
                  <a:pt x="914974" y="5330894"/>
                </a:lnTo>
                <a:lnTo>
                  <a:pt x="903013" y="5318194"/>
                </a:lnTo>
                <a:lnTo>
                  <a:pt x="923724" y="5305494"/>
                </a:lnTo>
                <a:close/>
              </a:path>
              <a:path w="7367905" h="7586980">
                <a:moveTo>
                  <a:pt x="1281787" y="5280094"/>
                </a:moveTo>
                <a:lnTo>
                  <a:pt x="1293120" y="5305494"/>
                </a:lnTo>
                <a:lnTo>
                  <a:pt x="1273494" y="5318194"/>
                </a:lnTo>
                <a:lnTo>
                  <a:pt x="1262160" y="5292794"/>
                </a:lnTo>
                <a:lnTo>
                  <a:pt x="1281787" y="5280094"/>
                </a:lnTo>
                <a:close/>
              </a:path>
              <a:path w="7367905" h="7586980">
                <a:moveTo>
                  <a:pt x="2574550" y="5280094"/>
                </a:moveTo>
                <a:lnTo>
                  <a:pt x="2582101" y="5292794"/>
                </a:lnTo>
                <a:lnTo>
                  <a:pt x="2569017" y="5305494"/>
                </a:lnTo>
                <a:lnTo>
                  <a:pt x="2561466" y="5292794"/>
                </a:lnTo>
                <a:lnTo>
                  <a:pt x="2574550" y="5280094"/>
                </a:lnTo>
                <a:close/>
              </a:path>
              <a:path w="7367905" h="7586980">
                <a:moveTo>
                  <a:pt x="346621" y="5267394"/>
                </a:moveTo>
                <a:lnTo>
                  <a:pt x="359845" y="5292794"/>
                </a:lnTo>
                <a:lnTo>
                  <a:pt x="336950" y="5305494"/>
                </a:lnTo>
                <a:lnTo>
                  <a:pt x="323726" y="5280094"/>
                </a:lnTo>
                <a:lnTo>
                  <a:pt x="346621" y="5267394"/>
                </a:lnTo>
                <a:close/>
              </a:path>
              <a:path w="7367905" h="7586980">
                <a:moveTo>
                  <a:pt x="1621746" y="5267394"/>
                </a:moveTo>
                <a:lnTo>
                  <a:pt x="1639729" y="5267394"/>
                </a:lnTo>
                <a:lnTo>
                  <a:pt x="1650117" y="5280094"/>
                </a:lnTo>
                <a:lnTo>
                  <a:pt x="1632128" y="5292794"/>
                </a:lnTo>
                <a:lnTo>
                  <a:pt x="1621746" y="5267394"/>
                </a:lnTo>
                <a:close/>
              </a:path>
              <a:path w="7367905" h="7586980">
                <a:moveTo>
                  <a:pt x="2921469" y="5267394"/>
                </a:moveTo>
                <a:lnTo>
                  <a:pt x="2938672" y="5267394"/>
                </a:lnTo>
                <a:lnTo>
                  <a:pt x="2927764" y="5280094"/>
                </a:lnTo>
                <a:lnTo>
                  <a:pt x="2921469" y="5267394"/>
                </a:lnTo>
                <a:close/>
              </a:path>
              <a:path w="7367905" h="7586980">
                <a:moveTo>
                  <a:pt x="704799" y="5241994"/>
                </a:moveTo>
                <a:lnTo>
                  <a:pt x="717706" y="5267394"/>
                </a:lnTo>
                <a:lnTo>
                  <a:pt x="695350" y="5280094"/>
                </a:lnTo>
                <a:lnTo>
                  <a:pt x="682450" y="5254694"/>
                </a:lnTo>
                <a:lnTo>
                  <a:pt x="704799" y="5241994"/>
                </a:lnTo>
                <a:close/>
              </a:path>
              <a:path w="7367905" h="7586980">
                <a:moveTo>
                  <a:pt x="1997670" y="5241994"/>
                </a:moveTo>
                <a:lnTo>
                  <a:pt x="2007112" y="5254694"/>
                </a:lnTo>
                <a:lnTo>
                  <a:pt x="1990760" y="5267394"/>
                </a:lnTo>
                <a:lnTo>
                  <a:pt x="1981317" y="5254694"/>
                </a:lnTo>
                <a:lnTo>
                  <a:pt x="1997670" y="5241994"/>
                </a:lnTo>
                <a:close/>
              </a:path>
              <a:path w="7367905" h="7586980">
                <a:moveTo>
                  <a:pt x="1062741" y="5216594"/>
                </a:moveTo>
                <a:lnTo>
                  <a:pt x="1074702" y="5241994"/>
                </a:lnTo>
                <a:lnTo>
                  <a:pt x="1053983" y="5254694"/>
                </a:lnTo>
                <a:lnTo>
                  <a:pt x="1042022" y="5229294"/>
                </a:lnTo>
                <a:lnTo>
                  <a:pt x="1062741" y="5216594"/>
                </a:lnTo>
                <a:close/>
              </a:path>
              <a:path w="7367905" h="7586980">
                <a:moveTo>
                  <a:pt x="2355619" y="5216594"/>
                </a:moveTo>
                <a:lnTo>
                  <a:pt x="2364115" y="5241994"/>
                </a:lnTo>
                <a:lnTo>
                  <a:pt x="2349394" y="5241994"/>
                </a:lnTo>
                <a:lnTo>
                  <a:pt x="2340897" y="5229294"/>
                </a:lnTo>
                <a:lnTo>
                  <a:pt x="2355619" y="5216594"/>
                </a:lnTo>
                <a:close/>
              </a:path>
              <a:path w="7367905" h="7586980">
                <a:moveTo>
                  <a:pt x="126541" y="5203894"/>
                </a:moveTo>
                <a:lnTo>
                  <a:pt x="137557" y="5229294"/>
                </a:lnTo>
                <a:lnTo>
                  <a:pt x="118475" y="5241994"/>
                </a:lnTo>
                <a:lnTo>
                  <a:pt x="107459" y="5216594"/>
                </a:lnTo>
                <a:lnTo>
                  <a:pt x="126541" y="5203894"/>
                </a:lnTo>
                <a:close/>
              </a:path>
              <a:path w="7367905" h="7586980">
                <a:moveTo>
                  <a:pt x="1420798" y="5203894"/>
                </a:moveTo>
                <a:lnTo>
                  <a:pt x="1432131" y="5216594"/>
                </a:lnTo>
                <a:lnTo>
                  <a:pt x="1412511" y="5229294"/>
                </a:lnTo>
                <a:lnTo>
                  <a:pt x="1401177" y="5216594"/>
                </a:lnTo>
                <a:lnTo>
                  <a:pt x="1420798" y="5203894"/>
                </a:lnTo>
                <a:close/>
              </a:path>
              <a:path w="7367905" h="7586980">
                <a:moveTo>
                  <a:pt x="2700482" y="5203894"/>
                </a:moveTo>
                <a:lnTo>
                  <a:pt x="2713560" y="5203894"/>
                </a:lnTo>
                <a:lnTo>
                  <a:pt x="2721112" y="5216594"/>
                </a:lnTo>
                <a:lnTo>
                  <a:pt x="2708033" y="5216594"/>
                </a:lnTo>
                <a:lnTo>
                  <a:pt x="2700482" y="5203894"/>
                </a:lnTo>
                <a:close/>
              </a:path>
              <a:path w="7367905" h="7586980">
                <a:moveTo>
                  <a:pt x="1778859" y="5178494"/>
                </a:moveTo>
                <a:lnTo>
                  <a:pt x="1789564" y="5203894"/>
                </a:lnTo>
                <a:lnTo>
                  <a:pt x="1771029" y="5216594"/>
                </a:lnTo>
                <a:lnTo>
                  <a:pt x="1760324" y="5191194"/>
                </a:lnTo>
                <a:lnTo>
                  <a:pt x="1778859" y="5178494"/>
                </a:lnTo>
                <a:close/>
              </a:path>
              <a:path w="7367905" h="7586980">
                <a:moveTo>
                  <a:pt x="485758" y="5178494"/>
                </a:moveTo>
                <a:lnTo>
                  <a:pt x="499287" y="5203894"/>
                </a:lnTo>
                <a:lnTo>
                  <a:pt x="475846" y="5216594"/>
                </a:lnTo>
                <a:lnTo>
                  <a:pt x="462311" y="5191194"/>
                </a:lnTo>
                <a:lnTo>
                  <a:pt x="485758" y="5178494"/>
                </a:lnTo>
                <a:close/>
              </a:path>
              <a:path w="7367905" h="7586980">
                <a:moveTo>
                  <a:pt x="3071387" y="5178494"/>
                </a:moveTo>
                <a:lnTo>
                  <a:pt x="3077682" y="5191194"/>
                </a:lnTo>
                <a:lnTo>
                  <a:pt x="3066780" y="5203894"/>
                </a:lnTo>
                <a:lnTo>
                  <a:pt x="3060486" y="5191194"/>
                </a:lnTo>
                <a:lnTo>
                  <a:pt x="3071387" y="5178494"/>
                </a:lnTo>
                <a:close/>
              </a:path>
              <a:path w="7367905" h="7586980">
                <a:moveTo>
                  <a:pt x="843929" y="5165794"/>
                </a:moveTo>
                <a:lnTo>
                  <a:pt x="857153" y="5178494"/>
                </a:lnTo>
                <a:lnTo>
                  <a:pt x="834252" y="5203894"/>
                </a:lnTo>
                <a:lnTo>
                  <a:pt x="821028" y="5178494"/>
                </a:lnTo>
                <a:lnTo>
                  <a:pt x="843929" y="5165794"/>
                </a:lnTo>
                <a:close/>
              </a:path>
              <a:path w="7367905" h="7586980">
                <a:moveTo>
                  <a:pt x="2120334" y="5165794"/>
                </a:moveTo>
                <a:lnTo>
                  <a:pt x="2136686" y="5165794"/>
                </a:lnTo>
                <a:lnTo>
                  <a:pt x="2146128" y="5178494"/>
                </a:lnTo>
                <a:lnTo>
                  <a:pt x="2129776" y="5191194"/>
                </a:lnTo>
                <a:lnTo>
                  <a:pt x="2120334" y="5165794"/>
                </a:lnTo>
                <a:close/>
              </a:path>
              <a:path w="7367905" h="7586980">
                <a:moveTo>
                  <a:pt x="1201871" y="5140394"/>
                </a:moveTo>
                <a:lnTo>
                  <a:pt x="1214143" y="5165794"/>
                </a:lnTo>
                <a:lnTo>
                  <a:pt x="1192886" y="5178494"/>
                </a:lnTo>
                <a:lnTo>
                  <a:pt x="1180607" y="5153094"/>
                </a:lnTo>
                <a:lnTo>
                  <a:pt x="1201871" y="5140394"/>
                </a:lnTo>
                <a:close/>
              </a:path>
              <a:path w="7367905" h="7586980">
                <a:moveTo>
                  <a:pt x="2494634" y="5140394"/>
                </a:moveTo>
                <a:lnTo>
                  <a:pt x="2503131" y="5153094"/>
                </a:lnTo>
                <a:lnTo>
                  <a:pt x="2488409" y="5165794"/>
                </a:lnTo>
                <a:lnTo>
                  <a:pt x="2479913" y="5153094"/>
                </a:lnTo>
                <a:lnTo>
                  <a:pt x="2494634" y="5140394"/>
                </a:lnTo>
                <a:close/>
              </a:path>
              <a:path w="7367905" h="7586980">
                <a:moveTo>
                  <a:pt x="266712" y="5127694"/>
                </a:moveTo>
                <a:lnTo>
                  <a:pt x="280875" y="5153094"/>
                </a:lnTo>
                <a:lnTo>
                  <a:pt x="256343" y="5165794"/>
                </a:lnTo>
                <a:lnTo>
                  <a:pt x="242180" y="5140394"/>
                </a:lnTo>
                <a:lnTo>
                  <a:pt x="266712" y="5127694"/>
                </a:lnTo>
                <a:close/>
              </a:path>
              <a:path w="7367905" h="7586980">
                <a:moveTo>
                  <a:pt x="1540193" y="5127694"/>
                </a:moveTo>
                <a:lnTo>
                  <a:pt x="1559814" y="5127694"/>
                </a:lnTo>
                <a:lnTo>
                  <a:pt x="1571147" y="5140394"/>
                </a:lnTo>
                <a:lnTo>
                  <a:pt x="1551527" y="5153094"/>
                </a:lnTo>
                <a:lnTo>
                  <a:pt x="1540193" y="5127694"/>
                </a:lnTo>
                <a:close/>
              </a:path>
              <a:path w="7367905" h="7586980">
                <a:moveTo>
                  <a:pt x="2852576" y="5114994"/>
                </a:moveTo>
                <a:lnTo>
                  <a:pt x="2860128" y="5127694"/>
                </a:lnTo>
                <a:lnTo>
                  <a:pt x="2847043" y="5140394"/>
                </a:lnTo>
                <a:lnTo>
                  <a:pt x="2839492" y="5127694"/>
                </a:lnTo>
                <a:lnTo>
                  <a:pt x="2852576" y="5114994"/>
                </a:lnTo>
                <a:close/>
              </a:path>
              <a:path w="7367905" h="7586980">
                <a:moveTo>
                  <a:pt x="624883" y="5102294"/>
                </a:moveTo>
                <a:lnTo>
                  <a:pt x="638736" y="5127694"/>
                </a:lnTo>
                <a:lnTo>
                  <a:pt x="614744" y="5140394"/>
                </a:lnTo>
                <a:lnTo>
                  <a:pt x="600898" y="5114994"/>
                </a:lnTo>
                <a:lnTo>
                  <a:pt x="624883" y="5102294"/>
                </a:lnTo>
                <a:close/>
              </a:path>
              <a:path w="7367905" h="7586980">
                <a:moveTo>
                  <a:pt x="1917868" y="5102294"/>
                </a:moveTo>
                <a:lnTo>
                  <a:pt x="1928573" y="5114994"/>
                </a:lnTo>
                <a:lnTo>
                  <a:pt x="1910038" y="5127694"/>
                </a:lnTo>
                <a:lnTo>
                  <a:pt x="1899339" y="5114994"/>
                </a:lnTo>
                <a:lnTo>
                  <a:pt x="1917868" y="5102294"/>
                </a:lnTo>
                <a:close/>
              </a:path>
              <a:path w="7367905" h="7586980">
                <a:moveTo>
                  <a:pt x="3199927" y="5102294"/>
                </a:moveTo>
                <a:lnTo>
                  <a:pt x="3210283" y="5102294"/>
                </a:lnTo>
                <a:lnTo>
                  <a:pt x="3216266" y="5114994"/>
                </a:lnTo>
                <a:lnTo>
                  <a:pt x="3205904" y="5114994"/>
                </a:lnTo>
                <a:lnTo>
                  <a:pt x="3199927" y="5102294"/>
                </a:lnTo>
                <a:close/>
              </a:path>
              <a:path w="7367905" h="7586980">
                <a:moveTo>
                  <a:pt x="982939" y="5076894"/>
                </a:moveTo>
                <a:lnTo>
                  <a:pt x="996163" y="5102294"/>
                </a:lnTo>
                <a:lnTo>
                  <a:pt x="973269" y="5114994"/>
                </a:lnTo>
                <a:lnTo>
                  <a:pt x="960045" y="5089594"/>
                </a:lnTo>
                <a:lnTo>
                  <a:pt x="982939" y="5076894"/>
                </a:lnTo>
                <a:close/>
              </a:path>
              <a:path w="7367905" h="7586980">
                <a:moveTo>
                  <a:pt x="2275703" y="5076894"/>
                </a:moveTo>
                <a:lnTo>
                  <a:pt x="2285145" y="5102294"/>
                </a:lnTo>
                <a:lnTo>
                  <a:pt x="2268786" y="5102294"/>
                </a:lnTo>
                <a:lnTo>
                  <a:pt x="2259344" y="5089594"/>
                </a:lnTo>
                <a:lnTo>
                  <a:pt x="2275703" y="5076894"/>
                </a:lnTo>
                <a:close/>
              </a:path>
              <a:path w="7367905" h="7586980">
                <a:moveTo>
                  <a:pt x="2618929" y="5064194"/>
                </a:moveTo>
                <a:lnTo>
                  <a:pt x="2633645" y="5064194"/>
                </a:lnTo>
                <a:lnTo>
                  <a:pt x="2642141" y="5076894"/>
                </a:lnTo>
                <a:lnTo>
                  <a:pt x="2627425" y="5089594"/>
                </a:lnTo>
                <a:lnTo>
                  <a:pt x="2618929" y="5064194"/>
                </a:lnTo>
                <a:close/>
              </a:path>
              <a:path w="7367905" h="7586980">
                <a:moveTo>
                  <a:pt x="1341003" y="5064194"/>
                </a:moveTo>
                <a:lnTo>
                  <a:pt x="1353592" y="5076894"/>
                </a:lnTo>
                <a:lnTo>
                  <a:pt x="1331789" y="5089594"/>
                </a:lnTo>
                <a:lnTo>
                  <a:pt x="1319199" y="5076894"/>
                </a:lnTo>
                <a:lnTo>
                  <a:pt x="1341003" y="5064194"/>
                </a:lnTo>
                <a:close/>
              </a:path>
              <a:path w="7367905" h="7586980">
                <a:moveTo>
                  <a:pt x="37519" y="5076894"/>
                </a:moveTo>
                <a:lnTo>
                  <a:pt x="43516" y="5076894"/>
                </a:lnTo>
                <a:lnTo>
                  <a:pt x="46981" y="5089594"/>
                </a:lnTo>
                <a:lnTo>
                  <a:pt x="40984" y="5089594"/>
                </a:lnTo>
                <a:lnTo>
                  <a:pt x="37519" y="5076894"/>
                </a:lnTo>
                <a:close/>
              </a:path>
              <a:path w="7367905" h="7586980">
                <a:moveTo>
                  <a:pt x="1698944" y="5038794"/>
                </a:moveTo>
                <a:lnTo>
                  <a:pt x="1710587" y="5064194"/>
                </a:lnTo>
                <a:lnTo>
                  <a:pt x="1690421" y="5076894"/>
                </a:lnTo>
                <a:lnTo>
                  <a:pt x="1678777" y="5051494"/>
                </a:lnTo>
                <a:lnTo>
                  <a:pt x="1698944" y="5038794"/>
                </a:lnTo>
                <a:close/>
              </a:path>
              <a:path w="7367905" h="7586980">
                <a:moveTo>
                  <a:pt x="405957" y="5038794"/>
                </a:moveTo>
                <a:lnTo>
                  <a:pt x="420748" y="5064194"/>
                </a:lnTo>
                <a:lnTo>
                  <a:pt x="395125" y="5076894"/>
                </a:lnTo>
                <a:lnTo>
                  <a:pt x="380334" y="5051494"/>
                </a:lnTo>
                <a:lnTo>
                  <a:pt x="405957" y="5038794"/>
                </a:lnTo>
                <a:close/>
              </a:path>
              <a:path w="7367905" h="7586980">
                <a:moveTo>
                  <a:pt x="2991471" y="5038794"/>
                </a:moveTo>
                <a:lnTo>
                  <a:pt x="2998712" y="5051494"/>
                </a:lnTo>
                <a:lnTo>
                  <a:pt x="2986173" y="5064194"/>
                </a:lnTo>
                <a:lnTo>
                  <a:pt x="2978933" y="5051494"/>
                </a:lnTo>
                <a:lnTo>
                  <a:pt x="2991471" y="5038794"/>
                </a:lnTo>
                <a:close/>
              </a:path>
              <a:path w="7367905" h="7586980">
                <a:moveTo>
                  <a:pt x="764013" y="5026094"/>
                </a:moveTo>
                <a:lnTo>
                  <a:pt x="778177" y="5051494"/>
                </a:lnTo>
                <a:lnTo>
                  <a:pt x="753645" y="5064194"/>
                </a:lnTo>
                <a:lnTo>
                  <a:pt x="739481" y="5038794"/>
                </a:lnTo>
                <a:lnTo>
                  <a:pt x="764013" y="5026094"/>
                </a:lnTo>
                <a:close/>
              </a:path>
              <a:path w="7367905" h="7586980">
                <a:moveTo>
                  <a:pt x="2038350" y="5026094"/>
                </a:moveTo>
                <a:lnTo>
                  <a:pt x="2056885" y="5026094"/>
                </a:lnTo>
                <a:lnTo>
                  <a:pt x="2067590" y="5038794"/>
                </a:lnTo>
                <a:lnTo>
                  <a:pt x="2049049" y="5051494"/>
                </a:lnTo>
                <a:lnTo>
                  <a:pt x="2038350" y="5026094"/>
                </a:lnTo>
                <a:close/>
              </a:path>
              <a:path w="7367905" h="7586980">
                <a:moveTo>
                  <a:pt x="1122070" y="5000694"/>
                </a:moveTo>
                <a:lnTo>
                  <a:pt x="1135605" y="5026094"/>
                </a:lnTo>
                <a:lnTo>
                  <a:pt x="1112164" y="5038794"/>
                </a:lnTo>
                <a:lnTo>
                  <a:pt x="1098629" y="5013394"/>
                </a:lnTo>
                <a:lnTo>
                  <a:pt x="1122070" y="5000694"/>
                </a:lnTo>
                <a:close/>
              </a:path>
              <a:path w="7367905" h="7586980">
                <a:moveTo>
                  <a:pt x="2414712" y="5000694"/>
                </a:moveTo>
                <a:lnTo>
                  <a:pt x="2424154" y="5013394"/>
                </a:lnTo>
                <a:lnTo>
                  <a:pt x="2407802" y="5026094"/>
                </a:lnTo>
                <a:lnTo>
                  <a:pt x="2398360" y="5013394"/>
                </a:lnTo>
                <a:lnTo>
                  <a:pt x="2414712" y="5000694"/>
                </a:lnTo>
                <a:close/>
              </a:path>
              <a:path w="7367905" h="7586980">
                <a:moveTo>
                  <a:pt x="186917" y="4987994"/>
                </a:moveTo>
                <a:lnTo>
                  <a:pt x="202336" y="5013394"/>
                </a:lnTo>
                <a:lnTo>
                  <a:pt x="175622" y="5026094"/>
                </a:lnTo>
                <a:lnTo>
                  <a:pt x="160202" y="5000694"/>
                </a:lnTo>
                <a:lnTo>
                  <a:pt x="186917" y="4987994"/>
                </a:lnTo>
                <a:close/>
              </a:path>
              <a:path w="7367905" h="7586980">
                <a:moveTo>
                  <a:pt x="1480019" y="4975294"/>
                </a:moveTo>
                <a:lnTo>
                  <a:pt x="1492608" y="5000694"/>
                </a:lnTo>
                <a:lnTo>
                  <a:pt x="1470799" y="5013394"/>
                </a:lnTo>
                <a:lnTo>
                  <a:pt x="1458209" y="4987994"/>
                </a:lnTo>
                <a:lnTo>
                  <a:pt x="1480019" y="4975294"/>
                </a:lnTo>
                <a:close/>
              </a:path>
              <a:path w="7367905" h="7586980">
                <a:moveTo>
                  <a:pt x="2772660" y="4975294"/>
                </a:moveTo>
                <a:lnTo>
                  <a:pt x="2781157" y="5000694"/>
                </a:lnTo>
                <a:lnTo>
                  <a:pt x="2766435" y="5000694"/>
                </a:lnTo>
                <a:lnTo>
                  <a:pt x="2757939" y="4987994"/>
                </a:lnTo>
                <a:lnTo>
                  <a:pt x="2772660" y="4975294"/>
                </a:lnTo>
                <a:close/>
              </a:path>
              <a:path w="7367905" h="7586980">
                <a:moveTo>
                  <a:pt x="545089" y="4962594"/>
                </a:moveTo>
                <a:lnTo>
                  <a:pt x="560197" y="4987994"/>
                </a:lnTo>
                <a:lnTo>
                  <a:pt x="534028" y="5000694"/>
                </a:lnTo>
                <a:lnTo>
                  <a:pt x="518919" y="4975294"/>
                </a:lnTo>
                <a:lnTo>
                  <a:pt x="545089" y="4962594"/>
                </a:lnTo>
                <a:close/>
              </a:path>
              <a:path w="7367905" h="7586980">
                <a:moveTo>
                  <a:pt x="1837960" y="4962594"/>
                </a:moveTo>
                <a:lnTo>
                  <a:pt x="1849603" y="4975294"/>
                </a:lnTo>
                <a:lnTo>
                  <a:pt x="1829431" y="4987994"/>
                </a:lnTo>
                <a:lnTo>
                  <a:pt x="1817787" y="4975294"/>
                </a:lnTo>
                <a:lnTo>
                  <a:pt x="1837960" y="4962594"/>
                </a:lnTo>
                <a:close/>
              </a:path>
              <a:path w="7367905" h="7586980">
                <a:moveTo>
                  <a:pt x="3117949" y="4962594"/>
                </a:moveTo>
                <a:lnTo>
                  <a:pt x="3130482" y="4962594"/>
                </a:lnTo>
                <a:lnTo>
                  <a:pt x="3137722" y="4975294"/>
                </a:lnTo>
                <a:lnTo>
                  <a:pt x="3125190" y="4975294"/>
                </a:lnTo>
                <a:lnTo>
                  <a:pt x="3117949" y="4962594"/>
                </a:lnTo>
                <a:close/>
              </a:path>
              <a:path w="7367905" h="7586980">
                <a:moveTo>
                  <a:pt x="2195902" y="4937194"/>
                </a:moveTo>
                <a:lnTo>
                  <a:pt x="2206601" y="4962594"/>
                </a:lnTo>
                <a:lnTo>
                  <a:pt x="2188066" y="4975294"/>
                </a:lnTo>
                <a:lnTo>
                  <a:pt x="2177367" y="4949894"/>
                </a:lnTo>
                <a:lnTo>
                  <a:pt x="2195902" y="4937194"/>
                </a:lnTo>
                <a:close/>
              </a:path>
              <a:path w="7367905" h="7586980">
                <a:moveTo>
                  <a:pt x="903030" y="4937194"/>
                </a:moveTo>
                <a:lnTo>
                  <a:pt x="917194" y="4962594"/>
                </a:lnTo>
                <a:lnTo>
                  <a:pt x="892662" y="4975294"/>
                </a:lnTo>
                <a:lnTo>
                  <a:pt x="878499" y="4949894"/>
                </a:lnTo>
                <a:lnTo>
                  <a:pt x="903030" y="4937194"/>
                </a:lnTo>
                <a:close/>
              </a:path>
              <a:path w="7367905" h="7586980">
                <a:moveTo>
                  <a:pt x="1261087" y="4924494"/>
                </a:moveTo>
                <a:lnTo>
                  <a:pt x="1274622" y="4949894"/>
                </a:lnTo>
                <a:lnTo>
                  <a:pt x="1251182" y="4962594"/>
                </a:lnTo>
                <a:lnTo>
                  <a:pt x="1237646" y="4937194"/>
                </a:lnTo>
                <a:lnTo>
                  <a:pt x="1261087" y="4924494"/>
                </a:lnTo>
                <a:close/>
              </a:path>
              <a:path w="7367905" h="7586980">
                <a:moveTo>
                  <a:pt x="2537370" y="4924494"/>
                </a:moveTo>
                <a:lnTo>
                  <a:pt x="2553729" y="4924494"/>
                </a:lnTo>
                <a:lnTo>
                  <a:pt x="2563171" y="4937194"/>
                </a:lnTo>
                <a:lnTo>
                  <a:pt x="2546812" y="4949894"/>
                </a:lnTo>
                <a:lnTo>
                  <a:pt x="2537370" y="4924494"/>
                </a:lnTo>
                <a:close/>
              </a:path>
              <a:path w="7367905" h="7586980">
                <a:moveTo>
                  <a:pt x="326156" y="4899094"/>
                </a:moveTo>
                <a:lnTo>
                  <a:pt x="342210" y="4924494"/>
                </a:lnTo>
                <a:lnTo>
                  <a:pt x="314403" y="4949894"/>
                </a:lnTo>
                <a:lnTo>
                  <a:pt x="298349" y="4911794"/>
                </a:lnTo>
                <a:lnTo>
                  <a:pt x="326156" y="4899094"/>
                </a:lnTo>
                <a:close/>
              </a:path>
              <a:path w="7367905" h="7586980">
                <a:moveTo>
                  <a:pt x="1619142" y="4899094"/>
                </a:moveTo>
                <a:lnTo>
                  <a:pt x="1632049" y="4924494"/>
                </a:lnTo>
                <a:lnTo>
                  <a:pt x="1609700" y="4937194"/>
                </a:lnTo>
                <a:lnTo>
                  <a:pt x="1596794" y="4911794"/>
                </a:lnTo>
                <a:lnTo>
                  <a:pt x="1619142" y="4899094"/>
                </a:lnTo>
                <a:close/>
              </a:path>
              <a:path w="7367905" h="7586980">
                <a:moveTo>
                  <a:pt x="2911670" y="4899094"/>
                </a:moveTo>
                <a:lnTo>
                  <a:pt x="2920167" y="4911794"/>
                </a:lnTo>
                <a:lnTo>
                  <a:pt x="2905445" y="4924494"/>
                </a:lnTo>
                <a:lnTo>
                  <a:pt x="2896948" y="4911794"/>
                </a:lnTo>
                <a:lnTo>
                  <a:pt x="2911670" y="4899094"/>
                </a:lnTo>
                <a:close/>
              </a:path>
              <a:path w="7367905" h="7586980">
                <a:moveTo>
                  <a:pt x="684212" y="4886394"/>
                </a:moveTo>
                <a:lnTo>
                  <a:pt x="699638" y="4911794"/>
                </a:lnTo>
                <a:lnTo>
                  <a:pt x="672924" y="4924494"/>
                </a:lnTo>
                <a:lnTo>
                  <a:pt x="657498" y="4899094"/>
                </a:lnTo>
                <a:lnTo>
                  <a:pt x="684212" y="4886394"/>
                </a:lnTo>
                <a:close/>
              </a:path>
              <a:path w="7367905" h="7586980">
                <a:moveTo>
                  <a:pt x="1956797" y="4886394"/>
                </a:moveTo>
                <a:lnTo>
                  <a:pt x="1976976" y="4886394"/>
                </a:lnTo>
                <a:lnTo>
                  <a:pt x="1988620" y="4899094"/>
                </a:lnTo>
                <a:lnTo>
                  <a:pt x="1968441" y="4911794"/>
                </a:lnTo>
                <a:lnTo>
                  <a:pt x="1956797" y="4886394"/>
                </a:lnTo>
                <a:close/>
              </a:path>
              <a:path w="7367905" h="7586980">
                <a:moveTo>
                  <a:pt x="1042161" y="4860994"/>
                </a:moveTo>
                <a:lnTo>
                  <a:pt x="1056635" y="4886394"/>
                </a:lnTo>
                <a:lnTo>
                  <a:pt x="1031558" y="4899094"/>
                </a:lnTo>
                <a:lnTo>
                  <a:pt x="1017077" y="4873694"/>
                </a:lnTo>
                <a:lnTo>
                  <a:pt x="1042161" y="4860994"/>
                </a:lnTo>
                <a:close/>
              </a:path>
              <a:path w="7367905" h="7586980">
                <a:moveTo>
                  <a:pt x="2334917" y="4860994"/>
                </a:moveTo>
                <a:lnTo>
                  <a:pt x="2345616" y="4873694"/>
                </a:lnTo>
                <a:lnTo>
                  <a:pt x="2327081" y="4886394"/>
                </a:lnTo>
                <a:lnTo>
                  <a:pt x="2316382" y="4873694"/>
                </a:lnTo>
                <a:lnTo>
                  <a:pt x="2334917" y="4860994"/>
                </a:lnTo>
                <a:close/>
              </a:path>
              <a:path w="7367905" h="7586980">
                <a:moveTo>
                  <a:pt x="1400097" y="4835594"/>
                </a:moveTo>
                <a:lnTo>
                  <a:pt x="1413632" y="4860994"/>
                </a:lnTo>
                <a:lnTo>
                  <a:pt x="1390198" y="4873694"/>
                </a:lnTo>
                <a:lnTo>
                  <a:pt x="1376663" y="4848294"/>
                </a:lnTo>
                <a:lnTo>
                  <a:pt x="1400097" y="4835594"/>
                </a:lnTo>
                <a:close/>
              </a:path>
              <a:path w="7367905" h="7586980">
                <a:moveTo>
                  <a:pt x="105034" y="4848294"/>
                </a:moveTo>
                <a:lnTo>
                  <a:pt x="116050" y="4873694"/>
                </a:lnTo>
                <a:lnTo>
                  <a:pt x="96969" y="4873694"/>
                </a:lnTo>
                <a:lnTo>
                  <a:pt x="85953" y="4860994"/>
                </a:lnTo>
                <a:lnTo>
                  <a:pt x="105034" y="4848294"/>
                </a:lnTo>
                <a:close/>
              </a:path>
              <a:path w="7367905" h="7586980">
                <a:moveTo>
                  <a:pt x="2692745" y="4835594"/>
                </a:moveTo>
                <a:lnTo>
                  <a:pt x="2702187" y="4860994"/>
                </a:lnTo>
                <a:lnTo>
                  <a:pt x="2685828" y="4860994"/>
                </a:lnTo>
                <a:lnTo>
                  <a:pt x="2676386" y="4848294"/>
                </a:lnTo>
                <a:lnTo>
                  <a:pt x="2692745" y="4835594"/>
                </a:lnTo>
                <a:close/>
              </a:path>
              <a:path w="7367905" h="7586980">
                <a:moveTo>
                  <a:pt x="1758158" y="4822894"/>
                </a:moveTo>
                <a:lnTo>
                  <a:pt x="1771065" y="4848294"/>
                </a:lnTo>
                <a:lnTo>
                  <a:pt x="1748709" y="4860994"/>
                </a:lnTo>
                <a:lnTo>
                  <a:pt x="1735803" y="4835594"/>
                </a:lnTo>
                <a:lnTo>
                  <a:pt x="1758158" y="4822894"/>
                </a:lnTo>
                <a:close/>
              </a:path>
              <a:path w="7367905" h="7586980">
                <a:moveTo>
                  <a:pt x="465287" y="4822894"/>
                </a:moveTo>
                <a:lnTo>
                  <a:pt x="481652" y="4848294"/>
                </a:lnTo>
                <a:lnTo>
                  <a:pt x="453301" y="4860994"/>
                </a:lnTo>
                <a:lnTo>
                  <a:pt x="436936" y="4835594"/>
                </a:lnTo>
                <a:lnTo>
                  <a:pt x="465287" y="4822894"/>
                </a:lnTo>
                <a:close/>
              </a:path>
              <a:path w="7367905" h="7586980">
                <a:moveTo>
                  <a:pt x="3036396" y="4822894"/>
                </a:moveTo>
                <a:lnTo>
                  <a:pt x="3050573" y="4822894"/>
                </a:lnTo>
                <a:lnTo>
                  <a:pt x="3058752" y="4835594"/>
                </a:lnTo>
                <a:lnTo>
                  <a:pt x="3044582" y="4848294"/>
                </a:lnTo>
                <a:lnTo>
                  <a:pt x="3036396" y="4822894"/>
                </a:lnTo>
                <a:close/>
              </a:path>
              <a:path w="7367905" h="7586980">
                <a:moveTo>
                  <a:pt x="823343" y="4797494"/>
                </a:moveTo>
                <a:lnTo>
                  <a:pt x="839080" y="4822894"/>
                </a:lnTo>
                <a:lnTo>
                  <a:pt x="811826" y="4848294"/>
                </a:lnTo>
                <a:lnTo>
                  <a:pt x="796089" y="4810194"/>
                </a:lnTo>
                <a:lnTo>
                  <a:pt x="823343" y="4797494"/>
                </a:lnTo>
                <a:close/>
              </a:path>
              <a:path w="7367905" h="7586980">
                <a:moveTo>
                  <a:pt x="2115986" y="4797494"/>
                </a:moveTo>
                <a:lnTo>
                  <a:pt x="2127630" y="4822894"/>
                </a:lnTo>
                <a:lnTo>
                  <a:pt x="2107458" y="4835594"/>
                </a:lnTo>
                <a:lnTo>
                  <a:pt x="2095814" y="4810194"/>
                </a:lnTo>
                <a:lnTo>
                  <a:pt x="2115986" y="4797494"/>
                </a:lnTo>
                <a:close/>
              </a:path>
              <a:path w="7367905" h="7586980">
                <a:moveTo>
                  <a:pt x="1181287" y="4784794"/>
                </a:moveTo>
                <a:lnTo>
                  <a:pt x="1196084" y="4810194"/>
                </a:lnTo>
                <a:lnTo>
                  <a:pt x="1170455" y="4822894"/>
                </a:lnTo>
                <a:lnTo>
                  <a:pt x="1155663" y="4797494"/>
                </a:lnTo>
                <a:lnTo>
                  <a:pt x="1181287" y="4784794"/>
                </a:lnTo>
                <a:close/>
              </a:path>
              <a:path w="7367905" h="7586980">
                <a:moveTo>
                  <a:pt x="2455392" y="4784794"/>
                </a:moveTo>
                <a:lnTo>
                  <a:pt x="2473934" y="4784794"/>
                </a:lnTo>
                <a:lnTo>
                  <a:pt x="2484633" y="4797494"/>
                </a:lnTo>
                <a:lnTo>
                  <a:pt x="2466097" y="4810194"/>
                </a:lnTo>
                <a:lnTo>
                  <a:pt x="2455392" y="4784794"/>
                </a:lnTo>
                <a:close/>
              </a:path>
              <a:path w="7367905" h="7586980">
                <a:moveTo>
                  <a:pt x="246354" y="4759394"/>
                </a:moveTo>
                <a:lnTo>
                  <a:pt x="263665" y="4784794"/>
                </a:lnTo>
                <a:lnTo>
                  <a:pt x="233683" y="4810194"/>
                </a:lnTo>
                <a:lnTo>
                  <a:pt x="216372" y="4772094"/>
                </a:lnTo>
                <a:lnTo>
                  <a:pt x="246354" y="4759394"/>
                </a:lnTo>
                <a:close/>
              </a:path>
              <a:path w="7367905" h="7586980">
                <a:moveTo>
                  <a:pt x="1539234" y="4759394"/>
                </a:moveTo>
                <a:lnTo>
                  <a:pt x="1553080" y="4784794"/>
                </a:lnTo>
                <a:lnTo>
                  <a:pt x="1529094" y="4797494"/>
                </a:lnTo>
                <a:lnTo>
                  <a:pt x="1515248" y="4772094"/>
                </a:lnTo>
                <a:lnTo>
                  <a:pt x="1539234" y="4759394"/>
                </a:lnTo>
                <a:close/>
              </a:path>
              <a:path w="7367905" h="7586980">
                <a:moveTo>
                  <a:pt x="2831754" y="4759394"/>
                </a:moveTo>
                <a:lnTo>
                  <a:pt x="2841196" y="4772094"/>
                </a:lnTo>
                <a:lnTo>
                  <a:pt x="2824844" y="4784794"/>
                </a:lnTo>
                <a:lnTo>
                  <a:pt x="2815402" y="4772094"/>
                </a:lnTo>
                <a:lnTo>
                  <a:pt x="2831754" y="4759394"/>
                </a:lnTo>
                <a:close/>
              </a:path>
              <a:path w="7367905" h="7586980">
                <a:moveTo>
                  <a:pt x="604411" y="4733994"/>
                </a:moveTo>
                <a:lnTo>
                  <a:pt x="621093" y="4772094"/>
                </a:lnTo>
                <a:lnTo>
                  <a:pt x="592202" y="4784794"/>
                </a:lnTo>
                <a:lnTo>
                  <a:pt x="575520" y="4759394"/>
                </a:lnTo>
                <a:lnTo>
                  <a:pt x="604411" y="4733994"/>
                </a:lnTo>
                <a:close/>
              </a:path>
              <a:path w="7367905" h="7586980">
                <a:moveTo>
                  <a:pt x="1897169" y="4733994"/>
                </a:moveTo>
                <a:lnTo>
                  <a:pt x="1910075" y="4759394"/>
                </a:lnTo>
                <a:lnTo>
                  <a:pt x="1887727" y="4772094"/>
                </a:lnTo>
                <a:lnTo>
                  <a:pt x="1874820" y="4746694"/>
                </a:lnTo>
                <a:lnTo>
                  <a:pt x="1897169" y="4733994"/>
                </a:lnTo>
                <a:close/>
              </a:path>
              <a:path w="7367905" h="7586980">
                <a:moveTo>
                  <a:pt x="3189588" y="4733994"/>
                </a:moveTo>
                <a:lnTo>
                  <a:pt x="3197768" y="4759394"/>
                </a:lnTo>
                <a:lnTo>
                  <a:pt x="3183592" y="4759394"/>
                </a:lnTo>
                <a:lnTo>
                  <a:pt x="3175407" y="4746694"/>
                </a:lnTo>
                <a:lnTo>
                  <a:pt x="3189588" y="4733994"/>
                </a:lnTo>
                <a:close/>
              </a:path>
              <a:path w="7367905" h="7586980">
                <a:moveTo>
                  <a:pt x="962474" y="4721294"/>
                </a:moveTo>
                <a:lnTo>
                  <a:pt x="978528" y="4746694"/>
                </a:lnTo>
                <a:lnTo>
                  <a:pt x="950722" y="4759394"/>
                </a:lnTo>
                <a:lnTo>
                  <a:pt x="934668" y="4733994"/>
                </a:lnTo>
                <a:lnTo>
                  <a:pt x="962474" y="4721294"/>
                </a:lnTo>
                <a:close/>
              </a:path>
              <a:path w="7367905" h="7586980">
                <a:moveTo>
                  <a:pt x="2255002" y="4721294"/>
                </a:moveTo>
                <a:lnTo>
                  <a:pt x="2266645" y="4733994"/>
                </a:lnTo>
                <a:lnTo>
                  <a:pt x="2246473" y="4746694"/>
                </a:lnTo>
                <a:lnTo>
                  <a:pt x="2234829" y="4733994"/>
                </a:lnTo>
                <a:lnTo>
                  <a:pt x="2255002" y="4721294"/>
                </a:lnTo>
                <a:close/>
              </a:path>
              <a:path w="7367905" h="7586980">
                <a:moveTo>
                  <a:pt x="1320416" y="4695894"/>
                </a:moveTo>
                <a:lnTo>
                  <a:pt x="1335518" y="4721294"/>
                </a:lnTo>
                <a:lnTo>
                  <a:pt x="1309355" y="4746694"/>
                </a:lnTo>
                <a:lnTo>
                  <a:pt x="1294253" y="4708594"/>
                </a:lnTo>
                <a:lnTo>
                  <a:pt x="1320416" y="4695894"/>
                </a:lnTo>
                <a:close/>
              </a:path>
              <a:path w="7367905" h="7586980">
                <a:moveTo>
                  <a:pt x="2612944" y="4695894"/>
                </a:moveTo>
                <a:lnTo>
                  <a:pt x="2623642" y="4721294"/>
                </a:lnTo>
                <a:lnTo>
                  <a:pt x="2605107" y="4733994"/>
                </a:lnTo>
                <a:lnTo>
                  <a:pt x="2594402" y="4708594"/>
                </a:lnTo>
                <a:lnTo>
                  <a:pt x="2612944" y="4695894"/>
                </a:lnTo>
                <a:close/>
              </a:path>
              <a:path w="7367905" h="7586980">
                <a:moveTo>
                  <a:pt x="385372" y="4683194"/>
                </a:moveTo>
                <a:lnTo>
                  <a:pt x="402682" y="4708594"/>
                </a:lnTo>
                <a:lnTo>
                  <a:pt x="372700" y="4733994"/>
                </a:lnTo>
                <a:lnTo>
                  <a:pt x="355389" y="4695894"/>
                </a:lnTo>
                <a:lnTo>
                  <a:pt x="385372" y="4683194"/>
                </a:lnTo>
                <a:close/>
              </a:path>
              <a:path w="7367905" h="7586980">
                <a:moveTo>
                  <a:pt x="18164" y="4721294"/>
                </a:moveTo>
                <a:lnTo>
                  <a:pt x="23322" y="4721294"/>
                </a:lnTo>
                <a:lnTo>
                  <a:pt x="20048" y="4733994"/>
                </a:lnTo>
                <a:lnTo>
                  <a:pt x="18164" y="4721294"/>
                </a:lnTo>
                <a:close/>
              </a:path>
              <a:path w="7367905" h="7586980">
                <a:moveTo>
                  <a:pt x="1678243" y="4683194"/>
                </a:moveTo>
                <a:lnTo>
                  <a:pt x="1692089" y="4708594"/>
                </a:lnTo>
                <a:lnTo>
                  <a:pt x="1668109" y="4721294"/>
                </a:lnTo>
                <a:lnTo>
                  <a:pt x="1654257" y="4695894"/>
                </a:lnTo>
                <a:lnTo>
                  <a:pt x="1678243" y="4683194"/>
                </a:lnTo>
                <a:close/>
              </a:path>
              <a:path w="7367905" h="7586980">
                <a:moveTo>
                  <a:pt x="2954844" y="4683194"/>
                </a:moveTo>
                <a:lnTo>
                  <a:pt x="2970657" y="4683194"/>
                </a:lnTo>
                <a:lnTo>
                  <a:pt x="2979782" y="4695894"/>
                </a:lnTo>
                <a:lnTo>
                  <a:pt x="2963975" y="4708594"/>
                </a:lnTo>
                <a:lnTo>
                  <a:pt x="2954844" y="4683194"/>
                </a:lnTo>
                <a:close/>
              </a:path>
              <a:path w="7367905" h="7586980">
                <a:moveTo>
                  <a:pt x="743548" y="4657794"/>
                </a:moveTo>
                <a:lnTo>
                  <a:pt x="760542" y="4683194"/>
                </a:lnTo>
                <a:lnTo>
                  <a:pt x="731105" y="4708594"/>
                </a:lnTo>
                <a:lnTo>
                  <a:pt x="714112" y="4670494"/>
                </a:lnTo>
                <a:lnTo>
                  <a:pt x="743548" y="4657794"/>
                </a:lnTo>
                <a:close/>
              </a:path>
              <a:path w="7367905" h="7586980">
                <a:moveTo>
                  <a:pt x="2036185" y="4657794"/>
                </a:moveTo>
                <a:lnTo>
                  <a:pt x="2049092" y="4683194"/>
                </a:lnTo>
                <a:lnTo>
                  <a:pt x="2026743" y="4695894"/>
                </a:lnTo>
                <a:lnTo>
                  <a:pt x="2013836" y="4670494"/>
                </a:lnTo>
                <a:lnTo>
                  <a:pt x="2036185" y="4657794"/>
                </a:lnTo>
                <a:close/>
              </a:path>
              <a:path w="7367905" h="7586980">
                <a:moveTo>
                  <a:pt x="1101605" y="4645094"/>
                </a:moveTo>
                <a:lnTo>
                  <a:pt x="1117970" y="4670494"/>
                </a:lnTo>
                <a:lnTo>
                  <a:pt x="1089619" y="4683194"/>
                </a:lnTo>
                <a:lnTo>
                  <a:pt x="1073253" y="4657794"/>
                </a:lnTo>
                <a:lnTo>
                  <a:pt x="1101605" y="4645094"/>
                </a:lnTo>
                <a:close/>
              </a:path>
              <a:path w="7367905" h="7586980">
                <a:moveTo>
                  <a:pt x="2373846" y="4645094"/>
                </a:moveTo>
                <a:lnTo>
                  <a:pt x="2394012" y="4645094"/>
                </a:lnTo>
                <a:lnTo>
                  <a:pt x="2405656" y="4657794"/>
                </a:lnTo>
                <a:lnTo>
                  <a:pt x="2385489" y="4670494"/>
                </a:lnTo>
                <a:lnTo>
                  <a:pt x="2373846" y="4645094"/>
                </a:lnTo>
                <a:close/>
              </a:path>
              <a:path w="7367905" h="7586980">
                <a:moveTo>
                  <a:pt x="166096" y="4619694"/>
                </a:moveTo>
                <a:lnTo>
                  <a:pt x="183407" y="4657794"/>
                </a:lnTo>
                <a:lnTo>
                  <a:pt x="153424" y="4670494"/>
                </a:lnTo>
                <a:lnTo>
                  <a:pt x="136113" y="4645094"/>
                </a:lnTo>
                <a:lnTo>
                  <a:pt x="166096" y="4619694"/>
                </a:lnTo>
                <a:close/>
              </a:path>
              <a:path w="7367905" h="7586980">
                <a:moveTo>
                  <a:pt x="1459432" y="4619694"/>
                </a:moveTo>
                <a:lnTo>
                  <a:pt x="1474535" y="4645094"/>
                </a:lnTo>
                <a:lnTo>
                  <a:pt x="1448366" y="4657794"/>
                </a:lnTo>
                <a:lnTo>
                  <a:pt x="1433263" y="4632394"/>
                </a:lnTo>
                <a:lnTo>
                  <a:pt x="1459432" y="4619694"/>
                </a:lnTo>
                <a:close/>
              </a:path>
              <a:path w="7367905" h="7586980">
                <a:moveTo>
                  <a:pt x="2751839" y="4619694"/>
                </a:moveTo>
                <a:lnTo>
                  <a:pt x="2762226" y="4632394"/>
                </a:lnTo>
                <a:lnTo>
                  <a:pt x="2744237" y="4645094"/>
                </a:lnTo>
                <a:lnTo>
                  <a:pt x="2733855" y="4632394"/>
                </a:lnTo>
                <a:lnTo>
                  <a:pt x="2751839" y="4619694"/>
                </a:lnTo>
                <a:close/>
              </a:path>
              <a:path w="7367905" h="7586980">
                <a:moveTo>
                  <a:pt x="524502" y="4594294"/>
                </a:moveTo>
                <a:lnTo>
                  <a:pt x="542123" y="4632394"/>
                </a:lnTo>
                <a:lnTo>
                  <a:pt x="511595" y="4645094"/>
                </a:lnTo>
                <a:lnTo>
                  <a:pt x="493974" y="4619694"/>
                </a:lnTo>
                <a:lnTo>
                  <a:pt x="524502" y="4594294"/>
                </a:lnTo>
                <a:close/>
              </a:path>
              <a:path w="7367905" h="7586980">
                <a:moveTo>
                  <a:pt x="1817260" y="4594294"/>
                </a:moveTo>
                <a:lnTo>
                  <a:pt x="1831106" y="4619694"/>
                </a:lnTo>
                <a:lnTo>
                  <a:pt x="1807120" y="4632394"/>
                </a:lnTo>
                <a:lnTo>
                  <a:pt x="1793268" y="4606994"/>
                </a:lnTo>
                <a:lnTo>
                  <a:pt x="1817260" y="4594294"/>
                </a:lnTo>
                <a:close/>
              </a:path>
              <a:path w="7367905" h="7586980">
                <a:moveTo>
                  <a:pt x="3109673" y="4594294"/>
                </a:moveTo>
                <a:lnTo>
                  <a:pt x="3118798" y="4619694"/>
                </a:lnTo>
                <a:lnTo>
                  <a:pt x="3102991" y="4619694"/>
                </a:lnTo>
                <a:lnTo>
                  <a:pt x="3093860" y="4606994"/>
                </a:lnTo>
                <a:lnTo>
                  <a:pt x="3109673" y="4594294"/>
                </a:lnTo>
                <a:close/>
              </a:path>
              <a:path w="7367905" h="7586980">
                <a:moveTo>
                  <a:pt x="2175200" y="4581594"/>
                </a:moveTo>
                <a:lnTo>
                  <a:pt x="2188107" y="4606994"/>
                </a:lnTo>
                <a:lnTo>
                  <a:pt x="2165758" y="4619694"/>
                </a:lnTo>
                <a:lnTo>
                  <a:pt x="2152852" y="4594294"/>
                </a:lnTo>
                <a:lnTo>
                  <a:pt x="2175200" y="4581594"/>
                </a:lnTo>
                <a:close/>
              </a:path>
              <a:path w="7367905" h="7586980">
                <a:moveTo>
                  <a:pt x="882558" y="4581594"/>
                </a:moveTo>
                <a:lnTo>
                  <a:pt x="899552" y="4606994"/>
                </a:lnTo>
                <a:lnTo>
                  <a:pt x="870115" y="4619694"/>
                </a:lnTo>
                <a:lnTo>
                  <a:pt x="853121" y="4594294"/>
                </a:lnTo>
                <a:lnTo>
                  <a:pt x="882558" y="4581594"/>
                </a:lnTo>
                <a:close/>
              </a:path>
              <a:path w="7367905" h="7586980">
                <a:moveTo>
                  <a:pt x="1240621" y="4556194"/>
                </a:moveTo>
                <a:lnTo>
                  <a:pt x="1256986" y="4581594"/>
                </a:lnTo>
                <a:lnTo>
                  <a:pt x="1228634" y="4606994"/>
                </a:lnTo>
                <a:lnTo>
                  <a:pt x="1212269" y="4568894"/>
                </a:lnTo>
                <a:lnTo>
                  <a:pt x="1240621" y="4556194"/>
                </a:lnTo>
                <a:close/>
              </a:path>
              <a:path w="7367905" h="7586980">
                <a:moveTo>
                  <a:pt x="2533028" y="4556194"/>
                </a:moveTo>
                <a:lnTo>
                  <a:pt x="2544672" y="4581594"/>
                </a:lnTo>
                <a:lnTo>
                  <a:pt x="2524505" y="4594294"/>
                </a:lnTo>
                <a:lnTo>
                  <a:pt x="2512862" y="4568894"/>
                </a:lnTo>
                <a:lnTo>
                  <a:pt x="2533028" y="4556194"/>
                </a:lnTo>
                <a:close/>
              </a:path>
              <a:path w="7367905" h="7586980">
                <a:moveTo>
                  <a:pt x="305684" y="4543494"/>
                </a:moveTo>
                <a:lnTo>
                  <a:pt x="324575" y="4568894"/>
                </a:lnTo>
                <a:lnTo>
                  <a:pt x="291864" y="4594294"/>
                </a:lnTo>
                <a:lnTo>
                  <a:pt x="272980" y="4556194"/>
                </a:lnTo>
                <a:lnTo>
                  <a:pt x="305684" y="4543494"/>
                </a:lnTo>
                <a:close/>
              </a:path>
              <a:path w="7367905" h="7586980">
                <a:moveTo>
                  <a:pt x="1598555" y="4543494"/>
                </a:moveTo>
                <a:lnTo>
                  <a:pt x="1613981" y="4568894"/>
                </a:lnTo>
                <a:lnTo>
                  <a:pt x="1587273" y="4581594"/>
                </a:lnTo>
                <a:lnTo>
                  <a:pt x="1571847" y="4556194"/>
                </a:lnTo>
                <a:lnTo>
                  <a:pt x="1598555" y="4543494"/>
                </a:lnTo>
                <a:close/>
              </a:path>
              <a:path w="7367905" h="7586980">
                <a:moveTo>
                  <a:pt x="2872866" y="4543494"/>
                </a:moveTo>
                <a:lnTo>
                  <a:pt x="2890856" y="4543494"/>
                </a:lnTo>
                <a:lnTo>
                  <a:pt x="2901237" y="4556194"/>
                </a:lnTo>
                <a:lnTo>
                  <a:pt x="2883248" y="4568894"/>
                </a:lnTo>
                <a:lnTo>
                  <a:pt x="2872866" y="4543494"/>
                </a:lnTo>
                <a:close/>
              </a:path>
              <a:path w="7367905" h="7586980">
                <a:moveTo>
                  <a:pt x="663626" y="4518094"/>
                </a:moveTo>
                <a:lnTo>
                  <a:pt x="681572" y="4556194"/>
                </a:lnTo>
                <a:lnTo>
                  <a:pt x="650498" y="4568894"/>
                </a:lnTo>
                <a:lnTo>
                  <a:pt x="632553" y="4530794"/>
                </a:lnTo>
                <a:lnTo>
                  <a:pt x="663626" y="4518094"/>
                </a:lnTo>
                <a:close/>
              </a:path>
              <a:path w="7367905" h="7586980">
                <a:moveTo>
                  <a:pt x="1956269" y="4518094"/>
                </a:moveTo>
                <a:lnTo>
                  <a:pt x="1970122" y="4543494"/>
                </a:lnTo>
                <a:lnTo>
                  <a:pt x="1946136" y="4556194"/>
                </a:lnTo>
                <a:lnTo>
                  <a:pt x="1932283" y="4530794"/>
                </a:lnTo>
                <a:lnTo>
                  <a:pt x="1956269" y="4518094"/>
                </a:lnTo>
                <a:close/>
              </a:path>
              <a:path w="7367905" h="7586980">
                <a:moveTo>
                  <a:pt x="3248569" y="4518094"/>
                </a:moveTo>
                <a:lnTo>
                  <a:pt x="3257383" y="4530794"/>
                </a:lnTo>
                <a:lnTo>
                  <a:pt x="3242116" y="4543494"/>
                </a:lnTo>
                <a:lnTo>
                  <a:pt x="3233308" y="4530794"/>
                </a:lnTo>
                <a:lnTo>
                  <a:pt x="3248569" y="4518094"/>
                </a:lnTo>
                <a:close/>
              </a:path>
              <a:path w="7367905" h="7586980">
                <a:moveTo>
                  <a:pt x="1021689" y="4492694"/>
                </a:moveTo>
                <a:lnTo>
                  <a:pt x="1039000" y="4530794"/>
                </a:lnTo>
                <a:lnTo>
                  <a:pt x="1009017" y="4543494"/>
                </a:lnTo>
                <a:lnTo>
                  <a:pt x="991707" y="4518094"/>
                </a:lnTo>
                <a:lnTo>
                  <a:pt x="1021689" y="4492694"/>
                </a:lnTo>
                <a:close/>
              </a:path>
              <a:path w="7367905" h="7586980">
                <a:moveTo>
                  <a:pt x="2314217" y="4492694"/>
                </a:moveTo>
                <a:lnTo>
                  <a:pt x="2327124" y="4518094"/>
                </a:lnTo>
                <a:lnTo>
                  <a:pt x="2304768" y="4530794"/>
                </a:lnTo>
                <a:lnTo>
                  <a:pt x="2291861" y="4505394"/>
                </a:lnTo>
                <a:lnTo>
                  <a:pt x="2314217" y="4492694"/>
                </a:lnTo>
                <a:close/>
              </a:path>
              <a:path w="7367905" h="7586980">
                <a:moveTo>
                  <a:pt x="1379745" y="4479994"/>
                </a:moveTo>
                <a:lnTo>
                  <a:pt x="1396428" y="4505394"/>
                </a:lnTo>
                <a:lnTo>
                  <a:pt x="1367530" y="4518094"/>
                </a:lnTo>
                <a:lnTo>
                  <a:pt x="1350848" y="4492694"/>
                </a:lnTo>
                <a:lnTo>
                  <a:pt x="1379745" y="4479994"/>
                </a:lnTo>
                <a:close/>
              </a:path>
              <a:path w="7367905" h="7586980">
                <a:moveTo>
                  <a:pt x="83071" y="4492694"/>
                </a:moveTo>
                <a:lnTo>
                  <a:pt x="92831" y="4505394"/>
                </a:lnTo>
                <a:lnTo>
                  <a:pt x="75926" y="4518094"/>
                </a:lnTo>
                <a:lnTo>
                  <a:pt x="66167" y="4505394"/>
                </a:lnTo>
                <a:lnTo>
                  <a:pt x="83071" y="4492694"/>
                </a:lnTo>
                <a:close/>
              </a:path>
              <a:path w="7367905" h="7586980">
                <a:moveTo>
                  <a:pt x="2672044" y="4479994"/>
                </a:moveTo>
                <a:lnTo>
                  <a:pt x="2683687" y="4505394"/>
                </a:lnTo>
                <a:lnTo>
                  <a:pt x="2663515" y="4505394"/>
                </a:lnTo>
                <a:lnTo>
                  <a:pt x="2651871" y="4492694"/>
                </a:lnTo>
                <a:lnTo>
                  <a:pt x="2672044" y="4479994"/>
                </a:lnTo>
                <a:close/>
              </a:path>
              <a:path w="7367905" h="7586980">
                <a:moveTo>
                  <a:pt x="1737573" y="4454594"/>
                </a:moveTo>
                <a:lnTo>
                  <a:pt x="1752992" y="4479994"/>
                </a:lnTo>
                <a:lnTo>
                  <a:pt x="1726284" y="4505394"/>
                </a:lnTo>
                <a:lnTo>
                  <a:pt x="1710858" y="4467294"/>
                </a:lnTo>
                <a:lnTo>
                  <a:pt x="1737573" y="4454594"/>
                </a:lnTo>
                <a:close/>
              </a:path>
              <a:path w="7367905" h="7586980">
                <a:moveTo>
                  <a:pt x="444815" y="4454594"/>
                </a:moveTo>
                <a:lnTo>
                  <a:pt x="464010" y="4492694"/>
                </a:lnTo>
                <a:lnTo>
                  <a:pt x="430759" y="4505394"/>
                </a:lnTo>
                <a:lnTo>
                  <a:pt x="411564" y="4479994"/>
                </a:lnTo>
                <a:lnTo>
                  <a:pt x="444815" y="4454594"/>
                </a:lnTo>
                <a:close/>
              </a:path>
              <a:path w="7367905" h="7586980">
                <a:moveTo>
                  <a:pt x="3029751" y="4454594"/>
                </a:moveTo>
                <a:lnTo>
                  <a:pt x="3039828" y="4479994"/>
                </a:lnTo>
                <a:lnTo>
                  <a:pt x="3022384" y="4492694"/>
                </a:lnTo>
                <a:lnTo>
                  <a:pt x="3012307" y="4467294"/>
                </a:lnTo>
                <a:lnTo>
                  <a:pt x="3029751" y="4454594"/>
                </a:lnTo>
                <a:close/>
              </a:path>
              <a:path w="7367905" h="7586980">
                <a:moveTo>
                  <a:pt x="802757" y="4441894"/>
                </a:moveTo>
                <a:lnTo>
                  <a:pt x="821013" y="4467294"/>
                </a:lnTo>
                <a:lnTo>
                  <a:pt x="789393" y="4492694"/>
                </a:lnTo>
                <a:lnTo>
                  <a:pt x="771137" y="4454594"/>
                </a:lnTo>
                <a:lnTo>
                  <a:pt x="802757" y="4441894"/>
                </a:lnTo>
                <a:close/>
              </a:path>
              <a:path w="7367905" h="7586980">
                <a:moveTo>
                  <a:pt x="2095285" y="4441894"/>
                </a:moveTo>
                <a:lnTo>
                  <a:pt x="2109137" y="4467294"/>
                </a:lnTo>
                <a:lnTo>
                  <a:pt x="2085151" y="4479994"/>
                </a:lnTo>
                <a:lnTo>
                  <a:pt x="2071299" y="4454594"/>
                </a:lnTo>
                <a:lnTo>
                  <a:pt x="2095285" y="4441894"/>
                </a:lnTo>
                <a:close/>
              </a:path>
              <a:path w="7367905" h="7586980">
                <a:moveTo>
                  <a:pt x="1160705" y="4416494"/>
                </a:moveTo>
                <a:lnTo>
                  <a:pt x="1178016" y="4441894"/>
                </a:lnTo>
                <a:lnTo>
                  <a:pt x="1148027" y="4467294"/>
                </a:lnTo>
                <a:lnTo>
                  <a:pt x="1130716" y="4429194"/>
                </a:lnTo>
                <a:lnTo>
                  <a:pt x="1160705" y="4416494"/>
                </a:lnTo>
                <a:close/>
              </a:path>
              <a:path w="7367905" h="7586980">
                <a:moveTo>
                  <a:pt x="2453227" y="4416494"/>
                </a:moveTo>
                <a:lnTo>
                  <a:pt x="2466133" y="4441894"/>
                </a:lnTo>
                <a:lnTo>
                  <a:pt x="2443778" y="4454594"/>
                </a:lnTo>
                <a:lnTo>
                  <a:pt x="2430871" y="4429194"/>
                </a:lnTo>
                <a:lnTo>
                  <a:pt x="2453227" y="4416494"/>
                </a:lnTo>
                <a:close/>
              </a:path>
              <a:path w="7367905" h="7586980">
                <a:moveTo>
                  <a:pt x="225883" y="4403794"/>
                </a:moveTo>
                <a:lnTo>
                  <a:pt x="246030" y="4429194"/>
                </a:lnTo>
                <a:lnTo>
                  <a:pt x="211136" y="4454594"/>
                </a:lnTo>
                <a:lnTo>
                  <a:pt x="190995" y="4416494"/>
                </a:lnTo>
                <a:lnTo>
                  <a:pt x="225883" y="4403794"/>
                </a:lnTo>
                <a:close/>
              </a:path>
              <a:path w="7367905" h="7586980">
                <a:moveTo>
                  <a:pt x="1518761" y="4403794"/>
                </a:moveTo>
                <a:lnTo>
                  <a:pt x="1535443" y="4429194"/>
                </a:lnTo>
                <a:lnTo>
                  <a:pt x="1506545" y="4441894"/>
                </a:lnTo>
                <a:lnTo>
                  <a:pt x="1489863" y="4416494"/>
                </a:lnTo>
                <a:lnTo>
                  <a:pt x="1518761" y="4403794"/>
                </a:lnTo>
                <a:close/>
              </a:path>
              <a:path w="7367905" h="7586980">
                <a:moveTo>
                  <a:pt x="2810940" y="4403794"/>
                </a:moveTo>
                <a:lnTo>
                  <a:pt x="2822273" y="4416494"/>
                </a:lnTo>
                <a:lnTo>
                  <a:pt x="2802647" y="4429194"/>
                </a:lnTo>
                <a:lnTo>
                  <a:pt x="2791313" y="4416494"/>
                </a:lnTo>
                <a:lnTo>
                  <a:pt x="2810940" y="4403794"/>
                </a:lnTo>
                <a:close/>
              </a:path>
              <a:path w="7367905" h="7586980">
                <a:moveTo>
                  <a:pt x="583939" y="4378394"/>
                </a:moveTo>
                <a:lnTo>
                  <a:pt x="603458" y="4416494"/>
                </a:lnTo>
                <a:lnTo>
                  <a:pt x="569662" y="4429194"/>
                </a:lnTo>
                <a:lnTo>
                  <a:pt x="550143" y="4391094"/>
                </a:lnTo>
                <a:lnTo>
                  <a:pt x="583939" y="4378394"/>
                </a:lnTo>
                <a:close/>
              </a:path>
              <a:path w="7367905" h="7586980">
                <a:moveTo>
                  <a:pt x="1876588" y="4378394"/>
                </a:moveTo>
                <a:lnTo>
                  <a:pt x="1892008" y="4403794"/>
                </a:lnTo>
                <a:lnTo>
                  <a:pt x="1865294" y="4416494"/>
                </a:lnTo>
                <a:lnTo>
                  <a:pt x="1849874" y="4391094"/>
                </a:lnTo>
                <a:lnTo>
                  <a:pt x="1876588" y="4378394"/>
                </a:lnTo>
                <a:close/>
              </a:path>
              <a:path w="7367905" h="7586980">
                <a:moveTo>
                  <a:pt x="3168768" y="4378394"/>
                </a:moveTo>
                <a:lnTo>
                  <a:pt x="3178838" y="4391094"/>
                </a:lnTo>
                <a:lnTo>
                  <a:pt x="3161400" y="4403794"/>
                </a:lnTo>
                <a:lnTo>
                  <a:pt x="3151324" y="4391094"/>
                </a:lnTo>
                <a:lnTo>
                  <a:pt x="3168768" y="4378394"/>
                </a:lnTo>
                <a:close/>
              </a:path>
              <a:path w="7367905" h="7586980">
                <a:moveTo>
                  <a:pt x="941889" y="4352994"/>
                </a:moveTo>
                <a:lnTo>
                  <a:pt x="960455" y="4391094"/>
                </a:lnTo>
                <a:lnTo>
                  <a:pt x="928296" y="4403794"/>
                </a:lnTo>
                <a:lnTo>
                  <a:pt x="909723" y="4378394"/>
                </a:lnTo>
                <a:lnTo>
                  <a:pt x="941889" y="4352994"/>
                </a:lnTo>
                <a:close/>
              </a:path>
              <a:path w="7367905" h="7586980">
                <a:moveTo>
                  <a:pt x="2234301" y="4352994"/>
                </a:moveTo>
                <a:lnTo>
                  <a:pt x="2248153" y="4378394"/>
                </a:lnTo>
                <a:lnTo>
                  <a:pt x="2224161" y="4391094"/>
                </a:lnTo>
                <a:lnTo>
                  <a:pt x="2210315" y="4378394"/>
                </a:lnTo>
                <a:lnTo>
                  <a:pt x="2234301" y="4352994"/>
                </a:lnTo>
                <a:close/>
              </a:path>
              <a:path w="7367905" h="7586980">
                <a:moveTo>
                  <a:pt x="1299829" y="4340294"/>
                </a:moveTo>
                <a:lnTo>
                  <a:pt x="1317458" y="4365694"/>
                </a:lnTo>
                <a:lnTo>
                  <a:pt x="1286929" y="4391094"/>
                </a:lnTo>
                <a:lnTo>
                  <a:pt x="1269301" y="4352994"/>
                </a:lnTo>
                <a:lnTo>
                  <a:pt x="1299829" y="4340294"/>
                </a:lnTo>
                <a:close/>
              </a:path>
              <a:path w="7367905" h="7586980">
                <a:moveTo>
                  <a:pt x="2592128" y="4340294"/>
                </a:moveTo>
                <a:lnTo>
                  <a:pt x="2604717" y="4365694"/>
                </a:lnTo>
                <a:lnTo>
                  <a:pt x="2582914" y="4378394"/>
                </a:lnTo>
                <a:lnTo>
                  <a:pt x="2570324" y="4352994"/>
                </a:lnTo>
                <a:lnTo>
                  <a:pt x="2592128" y="4340294"/>
                </a:lnTo>
                <a:close/>
              </a:path>
              <a:path w="7367905" h="7586980">
                <a:moveTo>
                  <a:pt x="365014" y="4314894"/>
                </a:moveTo>
                <a:lnTo>
                  <a:pt x="385472" y="4352994"/>
                </a:lnTo>
                <a:lnTo>
                  <a:pt x="350039" y="4378394"/>
                </a:lnTo>
                <a:lnTo>
                  <a:pt x="329581" y="4340294"/>
                </a:lnTo>
                <a:lnTo>
                  <a:pt x="365014" y="4314894"/>
                </a:lnTo>
                <a:close/>
              </a:path>
              <a:path w="7367905" h="7586980">
                <a:moveTo>
                  <a:pt x="1657778" y="4314894"/>
                </a:moveTo>
                <a:lnTo>
                  <a:pt x="1674460" y="4340294"/>
                </a:lnTo>
                <a:lnTo>
                  <a:pt x="1645563" y="4365694"/>
                </a:lnTo>
                <a:lnTo>
                  <a:pt x="1628880" y="4340294"/>
                </a:lnTo>
                <a:lnTo>
                  <a:pt x="1657778" y="4314894"/>
                </a:lnTo>
                <a:close/>
              </a:path>
              <a:path w="7367905" h="7586980">
                <a:moveTo>
                  <a:pt x="2949956" y="4314894"/>
                </a:moveTo>
                <a:lnTo>
                  <a:pt x="2961290" y="4340294"/>
                </a:lnTo>
                <a:lnTo>
                  <a:pt x="2941656" y="4352994"/>
                </a:lnTo>
                <a:lnTo>
                  <a:pt x="2930323" y="4327594"/>
                </a:lnTo>
                <a:lnTo>
                  <a:pt x="2949956" y="4314894"/>
                </a:lnTo>
                <a:close/>
              </a:path>
              <a:path w="7367905" h="7586980">
                <a:moveTo>
                  <a:pt x="723076" y="4302194"/>
                </a:moveTo>
                <a:lnTo>
                  <a:pt x="742900" y="4327594"/>
                </a:lnTo>
                <a:lnTo>
                  <a:pt x="708558" y="4352994"/>
                </a:lnTo>
                <a:lnTo>
                  <a:pt x="688728" y="4314894"/>
                </a:lnTo>
                <a:lnTo>
                  <a:pt x="723076" y="4302194"/>
                </a:lnTo>
                <a:close/>
              </a:path>
              <a:path w="7367905" h="7586980">
                <a:moveTo>
                  <a:pt x="2015604" y="4302194"/>
                </a:moveTo>
                <a:lnTo>
                  <a:pt x="2031023" y="4327594"/>
                </a:lnTo>
                <a:lnTo>
                  <a:pt x="2004309" y="4340294"/>
                </a:lnTo>
                <a:lnTo>
                  <a:pt x="1988889" y="4314894"/>
                </a:lnTo>
                <a:lnTo>
                  <a:pt x="2015604" y="4302194"/>
                </a:lnTo>
                <a:close/>
              </a:path>
              <a:path w="7367905" h="7586980">
                <a:moveTo>
                  <a:pt x="1081018" y="4276794"/>
                </a:moveTo>
                <a:lnTo>
                  <a:pt x="1099902" y="4314894"/>
                </a:lnTo>
                <a:lnTo>
                  <a:pt x="1067191" y="4327594"/>
                </a:lnTo>
                <a:lnTo>
                  <a:pt x="1048307" y="4302194"/>
                </a:lnTo>
                <a:lnTo>
                  <a:pt x="1081018" y="4276794"/>
                </a:lnTo>
                <a:close/>
              </a:path>
              <a:path w="7367905" h="7586980">
                <a:moveTo>
                  <a:pt x="2373311" y="4276794"/>
                </a:moveTo>
                <a:lnTo>
                  <a:pt x="2387163" y="4302194"/>
                </a:lnTo>
                <a:lnTo>
                  <a:pt x="2363171" y="4314894"/>
                </a:lnTo>
                <a:lnTo>
                  <a:pt x="2349325" y="4289494"/>
                </a:lnTo>
                <a:lnTo>
                  <a:pt x="2373311" y="4276794"/>
                </a:lnTo>
                <a:close/>
              </a:path>
              <a:path w="7367905" h="7586980">
                <a:moveTo>
                  <a:pt x="145168" y="4264094"/>
                </a:moveTo>
                <a:lnTo>
                  <a:pt x="164052" y="4289494"/>
                </a:lnTo>
                <a:lnTo>
                  <a:pt x="131341" y="4314894"/>
                </a:lnTo>
                <a:lnTo>
                  <a:pt x="112457" y="4276794"/>
                </a:lnTo>
                <a:lnTo>
                  <a:pt x="145168" y="4264094"/>
                </a:lnTo>
                <a:close/>
              </a:path>
              <a:path w="7367905" h="7586980">
                <a:moveTo>
                  <a:pt x="1438845" y="4251394"/>
                </a:moveTo>
                <a:lnTo>
                  <a:pt x="1456473" y="4289494"/>
                </a:lnTo>
                <a:lnTo>
                  <a:pt x="1425938" y="4302194"/>
                </a:lnTo>
                <a:lnTo>
                  <a:pt x="1408310" y="4276794"/>
                </a:lnTo>
                <a:lnTo>
                  <a:pt x="1438845" y="4251394"/>
                </a:lnTo>
                <a:close/>
              </a:path>
              <a:path w="7367905" h="7586980">
                <a:moveTo>
                  <a:pt x="2731139" y="4264094"/>
                </a:moveTo>
                <a:lnTo>
                  <a:pt x="2743728" y="4276794"/>
                </a:lnTo>
                <a:lnTo>
                  <a:pt x="2721925" y="4289494"/>
                </a:lnTo>
                <a:lnTo>
                  <a:pt x="2709335" y="4276794"/>
                </a:lnTo>
                <a:lnTo>
                  <a:pt x="2731139" y="4264094"/>
                </a:lnTo>
                <a:close/>
              </a:path>
              <a:path w="7367905" h="7586980">
                <a:moveTo>
                  <a:pt x="504144" y="4238694"/>
                </a:moveTo>
                <a:lnTo>
                  <a:pt x="524920" y="4276794"/>
                </a:lnTo>
                <a:lnTo>
                  <a:pt x="488934" y="4289494"/>
                </a:lnTo>
                <a:lnTo>
                  <a:pt x="468159" y="4264094"/>
                </a:lnTo>
                <a:lnTo>
                  <a:pt x="504144" y="4238694"/>
                </a:lnTo>
                <a:close/>
              </a:path>
              <a:path w="7367905" h="7586980">
                <a:moveTo>
                  <a:pt x="1796787" y="4238694"/>
                </a:moveTo>
                <a:lnTo>
                  <a:pt x="1813470" y="4264094"/>
                </a:lnTo>
                <a:lnTo>
                  <a:pt x="1784578" y="4276794"/>
                </a:lnTo>
                <a:lnTo>
                  <a:pt x="1767896" y="4251394"/>
                </a:lnTo>
                <a:lnTo>
                  <a:pt x="1796787" y="4238694"/>
                </a:lnTo>
                <a:close/>
              </a:path>
              <a:path w="7367905" h="7586980">
                <a:moveTo>
                  <a:pt x="862093" y="4213294"/>
                </a:moveTo>
                <a:lnTo>
                  <a:pt x="881917" y="4251394"/>
                </a:lnTo>
                <a:lnTo>
                  <a:pt x="847575" y="4276794"/>
                </a:lnTo>
                <a:lnTo>
                  <a:pt x="827745" y="4238694"/>
                </a:lnTo>
                <a:lnTo>
                  <a:pt x="862093" y="4213294"/>
                </a:lnTo>
                <a:close/>
              </a:path>
              <a:path w="7367905" h="7586980">
                <a:moveTo>
                  <a:pt x="3088852" y="4238694"/>
                </a:moveTo>
                <a:lnTo>
                  <a:pt x="3099868" y="4264094"/>
                </a:lnTo>
                <a:lnTo>
                  <a:pt x="3080794" y="4264094"/>
                </a:lnTo>
                <a:lnTo>
                  <a:pt x="3069778" y="4251394"/>
                </a:lnTo>
                <a:lnTo>
                  <a:pt x="3088852" y="4238694"/>
                </a:lnTo>
                <a:close/>
              </a:path>
              <a:path w="7367905" h="7586980">
                <a:moveTo>
                  <a:pt x="2154614" y="4213294"/>
                </a:moveTo>
                <a:lnTo>
                  <a:pt x="2170040" y="4238694"/>
                </a:lnTo>
                <a:lnTo>
                  <a:pt x="2143325" y="4264094"/>
                </a:lnTo>
                <a:lnTo>
                  <a:pt x="2127906" y="4238694"/>
                </a:lnTo>
                <a:lnTo>
                  <a:pt x="2154614" y="4213294"/>
                </a:lnTo>
                <a:close/>
              </a:path>
              <a:path w="7367905" h="7586980">
                <a:moveTo>
                  <a:pt x="1220028" y="4200594"/>
                </a:moveTo>
                <a:lnTo>
                  <a:pt x="1238912" y="4225994"/>
                </a:lnTo>
                <a:lnTo>
                  <a:pt x="1206201" y="4251394"/>
                </a:lnTo>
                <a:lnTo>
                  <a:pt x="1187317" y="4213294"/>
                </a:lnTo>
                <a:lnTo>
                  <a:pt x="1220028" y="4200594"/>
                </a:lnTo>
                <a:close/>
              </a:path>
              <a:path w="7367905" h="7586980">
                <a:moveTo>
                  <a:pt x="2512327" y="4200594"/>
                </a:moveTo>
                <a:lnTo>
                  <a:pt x="2526173" y="4225994"/>
                </a:lnTo>
                <a:lnTo>
                  <a:pt x="2502187" y="4238694"/>
                </a:lnTo>
                <a:lnTo>
                  <a:pt x="2488341" y="4213294"/>
                </a:lnTo>
                <a:lnTo>
                  <a:pt x="2512327" y="4200594"/>
                </a:lnTo>
                <a:close/>
              </a:path>
              <a:path w="7367905" h="7586980">
                <a:moveTo>
                  <a:pt x="285333" y="4175194"/>
                </a:moveTo>
                <a:lnTo>
                  <a:pt x="307364" y="4213294"/>
                </a:lnTo>
                <a:lnTo>
                  <a:pt x="269203" y="4238694"/>
                </a:lnTo>
                <a:lnTo>
                  <a:pt x="247171" y="4200594"/>
                </a:lnTo>
                <a:lnTo>
                  <a:pt x="285333" y="4175194"/>
                </a:lnTo>
                <a:close/>
              </a:path>
              <a:path w="7367905" h="7586980">
                <a:moveTo>
                  <a:pt x="1577856" y="4175194"/>
                </a:moveTo>
                <a:lnTo>
                  <a:pt x="1595484" y="4213294"/>
                </a:lnTo>
                <a:lnTo>
                  <a:pt x="1564955" y="4225994"/>
                </a:lnTo>
                <a:lnTo>
                  <a:pt x="1547327" y="4200594"/>
                </a:lnTo>
                <a:lnTo>
                  <a:pt x="1577856" y="4175194"/>
                </a:lnTo>
                <a:close/>
              </a:path>
              <a:path w="7367905" h="7586980">
                <a:moveTo>
                  <a:pt x="2870041" y="4175194"/>
                </a:moveTo>
                <a:lnTo>
                  <a:pt x="2882319" y="4200594"/>
                </a:lnTo>
                <a:lnTo>
                  <a:pt x="2861055" y="4213294"/>
                </a:lnTo>
                <a:lnTo>
                  <a:pt x="2848783" y="4187894"/>
                </a:lnTo>
                <a:lnTo>
                  <a:pt x="2870041" y="4175194"/>
                </a:lnTo>
                <a:close/>
              </a:path>
              <a:path w="7367905" h="7586980">
                <a:moveTo>
                  <a:pt x="643269" y="4162494"/>
                </a:moveTo>
                <a:lnTo>
                  <a:pt x="664361" y="4187894"/>
                </a:lnTo>
                <a:lnTo>
                  <a:pt x="627837" y="4213294"/>
                </a:lnTo>
                <a:lnTo>
                  <a:pt x="606750" y="4175194"/>
                </a:lnTo>
                <a:lnTo>
                  <a:pt x="643269" y="4162494"/>
                </a:lnTo>
                <a:close/>
              </a:path>
              <a:path w="7367905" h="7586980">
                <a:moveTo>
                  <a:pt x="1935803" y="4162494"/>
                </a:moveTo>
                <a:lnTo>
                  <a:pt x="1952485" y="4187894"/>
                </a:lnTo>
                <a:lnTo>
                  <a:pt x="1923587" y="4200594"/>
                </a:lnTo>
                <a:lnTo>
                  <a:pt x="1906905" y="4175194"/>
                </a:lnTo>
                <a:lnTo>
                  <a:pt x="1935803" y="4162494"/>
                </a:lnTo>
                <a:close/>
              </a:path>
              <a:path w="7367905" h="7586980">
                <a:moveTo>
                  <a:pt x="3227866" y="4162494"/>
                </a:moveTo>
                <a:lnTo>
                  <a:pt x="3238882" y="4175194"/>
                </a:lnTo>
                <a:lnTo>
                  <a:pt x="3219801" y="4187894"/>
                </a:lnTo>
                <a:lnTo>
                  <a:pt x="3208785" y="4175194"/>
                </a:lnTo>
                <a:lnTo>
                  <a:pt x="3227866" y="4162494"/>
                </a:lnTo>
                <a:close/>
              </a:path>
              <a:path w="7367905" h="7586980">
                <a:moveTo>
                  <a:pt x="1001217" y="4137094"/>
                </a:moveTo>
                <a:lnTo>
                  <a:pt x="1021364" y="4175194"/>
                </a:lnTo>
                <a:lnTo>
                  <a:pt x="986470" y="4187894"/>
                </a:lnTo>
                <a:lnTo>
                  <a:pt x="966329" y="4162494"/>
                </a:lnTo>
                <a:lnTo>
                  <a:pt x="1001217" y="4137094"/>
                </a:lnTo>
                <a:close/>
              </a:path>
              <a:path w="7367905" h="7586980">
                <a:moveTo>
                  <a:pt x="2293516" y="4137094"/>
                </a:moveTo>
                <a:lnTo>
                  <a:pt x="2308618" y="4162494"/>
                </a:lnTo>
                <a:lnTo>
                  <a:pt x="2282449" y="4175194"/>
                </a:lnTo>
                <a:lnTo>
                  <a:pt x="2267347" y="4149794"/>
                </a:lnTo>
                <a:lnTo>
                  <a:pt x="2293516" y="4137094"/>
                </a:lnTo>
                <a:close/>
              </a:path>
              <a:path w="7367905" h="7586980">
                <a:moveTo>
                  <a:pt x="1359164" y="4111694"/>
                </a:moveTo>
                <a:lnTo>
                  <a:pt x="1378359" y="4149794"/>
                </a:lnTo>
                <a:lnTo>
                  <a:pt x="1345102" y="4162494"/>
                </a:lnTo>
                <a:lnTo>
                  <a:pt x="1325907" y="4137094"/>
                </a:lnTo>
                <a:lnTo>
                  <a:pt x="1359164" y="4111694"/>
                </a:lnTo>
                <a:close/>
              </a:path>
              <a:path w="7367905" h="7586980">
                <a:moveTo>
                  <a:pt x="424457" y="4098994"/>
                </a:moveTo>
                <a:lnTo>
                  <a:pt x="446806" y="4137094"/>
                </a:lnTo>
                <a:lnTo>
                  <a:pt x="408098" y="4162494"/>
                </a:lnTo>
                <a:lnTo>
                  <a:pt x="385750" y="4124394"/>
                </a:lnTo>
                <a:lnTo>
                  <a:pt x="424457" y="4098994"/>
                </a:lnTo>
                <a:close/>
              </a:path>
              <a:path w="7367905" h="7586980">
                <a:moveTo>
                  <a:pt x="60874" y="4137094"/>
                </a:moveTo>
                <a:lnTo>
                  <a:pt x="68743" y="4149794"/>
                </a:lnTo>
                <a:lnTo>
                  <a:pt x="55113" y="4162494"/>
                </a:lnTo>
                <a:lnTo>
                  <a:pt x="47244" y="4149794"/>
                </a:lnTo>
                <a:lnTo>
                  <a:pt x="60874" y="4137094"/>
                </a:lnTo>
                <a:close/>
              </a:path>
              <a:path w="7367905" h="7586980">
                <a:moveTo>
                  <a:pt x="2651223" y="4124394"/>
                </a:moveTo>
                <a:lnTo>
                  <a:pt x="2664758" y="4137094"/>
                </a:lnTo>
                <a:lnTo>
                  <a:pt x="2641317" y="4149794"/>
                </a:lnTo>
                <a:lnTo>
                  <a:pt x="2627782" y="4137094"/>
                </a:lnTo>
                <a:lnTo>
                  <a:pt x="2651223" y="4124394"/>
                </a:lnTo>
                <a:close/>
              </a:path>
              <a:path w="7367905" h="7586980">
                <a:moveTo>
                  <a:pt x="1716872" y="4098994"/>
                </a:moveTo>
                <a:lnTo>
                  <a:pt x="1734500" y="4124394"/>
                </a:lnTo>
                <a:lnTo>
                  <a:pt x="1703971" y="4149794"/>
                </a:lnTo>
                <a:lnTo>
                  <a:pt x="1686343" y="4111694"/>
                </a:lnTo>
                <a:lnTo>
                  <a:pt x="1716872" y="4098994"/>
                </a:lnTo>
                <a:close/>
              </a:path>
              <a:path w="7367905" h="7586980">
                <a:moveTo>
                  <a:pt x="3009051" y="4098994"/>
                </a:moveTo>
                <a:lnTo>
                  <a:pt x="3021329" y="4124394"/>
                </a:lnTo>
                <a:lnTo>
                  <a:pt x="3000066" y="4137094"/>
                </a:lnTo>
                <a:lnTo>
                  <a:pt x="2987793" y="4111694"/>
                </a:lnTo>
                <a:lnTo>
                  <a:pt x="3009051" y="4098994"/>
                </a:lnTo>
                <a:close/>
              </a:path>
              <a:path w="7367905" h="7586980">
                <a:moveTo>
                  <a:pt x="782406" y="4073594"/>
                </a:moveTo>
                <a:lnTo>
                  <a:pt x="803810" y="4111694"/>
                </a:lnTo>
                <a:lnTo>
                  <a:pt x="766739" y="4137094"/>
                </a:lnTo>
                <a:lnTo>
                  <a:pt x="745336" y="4098994"/>
                </a:lnTo>
                <a:lnTo>
                  <a:pt x="782406" y="4073594"/>
                </a:lnTo>
                <a:close/>
              </a:path>
              <a:path w="7367905" h="7586980">
                <a:moveTo>
                  <a:pt x="2074813" y="4073594"/>
                </a:moveTo>
                <a:lnTo>
                  <a:pt x="2091495" y="4111694"/>
                </a:lnTo>
                <a:lnTo>
                  <a:pt x="2062604" y="4124394"/>
                </a:lnTo>
                <a:lnTo>
                  <a:pt x="2045922" y="4098994"/>
                </a:lnTo>
                <a:lnTo>
                  <a:pt x="2074813" y="4073594"/>
                </a:lnTo>
                <a:close/>
              </a:path>
              <a:path w="7367905" h="7586980">
                <a:moveTo>
                  <a:pt x="1140233" y="4060894"/>
                </a:moveTo>
                <a:lnTo>
                  <a:pt x="1160374" y="4086294"/>
                </a:lnTo>
                <a:lnTo>
                  <a:pt x="1125486" y="4111694"/>
                </a:lnTo>
                <a:lnTo>
                  <a:pt x="1105339" y="4073594"/>
                </a:lnTo>
                <a:lnTo>
                  <a:pt x="1140233" y="4060894"/>
                </a:lnTo>
                <a:close/>
              </a:path>
              <a:path w="7367905" h="7586980">
                <a:moveTo>
                  <a:pt x="2432526" y="4060894"/>
                </a:moveTo>
                <a:lnTo>
                  <a:pt x="2447628" y="4086294"/>
                </a:lnTo>
                <a:lnTo>
                  <a:pt x="2421465" y="4098994"/>
                </a:lnTo>
                <a:lnTo>
                  <a:pt x="2406363" y="4073594"/>
                </a:lnTo>
                <a:lnTo>
                  <a:pt x="2432526" y="4060894"/>
                </a:lnTo>
                <a:close/>
              </a:path>
              <a:path w="7367905" h="7586980">
                <a:moveTo>
                  <a:pt x="205532" y="4035494"/>
                </a:moveTo>
                <a:lnTo>
                  <a:pt x="228826" y="4073594"/>
                </a:lnTo>
                <a:lnTo>
                  <a:pt x="188481" y="4098994"/>
                </a:lnTo>
                <a:lnTo>
                  <a:pt x="165193" y="4060894"/>
                </a:lnTo>
                <a:lnTo>
                  <a:pt x="205532" y="4035494"/>
                </a:lnTo>
                <a:close/>
              </a:path>
              <a:path w="7367905" h="7586980">
                <a:moveTo>
                  <a:pt x="1498175" y="4035494"/>
                </a:moveTo>
                <a:lnTo>
                  <a:pt x="1517370" y="4073594"/>
                </a:lnTo>
                <a:lnTo>
                  <a:pt x="1484119" y="4086294"/>
                </a:lnTo>
                <a:lnTo>
                  <a:pt x="1464918" y="4060894"/>
                </a:lnTo>
                <a:lnTo>
                  <a:pt x="1498175" y="4035494"/>
                </a:lnTo>
                <a:close/>
              </a:path>
              <a:path w="7367905" h="7586980">
                <a:moveTo>
                  <a:pt x="2790240" y="4035494"/>
                </a:moveTo>
                <a:lnTo>
                  <a:pt x="2803775" y="4060894"/>
                </a:lnTo>
                <a:lnTo>
                  <a:pt x="2780328" y="4073594"/>
                </a:lnTo>
                <a:lnTo>
                  <a:pt x="2766793" y="4048194"/>
                </a:lnTo>
                <a:lnTo>
                  <a:pt x="2790240" y="4035494"/>
                </a:lnTo>
                <a:close/>
              </a:path>
              <a:path w="7367905" h="7586980">
                <a:moveTo>
                  <a:pt x="563588" y="4010094"/>
                </a:moveTo>
                <a:lnTo>
                  <a:pt x="586248" y="4060894"/>
                </a:lnTo>
                <a:lnTo>
                  <a:pt x="547001" y="4073594"/>
                </a:lnTo>
                <a:lnTo>
                  <a:pt x="524341" y="4035494"/>
                </a:lnTo>
                <a:lnTo>
                  <a:pt x="563588" y="4010094"/>
                </a:lnTo>
                <a:close/>
              </a:path>
              <a:path w="7367905" h="7586980">
                <a:moveTo>
                  <a:pt x="1855887" y="4022794"/>
                </a:moveTo>
                <a:lnTo>
                  <a:pt x="1873515" y="4048194"/>
                </a:lnTo>
                <a:lnTo>
                  <a:pt x="1842986" y="4060894"/>
                </a:lnTo>
                <a:lnTo>
                  <a:pt x="1825358" y="4035494"/>
                </a:lnTo>
                <a:lnTo>
                  <a:pt x="1855887" y="4022794"/>
                </a:lnTo>
                <a:close/>
              </a:path>
              <a:path w="7367905" h="7586980">
                <a:moveTo>
                  <a:pt x="3147944" y="4022794"/>
                </a:moveTo>
                <a:lnTo>
                  <a:pt x="3159905" y="4035494"/>
                </a:lnTo>
                <a:lnTo>
                  <a:pt x="3139194" y="4048194"/>
                </a:lnTo>
                <a:lnTo>
                  <a:pt x="3127233" y="4035494"/>
                </a:lnTo>
                <a:lnTo>
                  <a:pt x="3147944" y="4022794"/>
                </a:lnTo>
                <a:close/>
              </a:path>
              <a:path w="7367905" h="7586980">
                <a:moveTo>
                  <a:pt x="921530" y="3997394"/>
                </a:moveTo>
                <a:lnTo>
                  <a:pt x="943251" y="4035494"/>
                </a:lnTo>
                <a:lnTo>
                  <a:pt x="905634" y="4048194"/>
                </a:lnTo>
                <a:lnTo>
                  <a:pt x="883913" y="4022794"/>
                </a:lnTo>
                <a:lnTo>
                  <a:pt x="921530" y="3997394"/>
                </a:lnTo>
                <a:close/>
              </a:path>
              <a:path w="7367905" h="7586980">
                <a:moveTo>
                  <a:pt x="2213829" y="3997394"/>
                </a:moveTo>
                <a:lnTo>
                  <a:pt x="2230511" y="4022794"/>
                </a:lnTo>
                <a:lnTo>
                  <a:pt x="2201620" y="4035494"/>
                </a:lnTo>
                <a:lnTo>
                  <a:pt x="2184937" y="4010094"/>
                </a:lnTo>
                <a:lnTo>
                  <a:pt x="2213829" y="3997394"/>
                </a:lnTo>
                <a:close/>
              </a:path>
              <a:path w="7367905" h="7586980">
                <a:moveTo>
                  <a:pt x="1279356" y="3971994"/>
                </a:moveTo>
                <a:lnTo>
                  <a:pt x="1299821" y="4010094"/>
                </a:lnTo>
                <a:lnTo>
                  <a:pt x="1264388" y="4035494"/>
                </a:lnTo>
                <a:lnTo>
                  <a:pt x="1243923" y="3997394"/>
                </a:lnTo>
                <a:lnTo>
                  <a:pt x="1279356" y="3971994"/>
                </a:lnTo>
                <a:close/>
              </a:path>
              <a:path w="7367905" h="7586980">
                <a:moveTo>
                  <a:pt x="2571428" y="3971994"/>
                </a:moveTo>
                <a:lnTo>
                  <a:pt x="2586219" y="3997394"/>
                </a:lnTo>
                <a:lnTo>
                  <a:pt x="2560596" y="4022794"/>
                </a:lnTo>
                <a:lnTo>
                  <a:pt x="2545805" y="3997394"/>
                </a:lnTo>
                <a:lnTo>
                  <a:pt x="2571428" y="3971994"/>
                </a:lnTo>
                <a:close/>
              </a:path>
              <a:path w="7367905" h="7586980">
                <a:moveTo>
                  <a:pt x="344656" y="3959294"/>
                </a:moveTo>
                <a:lnTo>
                  <a:pt x="368262" y="3997394"/>
                </a:lnTo>
                <a:lnTo>
                  <a:pt x="327378" y="4022794"/>
                </a:lnTo>
                <a:lnTo>
                  <a:pt x="303772" y="3984694"/>
                </a:lnTo>
                <a:lnTo>
                  <a:pt x="344656" y="3959294"/>
                </a:lnTo>
                <a:close/>
              </a:path>
              <a:path w="7367905" h="7586980">
                <a:moveTo>
                  <a:pt x="1637191" y="3959294"/>
                </a:moveTo>
                <a:lnTo>
                  <a:pt x="1656386" y="3984694"/>
                </a:lnTo>
                <a:lnTo>
                  <a:pt x="1623135" y="4010094"/>
                </a:lnTo>
                <a:lnTo>
                  <a:pt x="1603934" y="3971994"/>
                </a:lnTo>
                <a:lnTo>
                  <a:pt x="1637191" y="3959294"/>
                </a:lnTo>
                <a:close/>
              </a:path>
              <a:path w="7367905" h="7586980">
                <a:moveTo>
                  <a:pt x="2929135" y="3959294"/>
                </a:moveTo>
                <a:lnTo>
                  <a:pt x="2942359" y="3984694"/>
                </a:lnTo>
                <a:lnTo>
                  <a:pt x="2919464" y="3997394"/>
                </a:lnTo>
                <a:lnTo>
                  <a:pt x="2906247" y="3971994"/>
                </a:lnTo>
                <a:lnTo>
                  <a:pt x="2929135" y="3959294"/>
                </a:lnTo>
                <a:close/>
              </a:path>
              <a:path w="7367905" h="7586980">
                <a:moveTo>
                  <a:pt x="702605" y="3933894"/>
                </a:moveTo>
                <a:lnTo>
                  <a:pt x="725265" y="3971994"/>
                </a:lnTo>
                <a:lnTo>
                  <a:pt x="686011" y="3997394"/>
                </a:lnTo>
                <a:lnTo>
                  <a:pt x="663351" y="3959294"/>
                </a:lnTo>
                <a:lnTo>
                  <a:pt x="702605" y="3933894"/>
                </a:lnTo>
                <a:close/>
              </a:path>
              <a:path w="7367905" h="7586980">
                <a:moveTo>
                  <a:pt x="1994897" y="3933894"/>
                </a:moveTo>
                <a:lnTo>
                  <a:pt x="2012525" y="3971994"/>
                </a:lnTo>
                <a:lnTo>
                  <a:pt x="1981997" y="3984694"/>
                </a:lnTo>
                <a:lnTo>
                  <a:pt x="1964369" y="3959294"/>
                </a:lnTo>
                <a:lnTo>
                  <a:pt x="1994897" y="3933894"/>
                </a:lnTo>
                <a:close/>
              </a:path>
              <a:path w="7367905" h="7586980">
                <a:moveTo>
                  <a:pt x="1060546" y="3921194"/>
                </a:moveTo>
                <a:lnTo>
                  <a:pt x="1082267" y="3946594"/>
                </a:lnTo>
                <a:lnTo>
                  <a:pt x="1044651" y="3971994"/>
                </a:lnTo>
                <a:lnTo>
                  <a:pt x="1022930" y="3933894"/>
                </a:lnTo>
                <a:lnTo>
                  <a:pt x="1060546" y="3921194"/>
                </a:lnTo>
                <a:close/>
              </a:path>
              <a:path w="7367905" h="7586980">
                <a:moveTo>
                  <a:pt x="2352731" y="3921194"/>
                </a:moveTo>
                <a:lnTo>
                  <a:pt x="2369096" y="3946594"/>
                </a:lnTo>
                <a:lnTo>
                  <a:pt x="2340744" y="3959294"/>
                </a:lnTo>
                <a:lnTo>
                  <a:pt x="2324379" y="3933894"/>
                </a:lnTo>
                <a:lnTo>
                  <a:pt x="2352731" y="3921194"/>
                </a:lnTo>
                <a:close/>
              </a:path>
              <a:path w="7367905" h="7586980">
                <a:moveTo>
                  <a:pt x="123541" y="3908494"/>
                </a:moveTo>
                <a:lnTo>
                  <a:pt x="142114" y="3933894"/>
                </a:lnTo>
                <a:lnTo>
                  <a:pt x="109949" y="3959294"/>
                </a:lnTo>
                <a:lnTo>
                  <a:pt x="91376" y="3921194"/>
                </a:lnTo>
                <a:lnTo>
                  <a:pt x="123541" y="3908494"/>
                </a:lnTo>
                <a:close/>
              </a:path>
              <a:path w="7367905" h="7586980">
                <a:moveTo>
                  <a:pt x="1418374" y="3895794"/>
                </a:moveTo>
                <a:lnTo>
                  <a:pt x="1438838" y="3933894"/>
                </a:lnTo>
                <a:lnTo>
                  <a:pt x="1403398" y="3946594"/>
                </a:lnTo>
                <a:lnTo>
                  <a:pt x="1382940" y="3921194"/>
                </a:lnTo>
                <a:lnTo>
                  <a:pt x="1418374" y="3895794"/>
                </a:lnTo>
                <a:close/>
              </a:path>
              <a:path w="7367905" h="7586980">
                <a:moveTo>
                  <a:pt x="2710324" y="3895794"/>
                </a:moveTo>
                <a:lnTo>
                  <a:pt x="2724804" y="3921194"/>
                </a:lnTo>
                <a:lnTo>
                  <a:pt x="2699720" y="3933894"/>
                </a:lnTo>
                <a:lnTo>
                  <a:pt x="2685247" y="3908494"/>
                </a:lnTo>
                <a:lnTo>
                  <a:pt x="2710324" y="3895794"/>
                </a:lnTo>
                <a:close/>
              </a:path>
              <a:path w="7367905" h="7586980">
                <a:moveTo>
                  <a:pt x="1776200" y="3870394"/>
                </a:moveTo>
                <a:lnTo>
                  <a:pt x="1795401" y="3908494"/>
                </a:lnTo>
                <a:lnTo>
                  <a:pt x="1762150" y="3933894"/>
                </a:lnTo>
                <a:lnTo>
                  <a:pt x="1742949" y="3895794"/>
                </a:lnTo>
                <a:lnTo>
                  <a:pt x="1776200" y="3870394"/>
                </a:lnTo>
                <a:close/>
              </a:path>
              <a:path w="7367905" h="7586980">
                <a:moveTo>
                  <a:pt x="483793" y="3870394"/>
                </a:moveTo>
                <a:lnTo>
                  <a:pt x="507716" y="3921194"/>
                </a:lnTo>
                <a:lnTo>
                  <a:pt x="466279" y="3933894"/>
                </a:lnTo>
                <a:lnTo>
                  <a:pt x="442357" y="3895794"/>
                </a:lnTo>
                <a:lnTo>
                  <a:pt x="483793" y="3870394"/>
                </a:lnTo>
                <a:close/>
              </a:path>
              <a:path w="7367905" h="7586980">
                <a:moveTo>
                  <a:pt x="841729" y="3857694"/>
                </a:moveTo>
                <a:lnTo>
                  <a:pt x="864706" y="3895794"/>
                </a:lnTo>
                <a:lnTo>
                  <a:pt x="824913" y="3921194"/>
                </a:lnTo>
                <a:lnTo>
                  <a:pt x="801936" y="3883094"/>
                </a:lnTo>
                <a:lnTo>
                  <a:pt x="841729" y="3857694"/>
                </a:lnTo>
                <a:close/>
              </a:path>
              <a:path w="7367905" h="7586980">
                <a:moveTo>
                  <a:pt x="3068149" y="3883094"/>
                </a:moveTo>
                <a:lnTo>
                  <a:pt x="3081373" y="3895794"/>
                </a:lnTo>
                <a:lnTo>
                  <a:pt x="3058472" y="3908494"/>
                </a:lnTo>
                <a:lnTo>
                  <a:pt x="3045255" y="3895794"/>
                </a:lnTo>
                <a:lnTo>
                  <a:pt x="3068149" y="3883094"/>
                </a:lnTo>
                <a:close/>
              </a:path>
              <a:path w="7367905" h="7586980">
                <a:moveTo>
                  <a:pt x="2133907" y="3857694"/>
                </a:moveTo>
                <a:lnTo>
                  <a:pt x="2151535" y="3883094"/>
                </a:lnTo>
                <a:lnTo>
                  <a:pt x="2121013" y="3908494"/>
                </a:lnTo>
                <a:lnTo>
                  <a:pt x="2103385" y="3870394"/>
                </a:lnTo>
                <a:lnTo>
                  <a:pt x="2133907" y="3857694"/>
                </a:lnTo>
                <a:close/>
              </a:path>
              <a:path w="7367905" h="7586980">
                <a:moveTo>
                  <a:pt x="1199676" y="3832294"/>
                </a:moveTo>
                <a:lnTo>
                  <a:pt x="1221707" y="3870394"/>
                </a:lnTo>
                <a:lnTo>
                  <a:pt x="1183545" y="3895794"/>
                </a:lnTo>
                <a:lnTo>
                  <a:pt x="1161514" y="3857694"/>
                </a:lnTo>
                <a:lnTo>
                  <a:pt x="1199676" y="3832294"/>
                </a:lnTo>
                <a:close/>
              </a:path>
              <a:path w="7367905" h="7586980">
                <a:moveTo>
                  <a:pt x="2491747" y="3832294"/>
                </a:moveTo>
                <a:lnTo>
                  <a:pt x="2508112" y="3870394"/>
                </a:lnTo>
                <a:lnTo>
                  <a:pt x="2479761" y="3883094"/>
                </a:lnTo>
                <a:lnTo>
                  <a:pt x="2463396" y="3857694"/>
                </a:lnTo>
                <a:lnTo>
                  <a:pt x="2491747" y="3832294"/>
                </a:lnTo>
                <a:close/>
              </a:path>
              <a:path w="7367905" h="7586980">
                <a:moveTo>
                  <a:pt x="264861" y="3819594"/>
                </a:moveTo>
                <a:lnTo>
                  <a:pt x="289730" y="3857694"/>
                </a:lnTo>
                <a:lnTo>
                  <a:pt x="246662" y="3883094"/>
                </a:lnTo>
                <a:lnTo>
                  <a:pt x="221794" y="3844994"/>
                </a:lnTo>
                <a:lnTo>
                  <a:pt x="264861" y="3819594"/>
                </a:lnTo>
                <a:close/>
              </a:path>
              <a:path w="7367905" h="7586980">
                <a:moveTo>
                  <a:pt x="1557390" y="3819594"/>
                </a:moveTo>
                <a:lnTo>
                  <a:pt x="1577848" y="3844994"/>
                </a:lnTo>
                <a:lnTo>
                  <a:pt x="1542408" y="3870394"/>
                </a:lnTo>
                <a:lnTo>
                  <a:pt x="1521950" y="3832294"/>
                </a:lnTo>
                <a:lnTo>
                  <a:pt x="1557390" y="3819594"/>
                </a:lnTo>
                <a:close/>
              </a:path>
              <a:path w="7367905" h="7586980">
                <a:moveTo>
                  <a:pt x="2849226" y="3819594"/>
                </a:moveTo>
                <a:lnTo>
                  <a:pt x="2863390" y="3844994"/>
                </a:lnTo>
                <a:lnTo>
                  <a:pt x="2838858" y="3857694"/>
                </a:lnTo>
                <a:lnTo>
                  <a:pt x="2824694" y="3832294"/>
                </a:lnTo>
                <a:lnTo>
                  <a:pt x="2849226" y="3819594"/>
                </a:lnTo>
                <a:close/>
              </a:path>
              <a:path w="7367905" h="7586980">
                <a:moveTo>
                  <a:pt x="622804" y="3794194"/>
                </a:moveTo>
                <a:lnTo>
                  <a:pt x="646720" y="3832294"/>
                </a:lnTo>
                <a:lnTo>
                  <a:pt x="605297" y="3857694"/>
                </a:lnTo>
                <a:lnTo>
                  <a:pt x="581374" y="3819594"/>
                </a:lnTo>
                <a:lnTo>
                  <a:pt x="622804" y="3794194"/>
                </a:lnTo>
                <a:close/>
              </a:path>
              <a:path w="7367905" h="7586980">
                <a:moveTo>
                  <a:pt x="1915216" y="3794194"/>
                </a:moveTo>
                <a:lnTo>
                  <a:pt x="1934418" y="3832294"/>
                </a:lnTo>
                <a:lnTo>
                  <a:pt x="1901161" y="3844994"/>
                </a:lnTo>
                <a:lnTo>
                  <a:pt x="1881959" y="3819594"/>
                </a:lnTo>
                <a:lnTo>
                  <a:pt x="1915216" y="3794194"/>
                </a:lnTo>
                <a:close/>
              </a:path>
              <a:path w="7367905" h="7586980">
                <a:moveTo>
                  <a:pt x="3207052" y="3794194"/>
                </a:moveTo>
                <a:lnTo>
                  <a:pt x="3219952" y="3819594"/>
                </a:lnTo>
                <a:lnTo>
                  <a:pt x="3197603" y="3832294"/>
                </a:lnTo>
                <a:lnTo>
                  <a:pt x="3184703" y="3806894"/>
                </a:lnTo>
                <a:lnTo>
                  <a:pt x="3207052" y="3794194"/>
                </a:lnTo>
                <a:close/>
              </a:path>
              <a:path w="7367905" h="7586980">
                <a:moveTo>
                  <a:pt x="980745" y="3768794"/>
                </a:moveTo>
                <a:lnTo>
                  <a:pt x="1003722" y="3819594"/>
                </a:lnTo>
                <a:lnTo>
                  <a:pt x="963923" y="3832294"/>
                </a:lnTo>
                <a:lnTo>
                  <a:pt x="940946" y="3794194"/>
                </a:lnTo>
                <a:lnTo>
                  <a:pt x="980745" y="3768794"/>
                </a:lnTo>
                <a:close/>
              </a:path>
              <a:path w="7367905" h="7586980">
                <a:moveTo>
                  <a:pt x="2272815" y="3781494"/>
                </a:moveTo>
                <a:lnTo>
                  <a:pt x="2290126" y="3806894"/>
                </a:lnTo>
                <a:lnTo>
                  <a:pt x="2260137" y="3819594"/>
                </a:lnTo>
                <a:lnTo>
                  <a:pt x="2242826" y="3794194"/>
                </a:lnTo>
                <a:lnTo>
                  <a:pt x="2272815" y="3781494"/>
                </a:lnTo>
                <a:close/>
              </a:path>
              <a:path w="7367905" h="7586980">
                <a:moveTo>
                  <a:pt x="1338693" y="3756094"/>
                </a:moveTo>
                <a:lnTo>
                  <a:pt x="1360724" y="3794194"/>
                </a:lnTo>
                <a:lnTo>
                  <a:pt x="1322562" y="3819594"/>
                </a:lnTo>
                <a:lnTo>
                  <a:pt x="1300531" y="3781494"/>
                </a:lnTo>
                <a:lnTo>
                  <a:pt x="1338693" y="3756094"/>
                </a:lnTo>
                <a:close/>
              </a:path>
              <a:path w="7367905" h="7586980">
                <a:moveTo>
                  <a:pt x="403986" y="3730694"/>
                </a:moveTo>
                <a:lnTo>
                  <a:pt x="429171" y="3781494"/>
                </a:lnTo>
                <a:lnTo>
                  <a:pt x="385558" y="3806894"/>
                </a:lnTo>
                <a:lnTo>
                  <a:pt x="360379" y="3756094"/>
                </a:lnTo>
                <a:lnTo>
                  <a:pt x="403986" y="3730694"/>
                </a:lnTo>
                <a:close/>
              </a:path>
              <a:path w="7367905" h="7586980">
                <a:moveTo>
                  <a:pt x="2630643" y="3756094"/>
                </a:moveTo>
                <a:lnTo>
                  <a:pt x="2646691" y="3781494"/>
                </a:lnTo>
                <a:lnTo>
                  <a:pt x="2618884" y="3794194"/>
                </a:lnTo>
                <a:lnTo>
                  <a:pt x="2602837" y="3768794"/>
                </a:lnTo>
                <a:lnTo>
                  <a:pt x="2630643" y="3756094"/>
                </a:lnTo>
                <a:close/>
              </a:path>
              <a:path w="7367905" h="7586980">
                <a:moveTo>
                  <a:pt x="1696399" y="3730694"/>
                </a:moveTo>
                <a:lnTo>
                  <a:pt x="1716857" y="3768794"/>
                </a:lnTo>
                <a:lnTo>
                  <a:pt x="1681423" y="3794194"/>
                </a:lnTo>
                <a:lnTo>
                  <a:pt x="1660965" y="3756094"/>
                </a:lnTo>
                <a:lnTo>
                  <a:pt x="1696399" y="3730694"/>
                </a:lnTo>
                <a:close/>
              </a:path>
              <a:path w="7367905" h="7586980">
                <a:moveTo>
                  <a:pt x="38328" y="3781494"/>
                </a:moveTo>
                <a:lnTo>
                  <a:pt x="43366" y="3794194"/>
                </a:lnTo>
                <a:lnTo>
                  <a:pt x="29609" y="3794194"/>
                </a:lnTo>
                <a:lnTo>
                  <a:pt x="38328" y="3781494"/>
                </a:lnTo>
                <a:close/>
              </a:path>
              <a:path w="7367905" h="7586980">
                <a:moveTo>
                  <a:pt x="2988240" y="3743394"/>
                </a:moveTo>
                <a:lnTo>
                  <a:pt x="3002404" y="3756094"/>
                </a:lnTo>
                <a:lnTo>
                  <a:pt x="2977872" y="3781494"/>
                </a:lnTo>
                <a:lnTo>
                  <a:pt x="2963708" y="3756094"/>
                </a:lnTo>
                <a:lnTo>
                  <a:pt x="2988240" y="3743394"/>
                </a:lnTo>
                <a:close/>
              </a:path>
              <a:path w="7367905" h="7586980">
                <a:moveTo>
                  <a:pt x="761934" y="3717994"/>
                </a:moveTo>
                <a:lnTo>
                  <a:pt x="786174" y="3756094"/>
                </a:lnTo>
                <a:lnTo>
                  <a:pt x="744192" y="3781494"/>
                </a:lnTo>
                <a:lnTo>
                  <a:pt x="719958" y="3743394"/>
                </a:lnTo>
                <a:lnTo>
                  <a:pt x="761934" y="3717994"/>
                </a:lnTo>
                <a:close/>
              </a:path>
              <a:path w="7367905" h="7586980">
                <a:moveTo>
                  <a:pt x="2054112" y="3717994"/>
                </a:moveTo>
                <a:lnTo>
                  <a:pt x="2072996" y="3743394"/>
                </a:lnTo>
                <a:lnTo>
                  <a:pt x="2040291" y="3768794"/>
                </a:lnTo>
                <a:lnTo>
                  <a:pt x="2021407" y="3730694"/>
                </a:lnTo>
                <a:lnTo>
                  <a:pt x="2054112" y="3717994"/>
                </a:lnTo>
                <a:close/>
              </a:path>
              <a:path w="7367905" h="7586980">
                <a:moveTo>
                  <a:pt x="1119868" y="3692594"/>
                </a:moveTo>
                <a:lnTo>
                  <a:pt x="1143163" y="3730694"/>
                </a:lnTo>
                <a:lnTo>
                  <a:pt x="1102818" y="3756094"/>
                </a:lnTo>
                <a:lnTo>
                  <a:pt x="1079530" y="3717994"/>
                </a:lnTo>
                <a:lnTo>
                  <a:pt x="1119868" y="3692594"/>
                </a:lnTo>
                <a:close/>
              </a:path>
              <a:path w="7367905" h="7586980">
                <a:moveTo>
                  <a:pt x="2411825" y="3692594"/>
                </a:moveTo>
                <a:lnTo>
                  <a:pt x="2429136" y="3730694"/>
                </a:lnTo>
                <a:lnTo>
                  <a:pt x="2399153" y="3743394"/>
                </a:lnTo>
                <a:lnTo>
                  <a:pt x="2381843" y="3717994"/>
                </a:lnTo>
                <a:lnTo>
                  <a:pt x="2411825" y="3692594"/>
                </a:lnTo>
                <a:close/>
              </a:path>
              <a:path w="7367905" h="7586980">
                <a:moveTo>
                  <a:pt x="185060" y="3679894"/>
                </a:moveTo>
                <a:lnTo>
                  <a:pt x="211185" y="3717994"/>
                </a:lnTo>
                <a:lnTo>
                  <a:pt x="165935" y="3743394"/>
                </a:lnTo>
                <a:lnTo>
                  <a:pt x="139810" y="3705294"/>
                </a:lnTo>
                <a:lnTo>
                  <a:pt x="185060" y="3679894"/>
                </a:lnTo>
                <a:close/>
              </a:path>
              <a:path w="7367905" h="7586980">
                <a:moveTo>
                  <a:pt x="1477709" y="3679894"/>
                </a:moveTo>
                <a:lnTo>
                  <a:pt x="1499740" y="3717994"/>
                </a:lnTo>
                <a:lnTo>
                  <a:pt x="1461572" y="3730694"/>
                </a:lnTo>
                <a:lnTo>
                  <a:pt x="1439540" y="3692594"/>
                </a:lnTo>
                <a:lnTo>
                  <a:pt x="1477709" y="3679894"/>
                </a:lnTo>
                <a:close/>
              </a:path>
              <a:path w="7367905" h="7586980">
                <a:moveTo>
                  <a:pt x="2769539" y="3679894"/>
                </a:moveTo>
                <a:lnTo>
                  <a:pt x="2785276" y="3705294"/>
                </a:lnTo>
                <a:lnTo>
                  <a:pt x="2758022" y="3717994"/>
                </a:lnTo>
                <a:lnTo>
                  <a:pt x="2742285" y="3692594"/>
                </a:lnTo>
                <a:lnTo>
                  <a:pt x="2769539" y="3679894"/>
                </a:lnTo>
                <a:close/>
              </a:path>
              <a:path w="7367905" h="7586980">
                <a:moveTo>
                  <a:pt x="543117" y="3654494"/>
                </a:moveTo>
                <a:lnTo>
                  <a:pt x="568613" y="3692594"/>
                </a:lnTo>
                <a:lnTo>
                  <a:pt x="524454" y="3717994"/>
                </a:lnTo>
                <a:lnTo>
                  <a:pt x="498965" y="3679894"/>
                </a:lnTo>
                <a:lnTo>
                  <a:pt x="543117" y="3654494"/>
                </a:lnTo>
                <a:close/>
              </a:path>
              <a:path w="7367905" h="7586980">
                <a:moveTo>
                  <a:pt x="1835415" y="3654494"/>
                </a:moveTo>
                <a:lnTo>
                  <a:pt x="1855873" y="3692594"/>
                </a:lnTo>
                <a:lnTo>
                  <a:pt x="1820440" y="3705294"/>
                </a:lnTo>
                <a:lnTo>
                  <a:pt x="1799982" y="3679894"/>
                </a:lnTo>
                <a:lnTo>
                  <a:pt x="1835415" y="3654494"/>
                </a:lnTo>
                <a:close/>
              </a:path>
              <a:path w="7367905" h="7586980">
                <a:moveTo>
                  <a:pt x="900950" y="3629094"/>
                </a:moveTo>
                <a:lnTo>
                  <a:pt x="925184" y="3679894"/>
                </a:lnTo>
                <a:lnTo>
                  <a:pt x="883208" y="3705294"/>
                </a:lnTo>
                <a:lnTo>
                  <a:pt x="858968" y="3654494"/>
                </a:lnTo>
                <a:lnTo>
                  <a:pt x="900950" y="3629094"/>
                </a:lnTo>
                <a:close/>
              </a:path>
              <a:path w="7367905" h="7586980">
                <a:moveTo>
                  <a:pt x="3127136" y="3654494"/>
                </a:moveTo>
                <a:lnTo>
                  <a:pt x="3140982" y="3679894"/>
                </a:lnTo>
                <a:lnTo>
                  <a:pt x="3116996" y="3692594"/>
                </a:lnTo>
                <a:lnTo>
                  <a:pt x="3103150" y="3667194"/>
                </a:lnTo>
                <a:lnTo>
                  <a:pt x="3127136" y="3654494"/>
                </a:lnTo>
                <a:close/>
              </a:path>
              <a:path w="7367905" h="7586980">
                <a:moveTo>
                  <a:pt x="2193128" y="3629094"/>
                </a:moveTo>
                <a:lnTo>
                  <a:pt x="2212012" y="3667194"/>
                </a:lnTo>
                <a:lnTo>
                  <a:pt x="2179301" y="3692594"/>
                </a:lnTo>
                <a:lnTo>
                  <a:pt x="2160417" y="3654494"/>
                </a:lnTo>
                <a:lnTo>
                  <a:pt x="2193128" y="3629094"/>
                </a:lnTo>
                <a:close/>
              </a:path>
              <a:path w="7367905" h="7586980">
                <a:moveTo>
                  <a:pt x="1258885" y="3616394"/>
                </a:moveTo>
                <a:lnTo>
                  <a:pt x="1282180" y="3654494"/>
                </a:lnTo>
                <a:lnTo>
                  <a:pt x="1241835" y="3679894"/>
                </a:lnTo>
                <a:lnTo>
                  <a:pt x="1218547" y="3641794"/>
                </a:lnTo>
                <a:lnTo>
                  <a:pt x="1258885" y="3616394"/>
                </a:lnTo>
                <a:close/>
              </a:path>
              <a:path w="7367905" h="7586980">
                <a:moveTo>
                  <a:pt x="2550842" y="3616394"/>
                </a:moveTo>
                <a:lnTo>
                  <a:pt x="2568152" y="3641794"/>
                </a:lnTo>
                <a:lnTo>
                  <a:pt x="2538170" y="3667194"/>
                </a:lnTo>
                <a:lnTo>
                  <a:pt x="2520859" y="3629094"/>
                </a:lnTo>
                <a:lnTo>
                  <a:pt x="2550842" y="3616394"/>
                </a:lnTo>
                <a:close/>
              </a:path>
              <a:path w="7367905" h="7586980">
                <a:moveTo>
                  <a:pt x="324184" y="3590994"/>
                </a:moveTo>
                <a:lnTo>
                  <a:pt x="350626" y="3641794"/>
                </a:lnTo>
                <a:lnTo>
                  <a:pt x="304831" y="3667194"/>
                </a:lnTo>
                <a:lnTo>
                  <a:pt x="278395" y="3616394"/>
                </a:lnTo>
                <a:lnTo>
                  <a:pt x="324184" y="3590994"/>
                </a:lnTo>
                <a:close/>
              </a:path>
              <a:path w="7367905" h="7586980">
                <a:moveTo>
                  <a:pt x="1616718" y="3590994"/>
                </a:moveTo>
                <a:lnTo>
                  <a:pt x="1638749" y="3629094"/>
                </a:lnTo>
                <a:lnTo>
                  <a:pt x="1600587" y="3654494"/>
                </a:lnTo>
                <a:lnTo>
                  <a:pt x="1578556" y="3616394"/>
                </a:lnTo>
                <a:lnTo>
                  <a:pt x="1616718" y="3590994"/>
                </a:lnTo>
                <a:close/>
              </a:path>
              <a:path w="7367905" h="7586980">
                <a:moveTo>
                  <a:pt x="2908553" y="3590994"/>
                </a:moveTo>
                <a:lnTo>
                  <a:pt x="2924290" y="3629094"/>
                </a:lnTo>
                <a:lnTo>
                  <a:pt x="2897036" y="3641794"/>
                </a:lnTo>
                <a:lnTo>
                  <a:pt x="2881299" y="3616394"/>
                </a:lnTo>
                <a:lnTo>
                  <a:pt x="2908553" y="3590994"/>
                </a:lnTo>
                <a:close/>
              </a:path>
              <a:path w="7367905" h="7586980">
                <a:moveTo>
                  <a:pt x="682133" y="3578294"/>
                </a:moveTo>
                <a:lnTo>
                  <a:pt x="707629" y="3616394"/>
                </a:lnTo>
                <a:lnTo>
                  <a:pt x="663470" y="3641794"/>
                </a:lnTo>
                <a:lnTo>
                  <a:pt x="637980" y="3603694"/>
                </a:lnTo>
                <a:lnTo>
                  <a:pt x="682133" y="3578294"/>
                </a:lnTo>
                <a:close/>
              </a:path>
              <a:path w="7367905" h="7586980">
                <a:moveTo>
                  <a:pt x="1974431" y="3578294"/>
                </a:moveTo>
                <a:lnTo>
                  <a:pt x="1994889" y="3603694"/>
                </a:lnTo>
                <a:lnTo>
                  <a:pt x="1959456" y="3629094"/>
                </a:lnTo>
                <a:lnTo>
                  <a:pt x="1938991" y="3590994"/>
                </a:lnTo>
                <a:lnTo>
                  <a:pt x="1974431" y="3578294"/>
                </a:lnTo>
                <a:close/>
              </a:path>
              <a:path w="7367905" h="7586980">
                <a:moveTo>
                  <a:pt x="1040073" y="3552894"/>
                </a:moveTo>
                <a:lnTo>
                  <a:pt x="1064624" y="3590994"/>
                </a:lnTo>
                <a:lnTo>
                  <a:pt x="1022103" y="3616394"/>
                </a:lnTo>
                <a:lnTo>
                  <a:pt x="997552" y="3578294"/>
                </a:lnTo>
                <a:lnTo>
                  <a:pt x="1040073" y="3552894"/>
                </a:lnTo>
                <a:close/>
              </a:path>
              <a:path w="7367905" h="7586980">
                <a:moveTo>
                  <a:pt x="2332030" y="3552894"/>
                </a:moveTo>
                <a:lnTo>
                  <a:pt x="2350597" y="3590994"/>
                </a:lnTo>
                <a:lnTo>
                  <a:pt x="2318431" y="3603694"/>
                </a:lnTo>
                <a:lnTo>
                  <a:pt x="2299865" y="3578294"/>
                </a:lnTo>
                <a:lnTo>
                  <a:pt x="2332030" y="3552894"/>
                </a:lnTo>
                <a:close/>
              </a:path>
              <a:path w="7367905" h="7586980">
                <a:moveTo>
                  <a:pt x="1397901" y="3527494"/>
                </a:moveTo>
                <a:lnTo>
                  <a:pt x="1421196" y="3578294"/>
                </a:lnTo>
                <a:lnTo>
                  <a:pt x="1380851" y="3590994"/>
                </a:lnTo>
                <a:lnTo>
                  <a:pt x="1357563" y="3552894"/>
                </a:lnTo>
                <a:lnTo>
                  <a:pt x="1397901" y="3527494"/>
                </a:lnTo>
                <a:close/>
              </a:path>
              <a:path w="7367905" h="7586980">
                <a:moveTo>
                  <a:pt x="463322" y="3514794"/>
                </a:moveTo>
                <a:lnTo>
                  <a:pt x="490075" y="3552894"/>
                </a:lnTo>
                <a:lnTo>
                  <a:pt x="443740" y="3590994"/>
                </a:lnTo>
                <a:lnTo>
                  <a:pt x="416987" y="3540194"/>
                </a:lnTo>
                <a:lnTo>
                  <a:pt x="463322" y="3514794"/>
                </a:lnTo>
                <a:close/>
              </a:path>
              <a:path w="7367905" h="7586980">
                <a:moveTo>
                  <a:pt x="101344" y="3552894"/>
                </a:moveTo>
                <a:lnTo>
                  <a:pt x="118026" y="3578294"/>
                </a:lnTo>
                <a:lnTo>
                  <a:pt x="89129" y="3590994"/>
                </a:lnTo>
                <a:lnTo>
                  <a:pt x="72446" y="3565594"/>
                </a:lnTo>
                <a:lnTo>
                  <a:pt x="101344" y="3552894"/>
                </a:lnTo>
                <a:close/>
              </a:path>
              <a:path w="7367905" h="7586980">
                <a:moveTo>
                  <a:pt x="2689737" y="3540194"/>
                </a:moveTo>
                <a:lnTo>
                  <a:pt x="2706738" y="3565594"/>
                </a:lnTo>
                <a:lnTo>
                  <a:pt x="2677294" y="3578294"/>
                </a:lnTo>
                <a:lnTo>
                  <a:pt x="2660301" y="3552894"/>
                </a:lnTo>
                <a:lnTo>
                  <a:pt x="2689737" y="3540194"/>
                </a:lnTo>
                <a:close/>
              </a:path>
              <a:path w="7367905" h="7586980">
                <a:moveTo>
                  <a:pt x="1755728" y="3514794"/>
                </a:moveTo>
                <a:lnTo>
                  <a:pt x="1777759" y="3552894"/>
                </a:lnTo>
                <a:lnTo>
                  <a:pt x="1739604" y="3578294"/>
                </a:lnTo>
                <a:lnTo>
                  <a:pt x="1717572" y="3540194"/>
                </a:lnTo>
                <a:lnTo>
                  <a:pt x="1755728" y="3514794"/>
                </a:lnTo>
                <a:close/>
              </a:path>
              <a:path w="7367905" h="7586980">
                <a:moveTo>
                  <a:pt x="821263" y="3489394"/>
                </a:moveTo>
                <a:lnTo>
                  <a:pt x="847076" y="3540194"/>
                </a:lnTo>
                <a:lnTo>
                  <a:pt x="802372" y="3565594"/>
                </a:lnTo>
                <a:lnTo>
                  <a:pt x="776559" y="3514794"/>
                </a:lnTo>
                <a:lnTo>
                  <a:pt x="821263" y="3489394"/>
                </a:lnTo>
                <a:close/>
              </a:path>
              <a:path w="7367905" h="7586980">
                <a:moveTo>
                  <a:pt x="3047335" y="3514794"/>
                </a:moveTo>
                <a:lnTo>
                  <a:pt x="3062443" y="3540194"/>
                </a:lnTo>
                <a:lnTo>
                  <a:pt x="3036280" y="3552894"/>
                </a:lnTo>
                <a:lnTo>
                  <a:pt x="3021172" y="3527494"/>
                </a:lnTo>
                <a:lnTo>
                  <a:pt x="3047335" y="3514794"/>
                </a:lnTo>
                <a:close/>
              </a:path>
              <a:path w="7367905" h="7586980">
                <a:moveTo>
                  <a:pt x="2113327" y="3489394"/>
                </a:moveTo>
                <a:lnTo>
                  <a:pt x="2133474" y="3527494"/>
                </a:lnTo>
                <a:lnTo>
                  <a:pt x="2098579" y="3552894"/>
                </a:lnTo>
                <a:lnTo>
                  <a:pt x="2078439" y="3514794"/>
                </a:lnTo>
                <a:lnTo>
                  <a:pt x="2113327" y="3489394"/>
                </a:lnTo>
                <a:close/>
              </a:path>
              <a:path w="7367905" h="7586980">
                <a:moveTo>
                  <a:pt x="1179090" y="3476694"/>
                </a:moveTo>
                <a:lnTo>
                  <a:pt x="1203642" y="3514794"/>
                </a:lnTo>
                <a:lnTo>
                  <a:pt x="1161120" y="3540194"/>
                </a:lnTo>
                <a:lnTo>
                  <a:pt x="1136569" y="3502094"/>
                </a:lnTo>
                <a:lnTo>
                  <a:pt x="1179090" y="3476694"/>
                </a:lnTo>
                <a:close/>
              </a:path>
              <a:path w="7367905" h="7586980">
                <a:moveTo>
                  <a:pt x="2470926" y="3476694"/>
                </a:moveTo>
                <a:lnTo>
                  <a:pt x="2489182" y="3502094"/>
                </a:lnTo>
                <a:lnTo>
                  <a:pt x="2457562" y="3527494"/>
                </a:lnTo>
                <a:lnTo>
                  <a:pt x="2439306" y="3489394"/>
                </a:lnTo>
                <a:lnTo>
                  <a:pt x="2470926" y="3476694"/>
                </a:lnTo>
                <a:close/>
              </a:path>
              <a:path w="7367905" h="7586980">
                <a:moveTo>
                  <a:pt x="244624" y="3451294"/>
                </a:moveTo>
                <a:lnTo>
                  <a:pt x="272951" y="3502094"/>
                </a:lnTo>
                <a:lnTo>
                  <a:pt x="223887" y="3527494"/>
                </a:lnTo>
                <a:lnTo>
                  <a:pt x="195561" y="3476694"/>
                </a:lnTo>
                <a:lnTo>
                  <a:pt x="244624" y="3451294"/>
                </a:lnTo>
                <a:close/>
              </a:path>
              <a:path w="7367905" h="7586980">
                <a:moveTo>
                  <a:pt x="1536917" y="3451294"/>
                </a:moveTo>
                <a:lnTo>
                  <a:pt x="1560205" y="3489394"/>
                </a:lnTo>
                <a:lnTo>
                  <a:pt x="1519866" y="3514794"/>
                </a:lnTo>
                <a:lnTo>
                  <a:pt x="1496572" y="3476694"/>
                </a:lnTo>
                <a:lnTo>
                  <a:pt x="1536917" y="3451294"/>
                </a:lnTo>
                <a:close/>
              </a:path>
              <a:path w="7367905" h="7586980">
                <a:moveTo>
                  <a:pt x="2828637" y="3451294"/>
                </a:moveTo>
                <a:lnTo>
                  <a:pt x="2845320" y="3489394"/>
                </a:lnTo>
                <a:lnTo>
                  <a:pt x="2816428" y="3502094"/>
                </a:lnTo>
                <a:lnTo>
                  <a:pt x="2799746" y="3476694"/>
                </a:lnTo>
                <a:lnTo>
                  <a:pt x="2828637" y="3451294"/>
                </a:lnTo>
                <a:close/>
              </a:path>
              <a:path w="7367905" h="7586980">
                <a:moveTo>
                  <a:pt x="602445" y="3425894"/>
                </a:moveTo>
                <a:lnTo>
                  <a:pt x="629516" y="3476694"/>
                </a:lnTo>
                <a:lnTo>
                  <a:pt x="582635" y="3502094"/>
                </a:lnTo>
                <a:lnTo>
                  <a:pt x="555565" y="3463994"/>
                </a:lnTo>
                <a:lnTo>
                  <a:pt x="602445" y="3425894"/>
                </a:lnTo>
                <a:close/>
              </a:path>
              <a:path w="7367905" h="7586980">
                <a:moveTo>
                  <a:pt x="1894630" y="3438594"/>
                </a:moveTo>
                <a:lnTo>
                  <a:pt x="1916344" y="3476694"/>
                </a:lnTo>
                <a:lnTo>
                  <a:pt x="1878728" y="3489394"/>
                </a:lnTo>
                <a:lnTo>
                  <a:pt x="1857013" y="3451294"/>
                </a:lnTo>
                <a:lnTo>
                  <a:pt x="1894630" y="3438594"/>
                </a:lnTo>
                <a:close/>
              </a:path>
              <a:path w="7367905" h="7586980">
                <a:moveTo>
                  <a:pt x="960392" y="3413194"/>
                </a:moveTo>
                <a:lnTo>
                  <a:pt x="986517" y="3451294"/>
                </a:lnTo>
                <a:lnTo>
                  <a:pt x="941267" y="3476694"/>
                </a:lnTo>
                <a:lnTo>
                  <a:pt x="915143" y="3438594"/>
                </a:lnTo>
                <a:lnTo>
                  <a:pt x="960392" y="3413194"/>
                </a:lnTo>
                <a:close/>
              </a:path>
              <a:path w="7367905" h="7586980">
                <a:moveTo>
                  <a:pt x="2252343" y="3413194"/>
                </a:moveTo>
                <a:lnTo>
                  <a:pt x="2272484" y="3451294"/>
                </a:lnTo>
                <a:lnTo>
                  <a:pt x="2237596" y="3463994"/>
                </a:lnTo>
                <a:lnTo>
                  <a:pt x="2217455" y="3438594"/>
                </a:lnTo>
                <a:lnTo>
                  <a:pt x="2252343" y="3413194"/>
                </a:lnTo>
                <a:close/>
              </a:path>
              <a:path w="7367905" h="7586980">
                <a:moveTo>
                  <a:pt x="1318100" y="3387794"/>
                </a:moveTo>
                <a:lnTo>
                  <a:pt x="1342651" y="3438594"/>
                </a:lnTo>
                <a:lnTo>
                  <a:pt x="1300136" y="3463994"/>
                </a:lnTo>
                <a:lnTo>
                  <a:pt x="1275585" y="3413194"/>
                </a:lnTo>
                <a:lnTo>
                  <a:pt x="1318100" y="3387794"/>
                </a:lnTo>
                <a:close/>
              </a:path>
              <a:path w="7367905" h="7586980">
                <a:moveTo>
                  <a:pt x="383749" y="3375094"/>
                </a:moveTo>
                <a:lnTo>
                  <a:pt x="412392" y="3425894"/>
                </a:lnTo>
                <a:lnTo>
                  <a:pt x="362783" y="3451294"/>
                </a:lnTo>
                <a:lnTo>
                  <a:pt x="334140" y="3400494"/>
                </a:lnTo>
                <a:lnTo>
                  <a:pt x="383749" y="3375094"/>
                </a:lnTo>
                <a:close/>
              </a:path>
              <a:path w="7367905" h="7586980">
                <a:moveTo>
                  <a:pt x="2609823" y="3400494"/>
                </a:moveTo>
                <a:lnTo>
                  <a:pt x="2627768" y="3425894"/>
                </a:lnTo>
                <a:lnTo>
                  <a:pt x="2596694" y="3438594"/>
                </a:lnTo>
                <a:lnTo>
                  <a:pt x="2578755" y="3413194"/>
                </a:lnTo>
                <a:lnTo>
                  <a:pt x="2609823" y="3400494"/>
                </a:lnTo>
                <a:close/>
              </a:path>
              <a:path w="7367905" h="7586980">
                <a:moveTo>
                  <a:pt x="1675933" y="3375094"/>
                </a:moveTo>
                <a:lnTo>
                  <a:pt x="1699221" y="3413194"/>
                </a:lnTo>
                <a:lnTo>
                  <a:pt x="1658883" y="3438594"/>
                </a:lnTo>
                <a:lnTo>
                  <a:pt x="1635588" y="3400494"/>
                </a:lnTo>
                <a:lnTo>
                  <a:pt x="1675933" y="3375094"/>
                </a:lnTo>
                <a:close/>
              </a:path>
              <a:path w="7367905" h="7586980">
                <a:moveTo>
                  <a:pt x="11535" y="3425894"/>
                </a:moveTo>
                <a:lnTo>
                  <a:pt x="15901" y="3425894"/>
                </a:lnTo>
                <a:lnTo>
                  <a:pt x="18420" y="3438594"/>
                </a:lnTo>
                <a:lnTo>
                  <a:pt x="14054" y="3438594"/>
                </a:lnTo>
                <a:lnTo>
                  <a:pt x="11535" y="3425894"/>
                </a:lnTo>
                <a:close/>
              </a:path>
              <a:path w="7367905" h="7586980">
                <a:moveTo>
                  <a:pt x="2967648" y="3375094"/>
                </a:moveTo>
                <a:lnTo>
                  <a:pt x="2984330" y="3400494"/>
                </a:lnTo>
                <a:lnTo>
                  <a:pt x="2955439" y="3425894"/>
                </a:lnTo>
                <a:lnTo>
                  <a:pt x="2938756" y="3387794"/>
                </a:lnTo>
                <a:lnTo>
                  <a:pt x="2967648" y="3375094"/>
                </a:lnTo>
                <a:close/>
              </a:path>
              <a:path w="7367905" h="7586980">
                <a:moveTo>
                  <a:pt x="741582" y="3349694"/>
                </a:moveTo>
                <a:lnTo>
                  <a:pt x="768963" y="3400494"/>
                </a:lnTo>
                <a:lnTo>
                  <a:pt x="721531" y="3425894"/>
                </a:lnTo>
                <a:lnTo>
                  <a:pt x="694149" y="3375094"/>
                </a:lnTo>
                <a:lnTo>
                  <a:pt x="741582" y="3349694"/>
                </a:lnTo>
                <a:close/>
              </a:path>
              <a:path w="7367905" h="7586980">
                <a:moveTo>
                  <a:pt x="2033640" y="3349694"/>
                </a:moveTo>
                <a:lnTo>
                  <a:pt x="2055361" y="3387794"/>
                </a:lnTo>
                <a:lnTo>
                  <a:pt x="2017744" y="3413194"/>
                </a:lnTo>
                <a:lnTo>
                  <a:pt x="1996023" y="3375094"/>
                </a:lnTo>
                <a:lnTo>
                  <a:pt x="2033640" y="3349694"/>
                </a:lnTo>
                <a:close/>
              </a:path>
              <a:path w="7367905" h="7586980">
                <a:moveTo>
                  <a:pt x="1099410" y="3336994"/>
                </a:moveTo>
                <a:lnTo>
                  <a:pt x="1125528" y="3375094"/>
                </a:lnTo>
                <a:lnTo>
                  <a:pt x="1080284" y="3400494"/>
                </a:lnTo>
                <a:lnTo>
                  <a:pt x="1054160" y="3362394"/>
                </a:lnTo>
                <a:lnTo>
                  <a:pt x="1099410" y="3336994"/>
                </a:lnTo>
                <a:close/>
              </a:path>
              <a:path w="7367905" h="7586980">
                <a:moveTo>
                  <a:pt x="2391239" y="3336994"/>
                </a:moveTo>
                <a:lnTo>
                  <a:pt x="2411069" y="3362394"/>
                </a:lnTo>
                <a:lnTo>
                  <a:pt x="2376720" y="3387794"/>
                </a:lnTo>
                <a:lnTo>
                  <a:pt x="2356897" y="3349694"/>
                </a:lnTo>
                <a:lnTo>
                  <a:pt x="2391239" y="3336994"/>
                </a:lnTo>
                <a:close/>
              </a:path>
              <a:path w="7367905" h="7586980">
                <a:moveTo>
                  <a:pt x="164246" y="3311594"/>
                </a:moveTo>
                <a:lnTo>
                  <a:pt x="192255" y="3362394"/>
                </a:lnTo>
                <a:lnTo>
                  <a:pt x="143737" y="3387794"/>
                </a:lnTo>
                <a:lnTo>
                  <a:pt x="115728" y="3336994"/>
                </a:lnTo>
                <a:lnTo>
                  <a:pt x="164246" y="3311594"/>
                </a:lnTo>
                <a:close/>
              </a:path>
              <a:path w="7367905" h="7586980">
                <a:moveTo>
                  <a:pt x="1457115" y="3311594"/>
                </a:moveTo>
                <a:lnTo>
                  <a:pt x="1481667" y="3349694"/>
                </a:lnTo>
                <a:lnTo>
                  <a:pt x="1439145" y="3375094"/>
                </a:lnTo>
                <a:lnTo>
                  <a:pt x="1414594" y="3336994"/>
                </a:lnTo>
                <a:lnTo>
                  <a:pt x="1457115" y="3311594"/>
                </a:lnTo>
                <a:close/>
              </a:path>
              <a:path w="7367905" h="7586980">
                <a:moveTo>
                  <a:pt x="522879" y="3286194"/>
                </a:moveTo>
                <a:lnTo>
                  <a:pt x="551834" y="3336994"/>
                </a:lnTo>
                <a:lnTo>
                  <a:pt x="501679" y="3375094"/>
                </a:lnTo>
                <a:lnTo>
                  <a:pt x="472724" y="3324294"/>
                </a:lnTo>
                <a:lnTo>
                  <a:pt x="522879" y="3286194"/>
                </a:lnTo>
                <a:close/>
              </a:path>
              <a:path w="7367905" h="7586980">
                <a:moveTo>
                  <a:pt x="2748722" y="3311594"/>
                </a:moveTo>
                <a:lnTo>
                  <a:pt x="2766343" y="3349694"/>
                </a:lnTo>
                <a:lnTo>
                  <a:pt x="2735821" y="3362394"/>
                </a:lnTo>
                <a:lnTo>
                  <a:pt x="2718193" y="3336994"/>
                </a:lnTo>
                <a:lnTo>
                  <a:pt x="2748722" y="3311594"/>
                </a:lnTo>
                <a:close/>
              </a:path>
              <a:path w="7367905" h="7586980">
                <a:moveTo>
                  <a:pt x="1814943" y="3286194"/>
                </a:moveTo>
                <a:lnTo>
                  <a:pt x="1838231" y="3336994"/>
                </a:lnTo>
                <a:lnTo>
                  <a:pt x="1797892" y="3349694"/>
                </a:lnTo>
                <a:lnTo>
                  <a:pt x="1774598" y="3311594"/>
                </a:lnTo>
                <a:lnTo>
                  <a:pt x="1814943" y="3286194"/>
                </a:lnTo>
                <a:close/>
              </a:path>
              <a:path w="7367905" h="7586980">
                <a:moveTo>
                  <a:pt x="880705" y="3273494"/>
                </a:moveTo>
                <a:lnTo>
                  <a:pt x="908404" y="3324294"/>
                </a:lnTo>
                <a:lnTo>
                  <a:pt x="860432" y="3349694"/>
                </a:lnTo>
                <a:lnTo>
                  <a:pt x="832733" y="3298894"/>
                </a:lnTo>
                <a:lnTo>
                  <a:pt x="880705" y="3273494"/>
                </a:lnTo>
                <a:close/>
              </a:path>
              <a:path w="7367905" h="7586980">
                <a:moveTo>
                  <a:pt x="2172542" y="3273494"/>
                </a:moveTo>
                <a:lnTo>
                  <a:pt x="2193946" y="3311594"/>
                </a:lnTo>
                <a:lnTo>
                  <a:pt x="2156875" y="3336994"/>
                </a:lnTo>
                <a:lnTo>
                  <a:pt x="2135472" y="3298894"/>
                </a:lnTo>
                <a:lnTo>
                  <a:pt x="2172542" y="3273494"/>
                </a:lnTo>
                <a:close/>
              </a:path>
              <a:path w="7367905" h="7586980">
                <a:moveTo>
                  <a:pt x="1238419" y="3248094"/>
                </a:moveTo>
                <a:lnTo>
                  <a:pt x="1264537" y="3298894"/>
                </a:lnTo>
                <a:lnTo>
                  <a:pt x="1219294" y="3324294"/>
                </a:lnTo>
                <a:lnTo>
                  <a:pt x="1193176" y="3273494"/>
                </a:lnTo>
                <a:lnTo>
                  <a:pt x="1238419" y="3248094"/>
                </a:lnTo>
                <a:close/>
              </a:path>
              <a:path w="7367905" h="7586980">
                <a:moveTo>
                  <a:pt x="2530141" y="3248094"/>
                </a:moveTo>
                <a:lnTo>
                  <a:pt x="2549654" y="3286194"/>
                </a:lnTo>
                <a:lnTo>
                  <a:pt x="2515858" y="3311594"/>
                </a:lnTo>
                <a:lnTo>
                  <a:pt x="2496339" y="3273494"/>
                </a:lnTo>
                <a:lnTo>
                  <a:pt x="2530141" y="3248094"/>
                </a:lnTo>
                <a:close/>
              </a:path>
              <a:path w="7367905" h="7586980">
                <a:moveTo>
                  <a:pt x="304062" y="3235394"/>
                </a:moveTo>
                <a:lnTo>
                  <a:pt x="334279" y="3286194"/>
                </a:lnTo>
                <a:lnTo>
                  <a:pt x="281948" y="3311594"/>
                </a:lnTo>
                <a:lnTo>
                  <a:pt x="251730" y="3260794"/>
                </a:lnTo>
                <a:lnTo>
                  <a:pt x="304062" y="3235394"/>
                </a:lnTo>
                <a:close/>
              </a:path>
              <a:path w="7367905" h="7586980">
                <a:moveTo>
                  <a:pt x="1596132" y="3235394"/>
                </a:moveTo>
                <a:lnTo>
                  <a:pt x="1620683" y="3273494"/>
                </a:lnTo>
                <a:lnTo>
                  <a:pt x="1578156" y="3298894"/>
                </a:lnTo>
                <a:lnTo>
                  <a:pt x="1553604" y="3260794"/>
                </a:lnTo>
                <a:lnTo>
                  <a:pt x="1596132" y="3235394"/>
                </a:lnTo>
                <a:close/>
              </a:path>
              <a:path w="7367905" h="7586980">
                <a:moveTo>
                  <a:pt x="2887739" y="3235394"/>
                </a:moveTo>
                <a:lnTo>
                  <a:pt x="2905360" y="3260794"/>
                </a:lnTo>
                <a:lnTo>
                  <a:pt x="2874831" y="3286194"/>
                </a:lnTo>
                <a:lnTo>
                  <a:pt x="2857210" y="3248094"/>
                </a:lnTo>
                <a:lnTo>
                  <a:pt x="2887739" y="3235394"/>
                </a:lnTo>
                <a:close/>
              </a:path>
              <a:path w="7367905" h="7586980">
                <a:moveTo>
                  <a:pt x="662009" y="3209994"/>
                </a:moveTo>
                <a:lnTo>
                  <a:pt x="691281" y="3260794"/>
                </a:lnTo>
                <a:lnTo>
                  <a:pt x="640580" y="3286194"/>
                </a:lnTo>
                <a:lnTo>
                  <a:pt x="611308" y="3235394"/>
                </a:lnTo>
                <a:lnTo>
                  <a:pt x="662009" y="3209994"/>
                </a:lnTo>
                <a:close/>
              </a:path>
              <a:path w="7367905" h="7586980">
                <a:moveTo>
                  <a:pt x="1953838" y="3209994"/>
                </a:moveTo>
                <a:lnTo>
                  <a:pt x="1976816" y="3248094"/>
                </a:lnTo>
                <a:lnTo>
                  <a:pt x="1937023" y="3273494"/>
                </a:lnTo>
                <a:lnTo>
                  <a:pt x="1914046" y="3235394"/>
                </a:lnTo>
                <a:lnTo>
                  <a:pt x="1953838" y="3209994"/>
                </a:lnTo>
                <a:close/>
              </a:path>
              <a:path w="7367905" h="7586980">
                <a:moveTo>
                  <a:pt x="1019722" y="3184594"/>
                </a:moveTo>
                <a:lnTo>
                  <a:pt x="1047421" y="3235394"/>
                </a:lnTo>
                <a:lnTo>
                  <a:pt x="999449" y="3260794"/>
                </a:lnTo>
                <a:lnTo>
                  <a:pt x="971751" y="3222694"/>
                </a:lnTo>
                <a:lnTo>
                  <a:pt x="1019722" y="3184594"/>
                </a:lnTo>
                <a:close/>
              </a:path>
              <a:path w="7367905" h="7586980">
                <a:moveTo>
                  <a:pt x="2311438" y="3197294"/>
                </a:moveTo>
                <a:lnTo>
                  <a:pt x="2332524" y="3235394"/>
                </a:lnTo>
                <a:lnTo>
                  <a:pt x="2296006" y="3248094"/>
                </a:lnTo>
                <a:lnTo>
                  <a:pt x="2274913" y="3209994"/>
                </a:lnTo>
                <a:lnTo>
                  <a:pt x="2311438" y="3197294"/>
                </a:lnTo>
                <a:close/>
              </a:path>
              <a:path w="7367905" h="7586980">
                <a:moveTo>
                  <a:pt x="1377434" y="3171894"/>
                </a:moveTo>
                <a:lnTo>
                  <a:pt x="1403553" y="3209994"/>
                </a:lnTo>
                <a:lnTo>
                  <a:pt x="1358303" y="3248094"/>
                </a:lnTo>
                <a:lnTo>
                  <a:pt x="1332185" y="3197294"/>
                </a:lnTo>
                <a:lnTo>
                  <a:pt x="1377434" y="3171894"/>
                </a:lnTo>
                <a:close/>
              </a:path>
              <a:path w="7367905" h="7586980">
                <a:moveTo>
                  <a:pt x="443198" y="3146494"/>
                </a:moveTo>
                <a:lnTo>
                  <a:pt x="473727" y="3197294"/>
                </a:lnTo>
                <a:lnTo>
                  <a:pt x="420843" y="3235394"/>
                </a:lnTo>
                <a:lnTo>
                  <a:pt x="390315" y="3184594"/>
                </a:lnTo>
                <a:lnTo>
                  <a:pt x="443198" y="3146494"/>
                </a:lnTo>
                <a:close/>
              </a:path>
              <a:path w="7367905" h="7586980">
                <a:moveTo>
                  <a:pt x="78918" y="3197294"/>
                </a:moveTo>
                <a:lnTo>
                  <a:pt x="93081" y="3222694"/>
                </a:lnTo>
                <a:lnTo>
                  <a:pt x="68549" y="3235394"/>
                </a:lnTo>
                <a:lnTo>
                  <a:pt x="54386" y="3209994"/>
                </a:lnTo>
                <a:lnTo>
                  <a:pt x="78918" y="3197294"/>
                </a:lnTo>
                <a:close/>
              </a:path>
              <a:path w="7367905" h="7586980">
                <a:moveTo>
                  <a:pt x="2669034" y="3171894"/>
                </a:moveTo>
                <a:lnTo>
                  <a:pt x="2688236" y="3209994"/>
                </a:lnTo>
                <a:lnTo>
                  <a:pt x="2654979" y="3222694"/>
                </a:lnTo>
                <a:lnTo>
                  <a:pt x="2635784" y="3197294"/>
                </a:lnTo>
                <a:lnTo>
                  <a:pt x="2669034" y="3171894"/>
                </a:lnTo>
                <a:close/>
              </a:path>
              <a:path w="7367905" h="7586980">
                <a:moveTo>
                  <a:pt x="1735148" y="3146494"/>
                </a:moveTo>
                <a:lnTo>
                  <a:pt x="1759699" y="3197294"/>
                </a:lnTo>
                <a:lnTo>
                  <a:pt x="1717171" y="3222694"/>
                </a:lnTo>
                <a:lnTo>
                  <a:pt x="1692620" y="3171894"/>
                </a:lnTo>
                <a:lnTo>
                  <a:pt x="1735148" y="3146494"/>
                </a:lnTo>
                <a:close/>
              </a:path>
              <a:path w="7367905" h="7586980">
                <a:moveTo>
                  <a:pt x="801024" y="3133794"/>
                </a:moveTo>
                <a:lnTo>
                  <a:pt x="830296" y="3184594"/>
                </a:lnTo>
                <a:lnTo>
                  <a:pt x="779595" y="3209994"/>
                </a:lnTo>
                <a:lnTo>
                  <a:pt x="750323" y="3159194"/>
                </a:lnTo>
                <a:lnTo>
                  <a:pt x="801024" y="3133794"/>
                </a:lnTo>
                <a:close/>
              </a:path>
              <a:path w="7367905" h="7586980">
                <a:moveTo>
                  <a:pt x="2092855" y="3133794"/>
                </a:moveTo>
                <a:lnTo>
                  <a:pt x="2115832" y="3171894"/>
                </a:lnTo>
                <a:lnTo>
                  <a:pt x="2076033" y="3197294"/>
                </a:lnTo>
                <a:lnTo>
                  <a:pt x="2053056" y="3159194"/>
                </a:lnTo>
                <a:lnTo>
                  <a:pt x="2092855" y="3133794"/>
                </a:lnTo>
                <a:close/>
              </a:path>
              <a:path w="7367905" h="7586980">
                <a:moveTo>
                  <a:pt x="1158732" y="3108394"/>
                </a:moveTo>
                <a:lnTo>
                  <a:pt x="1186431" y="3159194"/>
                </a:lnTo>
                <a:lnTo>
                  <a:pt x="1138465" y="3184594"/>
                </a:lnTo>
                <a:lnTo>
                  <a:pt x="1110766" y="3133794"/>
                </a:lnTo>
                <a:lnTo>
                  <a:pt x="1158732" y="3108394"/>
                </a:lnTo>
                <a:close/>
              </a:path>
              <a:path w="7367905" h="7586980">
                <a:moveTo>
                  <a:pt x="2450340" y="3108394"/>
                </a:moveTo>
                <a:lnTo>
                  <a:pt x="2471116" y="3146494"/>
                </a:lnTo>
                <a:lnTo>
                  <a:pt x="2435130" y="3171894"/>
                </a:lnTo>
                <a:lnTo>
                  <a:pt x="2414361" y="3133794"/>
                </a:lnTo>
                <a:lnTo>
                  <a:pt x="2450340" y="3108394"/>
                </a:lnTo>
                <a:close/>
              </a:path>
              <a:path w="7367905" h="7586980">
                <a:moveTo>
                  <a:pt x="224381" y="3082994"/>
                </a:moveTo>
                <a:lnTo>
                  <a:pt x="256165" y="3146494"/>
                </a:lnTo>
                <a:lnTo>
                  <a:pt x="201112" y="3171894"/>
                </a:lnTo>
                <a:lnTo>
                  <a:pt x="169321" y="3121094"/>
                </a:lnTo>
                <a:lnTo>
                  <a:pt x="224381" y="3082994"/>
                </a:lnTo>
                <a:close/>
              </a:path>
              <a:path w="7367905" h="7586980">
                <a:moveTo>
                  <a:pt x="1516451" y="3095694"/>
                </a:moveTo>
                <a:lnTo>
                  <a:pt x="1542569" y="3133794"/>
                </a:lnTo>
                <a:lnTo>
                  <a:pt x="1497320" y="3159194"/>
                </a:lnTo>
                <a:lnTo>
                  <a:pt x="1471201" y="3121094"/>
                </a:lnTo>
                <a:lnTo>
                  <a:pt x="1516451" y="3095694"/>
                </a:lnTo>
                <a:close/>
              </a:path>
              <a:path w="7367905" h="7586980">
                <a:moveTo>
                  <a:pt x="2807931" y="3095694"/>
                </a:moveTo>
                <a:lnTo>
                  <a:pt x="2826822" y="3121094"/>
                </a:lnTo>
                <a:lnTo>
                  <a:pt x="2794111" y="3146494"/>
                </a:lnTo>
                <a:lnTo>
                  <a:pt x="2775227" y="3108394"/>
                </a:lnTo>
                <a:lnTo>
                  <a:pt x="2807931" y="3095694"/>
                </a:lnTo>
                <a:close/>
              </a:path>
              <a:path w="7367905" h="7586980">
                <a:moveTo>
                  <a:pt x="582322" y="3070294"/>
                </a:moveTo>
                <a:lnTo>
                  <a:pt x="613168" y="3121094"/>
                </a:lnTo>
                <a:lnTo>
                  <a:pt x="559745" y="3146494"/>
                </a:lnTo>
                <a:lnTo>
                  <a:pt x="528899" y="3095694"/>
                </a:lnTo>
                <a:lnTo>
                  <a:pt x="582322" y="3070294"/>
                </a:lnTo>
                <a:close/>
              </a:path>
              <a:path w="7367905" h="7586980">
                <a:moveTo>
                  <a:pt x="1874043" y="3070294"/>
                </a:moveTo>
                <a:lnTo>
                  <a:pt x="1898283" y="3108394"/>
                </a:lnTo>
                <a:lnTo>
                  <a:pt x="1856301" y="3133794"/>
                </a:lnTo>
                <a:lnTo>
                  <a:pt x="1832068" y="3095694"/>
                </a:lnTo>
                <a:lnTo>
                  <a:pt x="1874043" y="3070294"/>
                </a:lnTo>
                <a:close/>
              </a:path>
              <a:path w="7367905" h="7586980">
                <a:moveTo>
                  <a:pt x="940149" y="3044894"/>
                </a:moveTo>
                <a:lnTo>
                  <a:pt x="969732" y="3095694"/>
                </a:lnTo>
                <a:lnTo>
                  <a:pt x="918492" y="3133794"/>
                </a:lnTo>
                <a:lnTo>
                  <a:pt x="888903" y="3082994"/>
                </a:lnTo>
                <a:lnTo>
                  <a:pt x="940149" y="3044894"/>
                </a:lnTo>
                <a:close/>
              </a:path>
              <a:path w="7367905" h="7586980">
                <a:moveTo>
                  <a:pt x="2231757" y="3057594"/>
                </a:moveTo>
                <a:lnTo>
                  <a:pt x="2254417" y="3095694"/>
                </a:lnTo>
                <a:lnTo>
                  <a:pt x="2215170" y="3108394"/>
                </a:lnTo>
                <a:lnTo>
                  <a:pt x="2192510" y="3070294"/>
                </a:lnTo>
                <a:lnTo>
                  <a:pt x="2231757" y="3057594"/>
                </a:lnTo>
                <a:close/>
              </a:path>
              <a:path w="7367905" h="7586980">
                <a:moveTo>
                  <a:pt x="1297747" y="3032194"/>
                </a:moveTo>
                <a:lnTo>
                  <a:pt x="1325446" y="3082994"/>
                </a:lnTo>
                <a:lnTo>
                  <a:pt x="1277474" y="3108394"/>
                </a:lnTo>
                <a:lnTo>
                  <a:pt x="1249775" y="3057594"/>
                </a:lnTo>
                <a:lnTo>
                  <a:pt x="1297747" y="3032194"/>
                </a:lnTo>
                <a:close/>
              </a:path>
              <a:path w="7367905" h="7586980">
                <a:moveTo>
                  <a:pt x="2589240" y="3032194"/>
                </a:moveTo>
                <a:lnTo>
                  <a:pt x="2609698" y="3070294"/>
                </a:lnTo>
                <a:lnTo>
                  <a:pt x="2574264" y="3095694"/>
                </a:lnTo>
                <a:lnTo>
                  <a:pt x="2553806" y="3057594"/>
                </a:lnTo>
                <a:lnTo>
                  <a:pt x="2589240" y="3032194"/>
                </a:lnTo>
                <a:close/>
              </a:path>
              <a:path w="7367905" h="7586980">
                <a:moveTo>
                  <a:pt x="363511" y="3006794"/>
                </a:moveTo>
                <a:lnTo>
                  <a:pt x="395619" y="3057594"/>
                </a:lnTo>
                <a:lnTo>
                  <a:pt x="340007" y="3095694"/>
                </a:lnTo>
                <a:lnTo>
                  <a:pt x="307905" y="3044894"/>
                </a:lnTo>
                <a:lnTo>
                  <a:pt x="363511" y="3006794"/>
                </a:lnTo>
                <a:close/>
              </a:path>
              <a:path w="7367905" h="7586980">
                <a:moveTo>
                  <a:pt x="1655347" y="3006794"/>
                </a:moveTo>
                <a:lnTo>
                  <a:pt x="1681154" y="3057594"/>
                </a:lnTo>
                <a:lnTo>
                  <a:pt x="1636450" y="3082994"/>
                </a:lnTo>
                <a:lnTo>
                  <a:pt x="1610636" y="3032194"/>
                </a:lnTo>
                <a:lnTo>
                  <a:pt x="1655347" y="3006794"/>
                </a:lnTo>
                <a:close/>
              </a:path>
              <a:path w="7367905" h="7586980">
                <a:moveTo>
                  <a:pt x="721458" y="2981394"/>
                </a:moveTo>
                <a:lnTo>
                  <a:pt x="752614" y="3044894"/>
                </a:lnTo>
                <a:lnTo>
                  <a:pt x="698640" y="3070294"/>
                </a:lnTo>
                <a:lnTo>
                  <a:pt x="667483" y="3019494"/>
                </a:lnTo>
                <a:lnTo>
                  <a:pt x="721458" y="2981394"/>
                </a:lnTo>
                <a:close/>
              </a:path>
              <a:path w="7367905" h="7586980">
                <a:moveTo>
                  <a:pt x="2012946" y="2994094"/>
                </a:moveTo>
                <a:lnTo>
                  <a:pt x="2036862" y="3032194"/>
                </a:lnTo>
                <a:lnTo>
                  <a:pt x="1995433" y="3057594"/>
                </a:lnTo>
                <a:lnTo>
                  <a:pt x="1971516" y="3019494"/>
                </a:lnTo>
                <a:lnTo>
                  <a:pt x="2012946" y="2994094"/>
                </a:lnTo>
                <a:close/>
              </a:path>
              <a:path w="7367905" h="7586980">
                <a:moveTo>
                  <a:pt x="1079166" y="2968694"/>
                </a:moveTo>
                <a:lnTo>
                  <a:pt x="1108749" y="3019494"/>
                </a:lnTo>
                <a:lnTo>
                  <a:pt x="1057509" y="3044894"/>
                </a:lnTo>
                <a:lnTo>
                  <a:pt x="1027920" y="2994094"/>
                </a:lnTo>
                <a:lnTo>
                  <a:pt x="1079166" y="2968694"/>
                </a:lnTo>
                <a:close/>
              </a:path>
              <a:path w="7367905" h="7586980">
                <a:moveTo>
                  <a:pt x="2370659" y="2968694"/>
                </a:moveTo>
                <a:lnTo>
                  <a:pt x="2393008" y="3006794"/>
                </a:lnTo>
                <a:lnTo>
                  <a:pt x="2354294" y="3032194"/>
                </a:lnTo>
                <a:lnTo>
                  <a:pt x="2331945" y="2994094"/>
                </a:lnTo>
                <a:lnTo>
                  <a:pt x="2370659" y="2968694"/>
                </a:lnTo>
                <a:close/>
              </a:path>
              <a:path w="7367905" h="7586980">
                <a:moveTo>
                  <a:pt x="142853" y="2955994"/>
                </a:moveTo>
                <a:lnTo>
                  <a:pt x="171179" y="3006794"/>
                </a:lnTo>
                <a:lnTo>
                  <a:pt x="122115" y="3032194"/>
                </a:lnTo>
                <a:lnTo>
                  <a:pt x="93789" y="2981394"/>
                </a:lnTo>
                <a:lnTo>
                  <a:pt x="142853" y="2955994"/>
                </a:lnTo>
                <a:close/>
              </a:path>
              <a:path w="7367905" h="7586980">
                <a:moveTo>
                  <a:pt x="1436764" y="2943294"/>
                </a:moveTo>
                <a:lnTo>
                  <a:pt x="1464462" y="2994094"/>
                </a:lnTo>
                <a:lnTo>
                  <a:pt x="1416484" y="3019494"/>
                </a:lnTo>
                <a:lnTo>
                  <a:pt x="1388785" y="2981394"/>
                </a:lnTo>
                <a:lnTo>
                  <a:pt x="1436764" y="2943294"/>
                </a:lnTo>
                <a:close/>
              </a:path>
              <a:path w="7367905" h="7586980">
                <a:moveTo>
                  <a:pt x="502635" y="2930594"/>
                </a:moveTo>
                <a:lnTo>
                  <a:pt x="535054" y="2981394"/>
                </a:lnTo>
                <a:lnTo>
                  <a:pt x="478902" y="3019494"/>
                </a:lnTo>
                <a:lnTo>
                  <a:pt x="446483" y="2955994"/>
                </a:lnTo>
                <a:lnTo>
                  <a:pt x="502635" y="2930594"/>
                </a:lnTo>
                <a:close/>
              </a:path>
              <a:path w="7367905" h="7586980">
                <a:moveTo>
                  <a:pt x="2728136" y="2955994"/>
                </a:moveTo>
                <a:lnTo>
                  <a:pt x="2748277" y="2994094"/>
                </a:lnTo>
                <a:lnTo>
                  <a:pt x="2713389" y="3006794"/>
                </a:lnTo>
                <a:lnTo>
                  <a:pt x="2693248" y="2968694"/>
                </a:lnTo>
                <a:lnTo>
                  <a:pt x="2728136" y="2955994"/>
                </a:lnTo>
                <a:close/>
              </a:path>
              <a:path w="7367905" h="7586980">
                <a:moveTo>
                  <a:pt x="1794356" y="2930594"/>
                </a:moveTo>
                <a:lnTo>
                  <a:pt x="1820170" y="2981394"/>
                </a:lnTo>
                <a:lnTo>
                  <a:pt x="1775465" y="3006794"/>
                </a:lnTo>
                <a:lnTo>
                  <a:pt x="1749652" y="2955994"/>
                </a:lnTo>
                <a:lnTo>
                  <a:pt x="1794356" y="2930594"/>
                </a:lnTo>
                <a:close/>
              </a:path>
              <a:path w="7367905" h="7586980">
                <a:moveTo>
                  <a:pt x="860468" y="2905194"/>
                </a:moveTo>
                <a:lnTo>
                  <a:pt x="891625" y="2955994"/>
                </a:lnTo>
                <a:lnTo>
                  <a:pt x="837656" y="2994094"/>
                </a:lnTo>
                <a:lnTo>
                  <a:pt x="806493" y="2943294"/>
                </a:lnTo>
                <a:lnTo>
                  <a:pt x="860468" y="2905194"/>
                </a:lnTo>
                <a:close/>
              </a:path>
              <a:path w="7367905" h="7586980">
                <a:moveTo>
                  <a:pt x="2151962" y="2905194"/>
                </a:moveTo>
                <a:lnTo>
                  <a:pt x="2175878" y="2955994"/>
                </a:lnTo>
                <a:lnTo>
                  <a:pt x="2134442" y="2981394"/>
                </a:lnTo>
                <a:lnTo>
                  <a:pt x="2110526" y="2930594"/>
                </a:lnTo>
                <a:lnTo>
                  <a:pt x="2151962" y="2905194"/>
                </a:lnTo>
                <a:close/>
              </a:path>
              <a:path w="7367905" h="7586980">
                <a:moveTo>
                  <a:pt x="1218181" y="2892494"/>
                </a:moveTo>
                <a:lnTo>
                  <a:pt x="1247764" y="2943294"/>
                </a:lnTo>
                <a:lnTo>
                  <a:pt x="1196518" y="2968694"/>
                </a:lnTo>
                <a:lnTo>
                  <a:pt x="1166935" y="2917894"/>
                </a:lnTo>
                <a:lnTo>
                  <a:pt x="1218181" y="2892494"/>
                </a:lnTo>
                <a:close/>
              </a:path>
              <a:path w="7367905" h="7586980">
                <a:moveTo>
                  <a:pt x="2509552" y="2892494"/>
                </a:moveTo>
                <a:lnTo>
                  <a:pt x="2531584" y="2930594"/>
                </a:lnTo>
                <a:lnTo>
                  <a:pt x="2493422" y="2955994"/>
                </a:lnTo>
                <a:lnTo>
                  <a:pt x="2471391" y="2917894"/>
                </a:lnTo>
                <a:lnTo>
                  <a:pt x="2509552" y="2892494"/>
                </a:lnTo>
                <a:close/>
              </a:path>
              <a:path w="7367905" h="7586980">
                <a:moveTo>
                  <a:pt x="283824" y="2867094"/>
                </a:moveTo>
                <a:lnTo>
                  <a:pt x="317506" y="2930594"/>
                </a:lnTo>
                <a:lnTo>
                  <a:pt x="259172" y="2955994"/>
                </a:lnTo>
                <a:lnTo>
                  <a:pt x="225490" y="2905194"/>
                </a:lnTo>
                <a:lnTo>
                  <a:pt x="283824" y="2867094"/>
                </a:lnTo>
                <a:close/>
              </a:path>
              <a:path w="7367905" h="7586980">
                <a:moveTo>
                  <a:pt x="1575660" y="2867094"/>
                </a:moveTo>
                <a:lnTo>
                  <a:pt x="1603041" y="2917894"/>
                </a:lnTo>
                <a:lnTo>
                  <a:pt x="1555614" y="2943294"/>
                </a:lnTo>
                <a:lnTo>
                  <a:pt x="1528227" y="2892494"/>
                </a:lnTo>
                <a:lnTo>
                  <a:pt x="1575660" y="2867094"/>
                </a:lnTo>
                <a:close/>
              </a:path>
              <a:path w="7367905" h="7586980">
                <a:moveTo>
                  <a:pt x="641651" y="2841694"/>
                </a:moveTo>
                <a:lnTo>
                  <a:pt x="674070" y="2905194"/>
                </a:lnTo>
                <a:lnTo>
                  <a:pt x="617918" y="2930594"/>
                </a:lnTo>
                <a:lnTo>
                  <a:pt x="585499" y="2879794"/>
                </a:lnTo>
                <a:lnTo>
                  <a:pt x="641651" y="2841694"/>
                </a:lnTo>
                <a:close/>
              </a:path>
              <a:path w="7367905" h="7586980">
                <a:moveTo>
                  <a:pt x="1933259" y="2854394"/>
                </a:moveTo>
                <a:lnTo>
                  <a:pt x="1958749" y="2892494"/>
                </a:lnTo>
                <a:lnTo>
                  <a:pt x="1914597" y="2917894"/>
                </a:lnTo>
                <a:lnTo>
                  <a:pt x="1889100" y="2879794"/>
                </a:lnTo>
                <a:lnTo>
                  <a:pt x="1933259" y="2854394"/>
                </a:lnTo>
                <a:close/>
              </a:path>
              <a:path w="7367905" h="7586980">
                <a:moveTo>
                  <a:pt x="999479" y="2828994"/>
                </a:moveTo>
                <a:lnTo>
                  <a:pt x="1030642" y="2879794"/>
                </a:lnTo>
                <a:lnTo>
                  <a:pt x="976673" y="2917894"/>
                </a:lnTo>
                <a:lnTo>
                  <a:pt x="945510" y="2854394"/>
                </a:lnTo>
                <a:lnTo>
                  <a:pt x="999479" y="2828994"/>
                </a:lnTo>
                <a:close/>
              </a:path>
              <a:path w="7367905" h="7586980">
                <a:moveTo>
                  <a:pt x="2290858" y="2828994"/>
                </a:moveTo>
                <a:lnTo>
                  <a:pt x="2314464" y="2867094"/>
                </a:lnTo>
                <a:lnTo>
                  <a:pt x="2273573" y="2892494"/>
                </a:lnTo>
                <a:lnTo>
                  <a:pt x="2249967" y="2854394"/>
                </a:lnTo>
                <a:lnTo>
                  <a:pt x="2290858" y="2828994"/>
                </a:lnTo>
                <a:close/>
              </a:path>
              <a:path w="7367905" h="7586980">
                <a:moveTo>
                  <a:pt x="1357077" y="2803594"/>
                </a:moveTo>
                <a:lnTo>
                  <a:pt x="1386349" y="2854394"/>
                </a:lnTo>
                <a:lnTo>
                  <a:pt x="1335648" y="2892494"/>
                </a:lnTo>
                <a:lnTo>
                  <a:pt x="1306376" y="2841694"/>
                </a:lnTo>
                <a:lnTo>
                  <a:pt x="1357077" y="2803594"/>
                </a:lnTo>
                <a:close/>
              </a:path>
              <a:path w="7367905" h="7586980">
                <a:moveTo>
                  <a:pt x="422954" y="2790894"/>
                </a:moveTo>
                <a:lnTo>
                  <a:pt x="456947" y="2841694"/>
                </a:lnTo>
                <a:lnTo>
                  <a:pt x="398067" y="2879794"/>
                </a:lnTo>
                <a:lnTo>
                  <a:pt x="364074" y="2816294"/>
                </a:lnTo>
                <a:lnTo>
                  <a:pt x="422954" y="2790894"/>
                </a:lnTo>
                <a:close/>
              </a:path>
              <a:path w="7367905" h="7586980">
                <a:moveTo>
                  <a:pt x="2648335" y="2816294"/>
                </a:moveTo>
                <a:lnTo>
                  <a:pt x="2669739" y="2854394"/>
                </a:lnTo>
                <a:lnTo>
                  <a:pt x="2632675" y="2867094"/>
                </a:lnTo>
                <a:lnTo>
                  <a:pt x="2611271" y="2828994"/>
                </a:lnTo>
                <a:lnTo>
                  <a:pt x="2648335" y="2816294"/>
                </a:lnTo>
                <a:close/>
              </a:path>
              <a:path w="7367905" h="7586980">
                <a:moveTo>
                  <a:pt x="1714555" y="2790894"/>
                </a:moveTo>
                <a:lnTo>
                  <a:pt x="1741625" y="2841694"/>
                </a:lnTo>
                <a:lnTo>
                  <a:pt x="1694745" y="2867094"/>
                </a:lnTo>
                <a:lnTo>
                  <a:pt x="1667675" y="2816294"/>
                </a:lnTo>
                <a:lnTo>
                  <a:pt x="1714555" y="2790894"/>
                </a:lnTo>
                <a:close/>
              </a:path>
              <a:path w="7367905" h="7586980">
                <a:moveTo>
                  <a:pt x="56027" y="2841694"/>
                </a:moveTo>
                <a:lnTo>
                  <a:pt x="66415" y="2854394"/>
                </a:lnTo>
                <a:lnTo>
                  <a:pt x="48426" y="2867094"/>
                </a:lnTo>
                <a:lnTo>
                  <a:pt x="38038" y="2854394"/>
                </a:lnTo>
                <a:lnTo>
                  <a:pt x="56027" y="2841694"/>
                </a:lnTo>
                <a:close/>
              </a:path>
              <a:path w="7367905" h="7586980">
                <a:moveTo>
                  <a:pt x="780781" y="2765494"/>
                </a:moveTo>
                <a:lnTo>
                  <a:pt x="813512" y="2828994"/>
                </a:lnTo>
                <a:lnTo>
                  <a:pt x="756821" y="2854394"/>
                </a:lnTo>
                <a:lnTo>
                  <a:pt x="724084" y="2803594"/>
                </a:lnTo>
                <a:lnTo>
                  <a:pt x="780781" y="2765494"/>
                </a:lnTo>
                <a:close/>
              </a:path>
              <a:path w="7367905" h="7586980">
                <a:moveTo>
                  <a:pt x="2072155" y="2765494"/>
                </a:moveTo>
                <a:lnTo>
                  <a:pt x="2097340" y="2816294"/>
                </a:lnTo>
                <a:lnTo>
                  <a:pt x="2053727" y="2841694"/>
                </a:lnTo>
                <a:lnTo>
                  <a:pt x="2028541" y="2790894"/>
                </a:lnTo>
                <a:lnTo>
                  <a:pt x="2072155" y="2765494"/>
                </a:lnTo>
                <a:close/>
              </a:path>
              <a:path w="7367905" h="7586980">
                <a:moveTo>
                  <a:pt x="1138494" y="2752794"/>
                </a:moveTo>
                <a:lnTo>
                  <a:pt x="1169657" y="2803594"/>
                </a:lnTo>
                <a:lnTo>
                  <a:pt x="1115689" y="2828994"/>
                </a:lnTo>
                <a:lnTo>
                  <a:pt x="1084525" y="2778194"/>
                </a:lnTo>
                <a:lnTo>
                  <a:pt x="1138494" y="2752794"/>
                </a:lnTo>
                <a:close/>
              </a:path>
              <a:path w="7367905" h="7586980">
                <a:moveTo>
                  <a:pt x="2429751" y="2752794"/>
                </a:moveTo>
                <a:lnTo>
                  <a:pt x="2453046" y="2790894"/>
                </a:lnTo>
                <a:lnTo>
                  <a:pt x="2412701" y="2816294"/>
                </a:lnTo>
                <a:lnTo>
                  <a:pt x="2389413" y="2778194"/>
                </a:lnTo>
                <a:lnTo>
                  <a:pt x="2429751" y="2752794"/>
                </a:lnTo>
                <a:close/>
              </a:path>
              <a:path w="7367905" h="7586980">
                <a:moveTo>
                  <a:pt x="204144" y="2727394"/>
                </a:moveTo>
                <a:lnTo>
                  <a:pt x="239392" y="2790894"/>
                </a:lnTo>
                <a:lnTo>
                  <a:pt x="178336" y="2816294"/>
                </a:lnTo>
                <a:lnTo>
                  <a:pt x="143080" y="2765494"/>
                </a:lnTo>
                <a:lnTo>
                  <a:pt x="204144" y="2727394"/>
                </a:lnTo>
                <a:close/>
              </a:path>
              <a:path w="7367905" h="7586980">
                <a:moveTo>
                  <a:pt x="1496093" y="2727394"/>
                </a:moveTo>
                <a:lnTo>
                  <a:pt x="1525365" y="2778194"/>
                </a:lnTo>
                <a:lnTo>
                  <a:pt x="1474664" y="2803594"/>
                </a:lnTo>
                <a:lnTo>
                  <a:pt x="1445392" y="2752794"/>
                </a:lnTo>
                <a:lnTo>
                  <a:pt x="1496093" y="2727394"/>
                </a:lnTo>
                <a:close/>
              </a:path>
              <a:path w="7367905" h="7586980">
                <a:moveTo>
                  <a:pt x="561970" y="2701994"/>
                </a:moveTo>
                <a:lnTo>
                  <a:pt x="595963" y="2765494"/>
                </a:lnTo>
                <a:lnTo>
                  <a:pt x="537083" y="2803594"/>
                </a:lnTo>
                <a:lnTo>
                  <a:pt x="503090" y="2740094"/>
                </a:lnTo>
                <a:lnTo>
                  <a:pt x="561970" y="2701994"/>
                </a:lnTo>
                <a:close/>
              </a:path>
              <a:path w="7367905" h="7586980">
                <a:moveTo>
                  <a:pt x="1853572" y="2714694"/>
                </a:moveTo>
                <a:lnTo>
                  <a:pt x="1880642" y="2752794"/>
                </a:lnTo>
                <a:lnTo>
                  <a:pt x="1833761" y="2778194"/>
                </a:lnTo>
                <a:lnTo>
                  <a:pt x="1806691" y="2740094"/>
                </a:lnTo>
                <a:lnTo>
                  <a:pt x="1853572" y="2714694"/>
                </a:lnTo>
                <a:close/>
              </a:path>
              <a:path w="7367905" h="7586980">
                <a:moveTo>
                  <a:pt x="919798" y="2689294"/>
                </a:moveTo>
                <a:lnTo>
                  <a:pt x="952528" y="2740094"/>
                </a:lnTo>
                <a:lnTo>
                  <a:pt x="895831" y="2778194"/>
                </a:lnTo>
                <a:lnTo>
                  <a:pt x="863101" y="2714694"/>
                </a:lnTo>
                <a:lnTo>
                  <a:pt x="919798" y="2689294"/>
                </a:lnTo>
                <a:close/>
              </a:path>
              <a:path w="7367905" h="7586980">
                <a:moveTo>
                  <a:pt x="2211057" y="2689294"/>
                </a:moveTo>
                <a:lnTo>
                  <a:pt x="2235919" y="2740094"/>
                </a:lnTo>
                <a:lnTo>
                  <a:pt x="2192851" y="2752794"/>
                </a:lnTo>
                <a:lnTo>
                  <a:pt x="2167990" y="2714694"/>
                </a:lnTo>
                <a:lnTo>
                  <a:pt x="2211057" y="2689294"/>
                </a:lnTo>
                <a:close/>
              </a:path>
              <a:path w="7367905" h="7586980">
                <a:moveTo>
                  <a:pt x="1277511" y="2663894"/>
                </a:moveTo>
                <a:lnTo>
                  <a:pt x="1308674" y="2714694"/>
                </a:lnTo>
                <a:lnTo>
                  <a:pt x="1254699" y="2752794"/>
                </a:lnTo>
                <a:lnTo>
                  <a:pt x="1223543" y="2701994"/>
                </a:lnTo>
                <a:lnTo>
                  <a:pt x="1277511" y="2663894"/>
                </a:lnTo>
                <a:close/>
              </a:path>
              <a:path w="7367905" h="7586980">
                <a:moveTo>
                  <a:pt x="2568648" y="2676594"/>
                </a:moveTo>
                <a:lnTo>
                  <a:pt x="2591625" y="2714694"/>
                </a:lnTo>
                <a:lnTo>
                  <a:pt x="2551826" y="2740094"/>
                </a:lnTo>
                <a:lnTo>
                  <a:pt x="2528849" y="2689294"/>
                </a:lnTo>
                <a:lnTo>
                  <a:pt x="2568648" y="2676594"/>
                </a:lnTo>
                <a:close/>
              </a:path>
              <a:path w="7367905" h="7586980">
                <a:moveTo>
                  <a:pt x="343267" y="2638494"/>
                </a:moveTo>
                <a:lnTo>
                  <a:pt x="378833" y="2701994"/>
                </a:lnTo>
                <a:lnTo>
                  <a:pt x="317231" y="2740094"/>
                </a:lnTo>
                <a:lnTo>
                  <a:pt x="281664" y="2676594"/>
                </a:lnTo>
                <a:lnTo>
                  <a:pt x="343267" y="2638494"/>
                </a:lnTo>
                <a:close/>
              </a:path>
              <a:path w="7367905" h="7586980">
                <a:moveTo>
                  <a:pt x="1634989" y="2651194"/>
                </a:moveTo>
                <a:lnTo>
                  <a:pt x="1663943" y="2701994"/>
                </a:lnTo>
                <a:lnTo>
                  <a:pt x="1613788" y="2727394"/>
                </a:lnTo>
                <a:lnTo>
                  <a:pt x="1584834" y="2676594"/>
                </a:lnTo>
                <a:lnTo>
                  <a:pt x="1634989" y="2651194"/>
                </a:lnTo>
                <a:close/>
              </a:path>
              <a:path w="7367905" h="7586980">
                <a:moveTo>
                  <a:pt x="701094" y="2625794"/>
                </a:moveTo>
                <a:lnTo>
                  <a:pt x="735405" y="2689294"/>
                </a:lnTo>
                <a:lnTo>
                  <a:pt x="675979" y="2714694"/>
                </a:lnTo>
                <a:lnTo>
                  <a:pt x="641675" y="2663894"/>
                </a:lnTo>
                <a:lnTo>
                  <a:pt x="701094" y="2625794"/>
                </a:lnTo>
                <a:close/>
              </a:path>
              <a:path w="7367905" h="7586980">
                <a:moveTo>
                  <a:pt x="1992474" y="2625794"/>
                </a:moveTo>
                <a:lnTo>
                  <a:pt x="2019226" y="2676594"/>
                </a:lnTo>
                <a:lnTo>
                  <a:pt x="1972885" y="2701994"/>
                </a:lnTo>
                <a:lnTo>
                  <a:pt x="1946132" y="2651194"/>
                </a:lnTo>
                <a:lnTo>
                  <a:pt x="1992474" y="2625794"/>
                </a:lnTo>
                <a:close/>
              </a:path>
              <a:path w="7367905" h="7586980">
                <a:moveTo>
                  <a:pt x="1058813" y="2600394"/>
                </a:moveTo>
                <a:lnTo>
                  <a:pt x="1091543" y="2663894"/>
                </a:lnTo>
                <a:lnTo>
                  <a:pt x="1034846" y="2689294"/>
                </a:lnTo>
                <a:lnTo>
                  <a:pt x="1002116" y="2638494"/>
                </a:lnTo>
                <a:lnTo>
                  <a:pt x="1058813" y="2600394"/>
                </a:lnTo>
                <a:close/>
              </a:path>
              <a:path w="7367905" h="7586980">
                <a:moveTo>
                  <a:pt x="2349956" y="2613094"/>
                </a:moveTo>
                <a:lnTo>
                  <a:pt x="2374501" y="2651194"/>
                </a:lnTo>
                <a:lnTo>
                  <a:pt x="2331979" y="2676594"/>
                </a:lnTo>
                <a:lnTo>
                  <a:pt x="2307435" y="2638494"/>
                </a:lnTo>
                <a:lnTo>
                  <a:pt x="2349956" y="2613094"/>
                </a:lnTo>
                <a:close/>
              </a:path>
              <a:path w="7367905" h="7586980">
                <a:moveTo>
                  <a:pt x="1416406" y="2587694"/>
                </a:moveTo>
                <a:lnTo>
                  <a:pt x="1447252" y="2638494"/>
                </a:lnTo>
                <a:lnTo>
                  <a:pt x="1393829" y="2676594"/>
                </a:lnTo>
                <a:lnTo>
                  <a:pt x="1362983" y="2613094"/>
                </a:lnTo>
                <a:lnTo>
                  <a:pt x="1416406" y="2587694"/>
                </a:lnTo>
                <a:close/>
              </a:path>
              <a:path w="7367905" h="7586980">
                <a:moveTo>
                  <a:pt x="120770" y="2600394"/>
                </a:moveTo>
                <a:lnTo>
                  <a:pt x="147522" y="2638494"/>
                </a:lnTo>
                <a:lnTo>
                  <a:pt x="101181" y="2676594"/>
                </a:lnTo>
                <a:lnTo>
                  <a:pt x="74428" y="2625794"/>
                </a:lnTo>
                <a:lnTo>
                  <a:pt x="120770" y="2600394"/>
                </a:lnTo>
                <a:close/>
              </a:path>
              <a:path w="7367905" h="7586980">
                <a:moveTo>
                  <a:pt x="482283" y="2562294"/>
                </a:moveTo>
                <a:lnTo>
                  <a:pt x="517849" y="2625794"/>
                </a:lnTo>
                <a:lnTo>
                  <a:pt x="456247" y="2663894"/>
                </a:lnTo>
                <a:lnTo>
                  <a:pt x="420680" y="2600394"/>
                </a:lnTo>
                <a:lnTo>
                  <a:pt x="482283" y="2562294"/>
                </a:lnTo>
                <a:close/>
              </a:path>
              <a:path w="7367905" h="7586980">
                <a:moveTo>
                  <a:pt x="1773891" y="2562294"/>
                </a:moveTo>
                <a:lnTo>
                  <a:pt x="1802534" y="2613094"/>
                </a:lnTo>
                <a:lnTo>
                  <a:pt x="1752925" y="2651194"/>
                </a:lnTo>
                <a:lnTo>
                  <a:pt x="1724282" y="2600394"/>
                </a:lnTo>
                <a:lnTo>
                  <a:pt x="1773891" y="2562294"/>
                </a:lnTo>
                <a:close/>
              </a:path>
              <a:path w="7367905" h="7586980">
                <a:moveTo>
                  <a:pt x="840111" y="2549594"/>
                </a:moveTo>
                <a:lnTo>
                  <a:pt x="874421" y="2600394"/>
                </a:lnTo>
                <a:lnTo>
                  <a:pt x="814995" y="2638494"/>
                </a:lnTo>
                <a:lnTo>
                  <a:pt x="780691" y="2574994"/>
                </a:lnTo>
                <a:lnTo>
                  <a:pt x="840111" y="2549594"/>
                </a:lnTo>
                <a:close/>
              </a:path>
              <a:path w="7367905" h="7586980">
                <a:moveTo>
                  <a:pt x="2131370" y="2549594"/>
                </a:moveTo>
                <a:lnTo>
                  <a:pt x="2157805" y="2600394"/>
                </a:lnTo>
                <a:lnTo>
                  <a:pt x="2112016" y="2625794"/>
                </a:lnTo>
                <a:lnTo>
                  <a:pt x="2085574" y="2574994"/>
                </a:lnTo>
                <a:lnTo>
                  <a:pt x="2131370" y="2549594"/>
                </a:lnTo>
                <a:close/>
              </a:path>
              <a:path w="7367905" h="7586980">
                <a:moveTo>
                  <a:pt x="1197823" y="2524194"/>
                </a:moveTo>
                <a:lnTo>
                  <a:pt x="1230560" y="2587694"/>
                </a:lnTo>
                <a:lnTo>
                  <a:pt x="1173856" y="2613094"/>
                </a:lnTo>
                <a:lnTo>
                  <a:pt x="1141126" y="2562294"/>
                </a:lnTo>
                <a:lnTo>
                  <a:pt x="1197823" y="2524194"/>
                </a:lnTo>
                <a:close/>
              </a:path>
              <a:path w="7367905" h="7586980">
                <a:moveTo>
                  <a:pt x="2488853" y="2536894"/>
                </a:moveTo>
                <a:lnTo>
                  <a:pt x="2513093" y="2574994"/>
                </a:lnTo>
                <a:lnTo>
                  <a:pt x="2471111" y="2600394"/>
                </a:lnTo>
                <a:lnTo>
                  <a:pt x="2446871" y="2549594"/>
                </a:lnTo>
                <a:lnTo>
                  <a:pt x="2488853" y="2536894"/>
                </a:lnTo>
                <a:close/>
              </a:path>
              <a:path w="7367905" h="7586980">
                <a:moveTo>
                  <a:pt x="263586" y="2498794"/>
                </a:moveTo>
                <a:lnTo>
                  <a:pt x="300726" y="2562294"/>
                </a:lnTo>
                <a:lnTo>
                  <a:pt x="236396" y="2600394"/>
                </a:lnTo>
                <a:lnTo>
                  <a:pt x="199255" y="2536894"/>
                </a:lnTo>
                <a:lnTo>
                  <a:pt x="263586" y="2498794"/>
                </a:lnTo>
                <a:close/>
              </a:path>
              <a:path w="7367905" h="7586980">
                <a:moveTo>
                  <a:pt x="1555308" y="2511494"/>
                </a:moveTo>
                <a:lnTo>
                  <a:pt x="1585837" y="2562294"/>
                </a:lnTo>
                <a:lnTo>
                  <a:pt x="1532953" y="2587694"/>
                </a:lnTo>
                <a:lnTo>
                  <a:pt x="1502425" y="2536894"/>
                </a:lnTo>
                <a:lnTo>
                  <a:pt x="1555308" y="2511494"/>
                </a:lnTo>
                <a:close/>
              </a:path>
              <a:path w="7367905" h="7586980">
                <a:moveTo>
                  <a:pt x="621406" y="2486094"/>
                </a:moveTo>
                <a:lnTo>
                  <a:pt x="657291" y="2549594"/>
                </a:lnTo>
                <a:lnTo>
                  <a:pt x="595143" y="2587694"/>
                </a:lnTo>
                <a:lnTo>
                  <a:pt x="559265" y="2524194"/>
                </a:lnTo>
                <a:lnTo>
                  <a:pt x="621406" y="2486094"/>
                </a:lnTo>
                <a:close/>
              </a:path>
              <a:path w="7367905" h="7586980">
                <a:moveTo>
                  <a:pt x="1912786" y="2486094"/>
                </a:moveTo>
                <a:lnTo>
                  <a:pt x="1941113" y="2536894"/>
                </a:lnTo>
                <a:lnTo>
                  <a:pt x="1892049" y="2562294"/>
                </a:lnTo>
                <a:lnTo>
                  <a:pt x="1863723" y="2511494"/>
                </a:lnTo>
                <a:lnTo>
                  <a:pt x="1912786" y="2486094"/>
                </a:lnTo>
                <a:close/>
              </a:path>
              <a:path w="7367905" h="7586980">
                <a:moveTo>
                  <a:pt x="979126" y="2460694"/>
                </a:moveTo>
                <a:lnTo>
                  <a:pt x="1013430" y="2524194"/>
                </a:lnTo>
                <a:lnTo>
                  <a:pt x="954010" y="2562294"/>
                </a:lnTo>
                <a:lnTo>
                  <a:pt x="919707" y="2498794"/>
                </a:lnTo>
                <a:lnTo>
                  <a:pt x="979126" y="2460694"/>
                </a:lnTo>
                <a:close/>
              </a:path>
              <a:path w="7367905" h="7586980">
                <a:moveTo>
                  <a:pt x="2270149" y="2473394"/>
                </a:moveTo>
                <a:lnTo>
                  <a:pt x="2295962" y="2511494"/>
                </a:lnTo>
                <a:lnTo>
                  <a:pt x="2251258" y="2536894"/>
                </a:lnTo>
                <a:lnTo>
                  <a:pt x="2225445" y="2498794"/>
                </a:lnTo>
                <a:lnTo>
                  <a:pt x="2270149" y="2473394"/>
                </a:lnTo>
                <a:close/>
              </a:path>
              <a:path w="7367905" h="7586980">
                <a:moveTo>
                  <a:pt x="1336719" y="2447994"/>
                </a:moveTo>
                <a:lnTo>
                  <a:pt x="1369138" y="2498794"/>
                </a:lnTo>
                <a:lnTo>
                  <a:pt x="1312987" y="2536894"/>
                </a:lnTo>
                <a:lnTo>
                  <a:pt x="1280567" y="2473394"/>
                </a:lnTo>
                <a:lnTo>
                  <a:pt x="1336719" y="2447994"/>
                </a:lnTo>
                <a:close/>
              </a:path>
              <a:path w="7367905" h="7586980">
                <a:moveTo>
                  <a:pt x="402717" y="2422594"/>
                </a:moveTo>
                <a:lnTo>
                  <a:pt x="440174" y="2486094"/>
                </a:lnTo>
                <a:lnTo>
                  <a:pt x="375291" y="2524194"/>
                </a:lnTo>
                <a:lnTo>
                  <a:pt x="337840" y="2460694"/>
                </a:lnTo>
                <a:lnTo>
                  <a:pt x="402717" y="2422594"/>
                </a:lnTo>
                <a:close/>
              </a:path>
              <a:path w="7367905" h="7586980">
                <a:moveTo>
                  <a:pt x="1694204" y="2422594"/>
                </a:moveTo>
                <a:lnTo>
                  <a:pt x="1724421" y="2473394"/>
                </a:lnTo>
                <a:lnTo>
                  <a:pt x="1672090" y="2511494"/>
                </a:lnTo>
                <a:lnTo>
                  <a:pt x="1641872" y="2460694"/>
                </a:lnTo>
                <a:lnTo>
                  <a:pt x="1694204" y="2422594"/>
                </a:lnTo>
                <a:close/>
              </a:path>
              <a:path w="7367905" h="7586980">
                <a:moveTo>
                  <a:pt x="760424" y="2409894"/>
                </a:moveTo>
                <a:lnTo>
                  <a:pt x="796307" y="2460694"/>
                </a:lnTo>
                <a:lnTo>
                  <a:pt x="734159" y="2498794"/>
                </a:lnTo>
                <a:lnTo>
                  <a:pt x="698275" y="2435294"/>
                </a:lnTo>
                <a:lnTo>
                  <a:pt x="760424" y="2409894"/>
                </a:lnTo>
                <a:close/>
              </a:path>
              <a:path w="7367905" h="7586980">
                <a:moveTo>
                  <a:pt x="33017" y="2486094"/>
                </a:moveTo>
                <a:lnTo>
                  <a:pt x="39312" y="2498794"/>
                </a:lnTo>
                <a:lnTo>
                  <a:pt x="22116" y="2498794"/>
                </a:lnTo>
                <a:lnTo>
                  <a:pt x="33017" y="2486094"/>
                </a:lnTo>
                <a:close/>
              </a:path>
              <a:path w="7367905" h="7586980">
                <a:moveTo>
                  <a:pt x="2051683" y="2409894"/>
                </a:moveTo>
                <a:lnTo>
                  <a:pt x="2079698" y="2460694"/>
                </a:lnTo>
                <a:lnTo>
                  <a:pt x="2031174" y="2486094"/>
                </a:lnTo>
                <a:lnTo>
                  <a:pt x="2003166" y="2435294"/>
                </a:lnTo>
                <a:lnTo>
                  <a:pt x="2051683" y="2409894"/>
                </a:lnTo>
                <a:close/>
              </a:path>
              <a:path w="7367905" h="7586980">
                <a:moveTo>
                  <a:pt x="1118142" y="2384494"/>
                </a:moveTo>
                <a:lnTo>
                  <a:pt x="1152446" y="2447994"/>
                </a:lnTo>
                <a:lnTo>
                  <a:pt x="1093020" y="2473394"/>
                </a:lnTo>
                <a:lnTo>
                  <a:pt x="1058716" y="2422594"/>
                </a:lnTo>
                <a:lnTo>
                  <a:pt x="1118142" y="2384494"/>
                </a:lnTo>
                <a:close/>
              </a:path>
              <a:path w="7367905" h="7586980">
                <a:moveTo>
                  <a:pt x="183784" y="2359094"/>
                </a:moveTo>
                <a:lnTo>
                  <a:pt x="222188" y="2435294"/>
                </a:lnTo>
                <a:lnTo>
                  <a:pt x="155674" y="2473394"/>
                </a:lnTo>
                <a:lnTo>
                  <a:pt x="117277" y="2397194"/>
                </a:lnTo>
                <a:lnTo>
                  <a:pt x="183784" y="2359094"/>
                </a:lnTo>
                <a:close/>
              </a:path>
              <a:path w="7367905" h="7586980">
                <a:moveTo>
                  <a:pt x="2409052" y="2384494"/>
                </a:moveTo>
                <a:lnTo>
                  <a:pt x="2434542" y="2435294"/>
                </a:lnTo>
                <a:lnTo>
                  <a:pt x="2390390" y="2460694"/>
                </a:lnTo>
                <a:lnTo>
                  <a:pt x="2364894" y="2409894"/>
                </a:lnTo>
                <a:lnTo>
                  <a:pt x="2409052" y="2384494"/>
                </a:lnTo>
                <a:close/>
              </a:path>
              <a:path w="7367905" h="7586980">
                <a:moveTo>
                  <a:pt x="1475621" y="2371794"/>
                </a:moveTo>
                <a:lnTo>
                  <a:pt x="1507729" y="2422594"/>
                </a:lnTo>
                <a:lnTo>
                  <a:pt x="1452117" y="2447994"/>
                </a:lnTo>
                <a:lnTo>
                  <a:pt x="1420015" y="2397194"/>
                </a:lnTo>
                <a:lnTo>
                  <a:pt x="1475621" y="2371794"/>
                </a:lnTo>
                <a:close/>
              </a:path>
              <a:path w="7367905" h="7586980">
                <a:moveTo>
                  <a:pt x="541727" y="2346394"/>
                </a:moveTo>
                <a:lnTo>
                  <a:pt x="579184" y="2409894"/>
                </a:lnTo>
                <a:lnTo>
                  <a:pt x="514307" y="2447994"/>
                </a:lnTo>
                <a:lnTo>
                  <a:pt x="476856" y="2384494"/>
                </a:lnTo>
                <a:lnTo>
                  <a:pt x="541727" y="2346394"/>
                </a:lnTo>
                <a:close/>
              </a:path>
              <a:path w="7367905" h="7586980">
                <a:moveTo>
                  <a:pt x="1833099" y="2346394"/>
                </a:moveTo>
                <a:lnTo>
                  <a:pt x="1863000" y="2397194"/>
                </a:lnTo>
                <a:lnTo>
                  <a:pt x="1811214" y="2422594"/>
                </a:lnTo>
                <a:lnTo>
                  <a:pt x="1781313" y="2371794"/>
                </a:lnTo>
                <a:lnTo>
                  <a:pt x="1833099" y="2346394"/>
                </a:lnTo>
                <a:close/>
              </a:path>
              <a:path w="7367905" h="7586980">
                <a:moveTo>
                  <a:pt x="899439" y="2320994"/>
                </a:moveTo>
                <a:lnTo>
                  <a:pt x="935323" y="2384494"/>
                </a:lnTo>
                <a:lnTo>
                  <a:pt x="873174" y="2422594"/>
                </a:lnTo>
                <a:lnTo>
                  <a:pt x="837290" y="2359094"/>
                </a:lnTo>
                <a:lnTo>
                  <a:pt x="899439" y="2320994"/>
                </a:lnTo>
                <a:close/>
              </a:path>
              <a:path w="7367905" h="7586980">
                <a:moveTo>
                  <a:pt x="2190468" y="2333694"/>
                </a:moveTo>
                <a:lnTo>
                  <a:pt x="2217849" y="2371794"/>
                </a:lnTo>
                <a:lnTo>
                  <a:pt x="2170423" y="2409894"/>
                </a:lnTo>
                <a:lnTo>
                  <a:pt x="2143042" y="2359094"/>
                </a:lnTo>
                <a:lnTo>
                  <a:pt x="2190468" y="2333694"/>
                </a:lnTo>
                <a:close/>
              </a:path>
              <a:path w="7367905" h="7586980">
                <a:moveTo>
                  <a:pt x="1257038" y="2308294"/>
                </a:moveTo>
                <a:lnTo>
                  <a:pt x="1291031" y="2359094"/>
                </a:lnTo>
                <a:lnTo>
                  <a:pt x="1232157" y="2397194"/>
                </a:lnTo>
                <a:lnTo>
                  <a:pt x="1198164" y="2333694"/>
                </a:lnTo>
                <a:lnTo>
                  <a:pt x="1257038" y="2308294"/>
                </a:lnTo>
                <a:close/>
              </a:path>
              <a:path w="7367905" h="7586980">
                <a:moveTo>
                  <a:pt x="323143" y="2282894"/>
                </a:moveTo>
                <a:lnTo>
                  <a:pt x="362486" y="2346394"/>
                </a:lnTo>
                <a:lnTo>
                  <a:pt x="294347" y="2384494"/>
                </a:lnTo>
                <a:lnTo>
                  <a:pt x="254999" y="2320994"/>
                </a:lnTo>
                <a:lnTo>
                  <a:pt x="323143" y="2282894"/>
                </a:lnTo>
                <a:close/>
              </a:path>
              <a:path w="7367905" h="7586980">
                <a:moveTo>
                  <a:pt x="1614523" y="2282894"/>
                </a:moveTo>
                <a:lnTo>
                  <a:pt x="1646307" y="2346394"/>
                </a:lnTo>
                <a:lnTo>
                  <a:pt x="1591248" y="2371794"/>
                </a:lnTo>
                <a:lnTo>
                  <a:pt x="1559463" y="2320994"/>
                </a:lnTo>
                <a:lnTo>
                  <a:pt x="1614523" y="2282894"/>
                </a:lnTo>
                <a:close/>
              </a:path>
              <a:path w="7367905" h="7586980">
                <a:moveTo>
                  <a:pt x="680857" y="2257494"/>
                </a:moveTo>
                <a:lnTo>
                  <a:pt x="718626" y="2333694"/>
                </a:lnTo>
                <a:lnTo>
                  <a:pt x="653203" y="2359094"/>
                </a:lnTo>
                <a:lnTo>
                  <a:pt x="615435" y="2295594"/>
                </a:lnTo>
                <a:lnTo>
                  <a:pt x="680857" y="2257494"/>
                </a:lnTo>
                <a:close/>
              </a:path>
              <a:path w="7367905" h="7586980">
                <a:moveTo>
                  <a:pt x="1972002" y="2270194"/>
                </a:moveTo>
                <a:lnTo>
                  <a:pt x="2001585" y="2320994"/>
                </a:lnTo>
                <a:lnTo>
                  <a:pt x="1950345" y="2346394"/>
                </a:lnTo>
                <a:lnTo>
                  <a:pt x="1920756" y="2295594"/>
                </a:lnTo>
                <a:lnTo>
                  <a:pt x="1972002" y="2270194"/>
                </a:lnTo>
                <a:close/>
              </a:path>
              <a:path w="7367905" h="7586980">
                <a:moveTo>
                  <a:pt x="1038455" y="2244794"/>
                </a:moveTo>
                <a:lnTo>
                  <a:pt x="1074333" y="2308294"/>
                </a:lnTo>
                <a:lnTo>
                  <a:pt x="1012185" y="2346394"/>
                </a:lnTo>
                <a:lnTo>
                  <a:pt x="976301" y="2282894"/>
                </a:lnTo>
                <a:lnTo>
                  <a:pt x="1038455" y="2244794"/>
                </a:lnTo>
                <a:close/>
              </a:path>
              <a:path w="7367905" h="7586980">
                <a:moveTo>
                  <a:pt x="2329365" y="2244794"/>
                </a:moveTo>
                <a:lnTo>
                  <a:pt x="2356435" y="2295594"/>
                </a:lnTo>
                <a:lnTo>
                  <a:pt x="2309554" y="2320994"/>
                </a:lnTo>
                <a:lnTo>
                  <a:pt x="2282484" y="2270194"/>
                </a:lnTo>
                <a:lnTo>
                  <a:pt x="2329365" y="2244794"/>
                </a:lnTo>
                <a:close/>
              </a:path>
              <a:path w="7367905" h="7586980">
                <a:moveTo>
                  <a:pt x="1395934" y="2219394"/>
                </a:moveTo>
                <a:lnTo>
                  <a:pt x="1429616" y="2282894"/>
                </a:lnTo>
                <a:lnTo>
                  <a:pt x="1371282" y="2320994"/>
                </a:lnTo>
                <a:lnTo>
                  <a:pt x="1337600" y="2257494"/>
                </a:lnTo>
                <a:lnTo>
                  <a:pt x="1395934" y="2219394"/>
                </a:lnTo>
                <a:close/>
              </a:path>
              <a:path w="7367905" h="7586980">
                <a:moveTo>
                  <a:pt x="462160" y="2206694"/>
                </a:moveTo>
                <a:lnTo>
                  <a:pt x="501502" y="2270194"/>
                </a:lnTo>
                <a:lnTo>
                  <a:pt x="433364" y="2308294"/>
                </a:lnTo>
                <a:lnTo>
                  <a:pt x="394015" y="2244794"/>
                </a:lnTo>
                <a:lnTo>
                  <a:pt x="462160" y="2206694"/>
                </a:lnTo>
                <a:close/>
              </a:path>
              <a:path w="7367905" h="7586980">
                <a:moveTo>
                  <a:pt x="97993" y="2244794"/>
                </a:moveTo>
                <a:lnTo>
                  <a:pt x="121288" y="2282894"/>
                </a:lnTo>
                <a:lnTo>
                  <a:pt x="80943" y="2308294"/>
                </a:lnTo>
                <a:lnTo>
                  <a:pt x="57655" y="2270194"/>
                </a:lnTo>
                <a:lnTo>
                  <a:pt x="97993" y="2244794"/>
                </a:lnTo>
                <a:close/>
              </a:path>
              <a:path w="7367905" h="7586980">
                <a:moveTo>
                  <a:pt x="1753418" y="2206694"/>
                </a:moveTo>
                <a:lnTo>
                  <a:pt x="1784892" y="2257494"/>
                </a:lnTo>
                <a:lnTo>
                  <a:pt x="1730377" y="2295594"/>
                </a:lnTo>
                <a:lnTo>
                  <a:pt x="1698904" y="2232094"/>
                </a:lnTo>
                <a:lnTo>
                  <a:pt x="1753418" y="2206694"/>
                </a:lnTo>
                <a:close/>
              </a:path>
              <a:path w="7367905" h="7586980">
                <a:moveTo>
                  <a:pt x="819866" y="2181294"/>
                </a:moveTo>
                <a:lnTo>
                  <a:pt x="857634" y="2244794"/>
                </a:lnTo>
                <a:lnTo>
                  <a:pt x="792218" y="2282894"/>
                </a:lnTo>
                <a:lnTo>
                  <a:pt x="754450" y="2219394"/>
                </a:lnTo>
                <a:lnTo>
                  <a:pt x="819866" y="2181294"/>
                </a:lnTo>
                <a:close/>
              </a:path>
              <a:path w="7367905" h="7586980">
                <a:moveTo>
                  <a:pt x="2110902" y="2181294"/>
                </a:moveTo>
                <a:lnTo>
                  <a:pt x="2140174" y="2232094"/>
                </a:lnTo>
                <a:lnTo>
                  <a:pt x="2089473" y="2270194"/>
                </a:lnTo>
                <a:lnTo>
                  <a:pt x="2060201" y="2219394"/>
                </a:lnTo>
                <a:lnTo>
                  <a:pt x="2110902" y="2181294"/>
                </a:lnTo>
                <a:close/>
              </a:path>
              <a:path w="7367905" h="7586980">
                <a:moveTo>
                  <a:pt x="1177357" y="2168594"/>
                </a:moveTo>
                <a:lnTo>
                  <a:pt x="1212924" y="2219394"/>
                </a:lnTo>
                <a:lnTo>
                  <a:pt x="1151315" y="2257494"/>
                </a:lnTo>
                <a:lnTo>
                  <a:pt x="1115749" y="2193994"/>
                </a:lnTo>
                <a:lnTo>
                  <a:pt x="1177357" y="2168594"/>
                </a:lnTo>
                <a:close/>
              </a:path>
              <a:path w="7367905" h="7586980">
                <a:moveTo>
                  <a:pt x="243577" y="2143194"/>
                </a:moveTo>
                <a:lnTo>
                  <a:pt x="284811" y="2206694"/>
                </a:lnTo>
                <a:lnTo>
                  <a:pt x="213392" y="2257494"/>
                </a:lnTo>
                <a:lnTo>
                  <a:pt x="172158" y="2181294"/>
                </a:lnTo>
                <a:lnTo>
                  <a:pt x="243577" y="2143194"/>
                </a:lnTo>
                <a:close/>
              </a:path>
              <a:path w="7367905" h="7586980">
                <a:moveTo>
                  <a:pt x="1534836" y="2143194"/>
                </a:moveTo>
                <a:lnTo>
                  <a:pt x="1568194" y="2206694"/>
                </a:lnTo>
                <a:lnTo>
                  <a:pt x="1510412" y="2232094"/>
                </a:lnTo>
                <a:lnTo>
                  <a:pt x="1477054" y="2181294"/>
                </a:lnTo>
                <a:lnTo>
                  <a:pt x="1534836" y="2143194"/>
                </a:lnTo>
                <a:close/>
              </a:path>
              <a:path w="7367905" h="7586980">
                <a:moveTo>
                  <a:pt x="601291" y="2117794"/>
                </a:moveTo>
                <a:lnTo>
                  <a:pt x="640944" y="2193994"/>
                </a:lnTo>
                <a:lnTo>
                  <a:pt x="572260" y="2232094"/>
                </a:lnTo>
                <a:lnTo>
                  <a:pt x="532601" y="2155894"/>
                </a:lnTo>
                <a:lnTo>
                  <a:pt x="601291" y="2117794"/>
                </a:lnTo>
                <a:close/>
              </a:path>
              <a:path w="7367905" h="7586980">
                <a:moveTo>
                  <a:pt x="1892315" y="2130494"/>
                </a:moveTo>
                <a:lnTo>
                  <a:pt x="1923478" y="2181294"/>
                </a:lnTo>
                <a:lnTo>
                  <a:pt x="1869503" y="2206694"/>
                </a:lnTo>
                <a:lnTo>
                  <a:pt x="1838347" y="2155894"/>
                </a:lnTo>
                <a:lnTo>
                  <a:pt x="1892315" y="2130494"/>
                </a:lnTo>
                <a:close/>
              </a:path>
              <a:path w="7367905" h="7586980">
                <a:moveTo>
                  <a:pt x="958774" y="2105094"/>
                </a:moveTo>
                <a:lnTo>
                  <a:pt x="996225" y="2168594"/>
                </a:lnTo>
                <a:lnTo>
                  <a:pt x="931349" y="2206694"/>
                </a:lnTo>
                <a:lnTo>
                  <a:pt x="893891" y="2143194"/>
                </a:lnTo>
                <a:lnTo>
                  <a:pt x="958774" y="2105094"/>
                </a:lnTo>
                <a:close/>
              </a:path>
              <a:path w="7367905" h="7586980">
                <a:moveTo>
                  <a:pt x="2249684" y="2105094"/>
                </a:moveTo>
                <a:lnTo>
                  <a:pt x="2278328" y="2155894"/>
                </a:lnTo>
                <a:lnTo>
                  <a:pt x="2228718" y="2181294"/>
                </a:lnTo>
                <a:lnTo>
                  <a:pt x="2200075" y="2130494"/>
                </a:lnTo>
                <a:lnTo>
                  <a:pt x="2249684" y="2105094"/>
                </a:lnTo>
                <a:close/>
              </a:path>
              <a:path w="7367905" h="7586980">
                <a:moveTo>
                  <a:pt x="1316253" y="2079694"/>
                </a:moveTo>
                <a:lnTo>
                  <a:pt x="1351502" y="2143194"/>
                </a:lnTo>
                <a:lnTo>
                  <a:pt x="1290446" y="2181294"/>
                </a:lnTo>
                <a:lnTo>
                  <a:pt x="1255190" y="2117794"/>
                </a:lnTo>
                <a:lnTo>
                  <a:pt x="1316253" y="2079694"/>
                </a:lnTo>
                <a:close/>
              </a:path>
              <a:path w="7367905" h="7586980">
                <a:moveTo>
                  <a:pt x="382593" y="2054294"/>
                </a:moveTo>
                <a:lnTo>
                  <a:pt x="423820" y="2130494"/>
                </a:lnTo>
                <a:lnTo>
                  <a:pt x="352408" y="2168594"/>
                </a:lnTo>
                <a:lnTo>
                  <a:pt x="311174" y="2105094"/>
                </a:lnTo>
                <a:lnTo>
                  <a:pt x="382593" y="2054294"/>
                </a:lnTo>
                <a:close/>
              </a:path>
              <a:path w="7367905" h="7586980">
                <a:moveTo>
                  <a:pt x="1673731" y="2066994"/>
                </a:moveTo>
                <a:lnTo>
                  <a:pt x="1706779" y="2117794"/>
                </a:lnTo>
                <a:lnTo>
                  <a:pt x="1649542" y="2155894"/>
                </a:lnTo>
                <a:lnTo>
                  <a:pt x="1616488" y="2092394"/>
                </a:lnTo>
                <a:lnTo>
                  <a:pt x="1673731" y="2066994"/>
                </a:lnTo>
                <a:close/>
              </a:path>
              <a:path w="7367905" h="7586980">
                <a:moveTo>
                  <a:pt x="740299" y="2041594"/>
                </a:moveTo>
                <a:lnTo>
                  <a:pt x="779959" y="2105094"/>
                </a:lnTo>
                <a:lnTo>
                  <a:pt x="711269" y="2143194"/>
                </a:lnTo>
                <a:lnTo>
                  <a:pt x="671609" y="2079694"/>
                </a:lnTo>
                <a:lnTo>
                  <a:pt x="740299" y="2041594"/>
                </a:lnTo>
                <a:close/>
              </a:path>
              <a:path w="7367905" h="7586980">
                <a:moveTo>
                  <a:pt x="5342" y="2130494"/>
                </a:moveTo>
                <a:lnTo>
                  <a:pt x="10247" y="2130494"/>
                </a:lnTo>
                <a:lnTo>
                  <a:pt x="13077" y="2143194"/>
                </a:lnTo>
                <a:lnTo>
                  <a:pt x="8172" y="2143194"/>
                </a:lnTo>
                <a:lnTo>
                  <a:pt x="5342" y="2130494"/>
                </a:lnTo>
                <a:close/>
              </a:path>
              <a:path w="7367905" h="7586980">
                <a:moveTo>
                  <a:pt x="2031215" y="2041594"/>
                </a:moveTo>
                <a:lnTo>
                  <a:pt x="2062061" y="2105094"/>
                </a:lnTo>
                <a:lnTo>
                  <a:pt x="2008637" y="2130494"/>
                </a:lnTo>
                <a:lnTo>
                  <a:pt x="1977791" y="2079694"/>
                </a:lnTo>
                <a:lnTo>
                  <a:pt x="2031215" y="2041594"/>
                </a:lnTo>
                <a:close/>
              </a:path>
              <a:path w="7367905" h="7586980">
                <a:moveTo>
                  <a:pt x="1097783" y="2016194"/>
                </a:moveTo>
                <a:lnTo>
                  <a:pt x="1135235" y="2092394"/>
                </a:lnTo>
                <a:lnTo>
                  <a:pt x="1070364" y="2117794"/>
                </a:lnTo>
                <a:lnTo>
                  <a:pt x="1032907" y="2054294"/>
                </a:lnTo>
                <a:lnTo>
                  <a:pt x="1097783" y="2016194"/>
                </a:lnTo>
                <a:close/>
              </a:path>
              <a:path w="7367905" h="7586980">
                <a:moveTo>
                  <a:pt x="1455149" y="2003494"/>
                </a:moveTo>
                <a:lnTo>
                  <a:pt x="1490087" y="2066994"/>
                </a:lnTo>
                <a:lnTo>
                  <a:pt x="1429576" y="2105094"/>
                </a:lnTo>
                <a:lnTo>
                  <a:pt x="1394637" y="2041594"/>
                </a:lnTo>
                <a:lnTo>
                  <a:pt x="1455149" y="2003494"/>
                </a:lnTo>
                <a:close/>
              </a:path>
              <a:path w="7367905" h="7586980">
                <a:moveTo>
                  <a:pt x="162621" y="2003494"/>
                </a:moveTo>
                <a:lnTo>
                  <a:pt x="201963" y="2066994"/>
                </a:lnTo>
                <a:lnTo>
                  <a:pt x="133825" y="2105094"/>
                </a:lnTo>
                <a:lnTo>
                  <a:pt x="94483" y="2041594"/>
                </a:lnTo>
                <a:lnTo>
                  <a:pt x="162621" y="2003494"/>
                </a:lnTo>
                <a:close/>
              </a:path>
              <a:path w="7367905" h="7586980">
                <a:moveTo>
                  <a:pt x="521719" y="1978094"/>
                </a:moveTo>
                <a:lnTo>
                  <a:pt x="563269" y="2054294"/>
                </a:lnTo>
                <a:lnTo>
                  <a:pt x="491304" y="2092394"/>
                </a:lnTo>
                <a:lnTo>
                  <a:pt x="449760" y="2016194"/>
                </a:lnTo>
                <a:lnTo>
                  <a:pt x="521719" y="1978094"/>
                </a:lnTo>
                <a:close/>
              </a:path>
              <a:path w="7367905" h="7586980">
                <a:moveTo>
                  <a:pt x="1812628" y="1990794"/>
                </a:moveTo>
                <a:lnTo>
                  <a:pt x="1845364" y="2041594"/>
                </a:lnTo>
                <a:lnTo>
                  <a:pt x="1788667" y="2079694"/>
                </a:lnTo>
                <a:lnTo>
                  <a:pt x="1755937" y="2016194"/>
                </a:lnTo>
                <a:lnTo>
                  <a:pt x="1812628" y="1990794"/>
                </a:lnTo>
                <a:close/>
              </a:path>
              <a:path w="7367905" h="7586980">
                <a:moveTo>
                  <a:pt x="879195" y="1965394"/>
                </a:moveTo>
                <a:lnTo>
                  <a:pt x="918544" y="2028894"/>
                </a:lnTo>
                <a:lnTo>
                  <a:pt x="850399" y="2066994"/>
                </a:lnTo>
                <a:lnTo>
                  <a:pt x="811057" y="2003494"/>
                </a:lnTo>
                <a:lnTo>
                  <a:pt x="879195" y="1965394"/>
                </a:lnTo>
                <a:close/>
              </a:path>
              <a:path w="7367905" h="7586980">
                <a:moveTo>
                  <a:pt x="2169997" y="1965394"/>
                </a:moveTo>
                <a:lnTo>
                  <a:pt x="2200214" y="2016194"/>
                </a:lnTo>
                <a:lnTo>
                  <a:pt x="2147883" y="2054294"/>
                </a:lnTo>
                <a:lnTo>
                  <a:pt x="2117666" y="2003494"/>
                </a:lnTo>
                <a:lnTo>
                  <a:pt x="2169997" y="1965394"/>
                </a:lnTo>
                <a:close/>
              </a:path>
              <a:path w="7367905" h="7586980">
                <a:moveTo>
                  <a:pt x="1236687" y="1939994"/>
                </a:moveTo>
                <a:lnTo>
                  <a:pt x="1273827" y="2003494"/>
                </a:lnTo>
                <a:lnTo>
                  <a:pt x="1209496" y="2041594"/>
                </a:lnTo>
                <a:lnTo>
                  <a:pt x="1172356" y="1978094"/>
                </a:lnTo>
                <a:lnTo>
                  <a:pt x="1236687" y="1939994"/>
                </a:lnTo>
                <a:close/>
              </a:path>
              <a:path w="7367905" h="7586980">
                <a:moveTo>
                  <a:pt x="302906" y="1914594"/>
                </a:moveTo>
                <a:lnTo>
                  <a:pt x="345713" y="1990794"/>
                </a:lnTo>
                <a:lnTo>
                  <a:pt x="271572" y="2041594"/>
                </a:lnTo>
                <a:lnTo>
                  <a:pt x="228765" y="1965394"/>
                </a:lnTo>
                <a:lnTo>
                  <a:pt x="302906" y="1914594"/>
                </a:lnTo>
                <a:close/>
              </a:path>
              <a:path w="7367905" h="7586980">
                <a:moveTo>
                  <a:pt x="1594050" y="1927294"/>
                </a:moveTo>
                <a:lnTo>
                  <a:pt x="1628671" y="1978094"/>
                </a:lnTo>
                <a:lnTo>
                  <a:pt x="1568706" y="2016194"/>
                </a:lnTo>
                <a:lnTo>
                  <a:pt x="1534085" y="1952694"/>
                </a:lnTo>
                <a:lnTo>
                  <a:pt x="1594050" y="1927294"/>
                </a:lnTo>
                <a:close/>
              </a:path>
              <a:path w="7367905" h="7586980">
                <a:moveTo>
                  <a:pt x="660733" y="1901894"/>
                </a:moveTo>
                <a:lnTo>
                  <a:pt x="702284" y="1965394"/>
                </a:lnTo>
                <a:lnTo>
                  <a:pt x="630319" y="2016194"/>
                </a:lnTo>
                <a:lnTo>
                  <a:pt x="588769" y="1939994"/>
                </a:lnTo>
                <a:lnTo>
                  <a:pt x="660733" y="1901894"/>
                </a:lnTo>
                <a:close/>
              </a:path>
              <a:path w="7367905" h="7586980">
                <a:moveTo>
                  <a:pt x="1951414" y="1901894"/>
                </a:moveTo>
                <a:lnTo>
                  <a:pt x="1983522" y="1965394"/>
                </a:lnTo>
                <a:lnTo>
                  <a:pt x="1927910" y="1990794"/>
                </a:lnTo>
                <a:lnTo>
                  <a:pt x="1895808" y="1939994"/>
                </a:lnTo>
                <a:lnTo>
                  <a:pt x="1951414" y="1901894"/>
                </a:lnTo>
                <a:close/>
              </a:path>
              <a:path w="7367905" h="7586980">
                <a:moveTo>
                  <a:pt x="1018211" y="1876494"/>
                </a:moveTo>
                <a:lnTo>
                  <a:pt x="1057559" y="1952694"/>
                </a:lnTo>
                <a:lnTo>
                  <a:pt x="989415" y="1990794"/>
                </a:lnTo>
                <a:lnTo>
                  <a:pt x="950073" y="1914594"/>
                </a:lnTo>
                <a:lnTo>
                  <a:pt x="1018211" y="1876494"/>
                </a:lnTo>
                <a:close/>
              </a:path>
              <a:path w="7367905" h="7586980">
                <a:moveTo>
                  <a:pt x="1375461" y="1863794"/>
                </a:moveTo>
                <a:lnTo>
                  <a:pt x="1411974" y="1927294"/>
                </a:lnTo>
                <a:lnTo>
                  <a:pt x="1348740" y="1965394"/>
                </a:lnTo>
                <a:lnTo>
                  <a:pt x="1312228" y="1901894"/>
                </a:lnTo>
                <a:lnTo>
                  <a:pt x="1375461" y="1863794"/>
                </a:lnTo>
                <a:close/>
              </a:path>
              <a:path w="7367905" h="7586980">
                <a:moveTo>
                  <a:pt x="441917" y="1838394"/>
                </a:moveTo>
                <a:lnTo>
                  <a:pt x="484724" y="1914594"/>
                </a:lnTo>
                <a:lnTo>
                  <a:pt x="410589" y="1952694"/>
                </a:lnTo>
                <a:lnTo>
                  <a:pt x="367782" y="1876494"/>
                </a:lnTo>
                <a:lnTo>
                  <a:pt x="441917" y="1838394"/>
                </a:lnTo>
                <a:close/>
              </a:path>
              <a:path w="7367905" h="7586980">
                <a:moveTo>
                  <a:pt x="1732947" y="1838394"/>
                </a:moveTo>
                <a:lnTo>
                  <a:pt x="1767250" y="1901894"/>
                </a:lnTo>
                <a:lnTo>
                  <a:pt x="1707831" y="1939994"/>
                </a:lnTo>
                <a:lnTo>
                  <a:pt x="1673521" y="1876494"/>
                </a:lnTo>
                <a:lnTo>
                  <a:pt x="1732947" y="1838394"/>
                </a:lnTo>
                <a:close/>
              </a:path>
              <a:path w="7367905" h="7586980">
                <a:moveTo>
                  <a:pt x="74647" y="1889194"/>
                </a:moveTo>
                <a:lnTo>
                  <a:pt x="92903" y="1927294"/>
                </a:lnTo>
                <a:lnTo>
                  <a:pt x="61283" y="1939994"/>
                </a:lnTo>
                <a:lnTo>
                  <a:pt x="43027" y="1914594"/>
                </a:lnTo>
                <a:lnTo>
                  <a:pt x="74647" y="1889194"/>
                </a:lnTo>
                <a:close/>
              </a:path>
              <a:path w="7367905" h="7586980">
                <a:moveTo>
                  <a:pt x="799635" y="1812994"/>
                </a:moveTo>
                <a:lnTo>
                  <a:pt x="840862" y="1889194"/>
                </a:lnTo>
                <a:lnTo>
                  <a:pt x="769443" y="1927294"/>
                </a:lnTo>
                <a:lnTo>
                  <a:pt x="728216" y="1863794"/>
                </a:lnTo>
                <a:lnTo>
                  <a:pt x="799635" y="1812994"/>
                </a:lnTo>
                <a:close/>
              </a:path>
              <a:path w="7367905" h="7586980">
                <a:moveTo>
                  <a:pt x="2090316" y="1825694"/>
                </a:moveTo>
                <a:lnTo>
                  <a:pt x="2122101" y="1876494"/>
                </a:lnTo>
                <a:lnTo>
                  <a:pt x="2067041" y="1914594"/>
                </a:lnTo>
                <a:lnTo>
                  <a:pt x="2035256" y="1863794"/>
                </a:lnTo>
                <a:lnTo>
                  <a:pt x="2090316" y="1825694"/>
                </a:lnTo>
                <a:close/>
              </a:path>
              <a:path w="7367905" h="7586980">
                <a:moveTo>
                  <a:pt x="1157113" y="1800294"/>
                </a:moveTo>
                <a:lnTo>
                  <a:pt x="1196138" y="1863794"/>
                </a:lnTo>
                <a:lnTo>
                  <a:pt x="1128539" y="1901894"/>
                </a:lnTo>
                <a:lnTo>
                  <a:pt x="1089514" y="1838394"/>
                </a:lnTo>
                <a:lnTo>
                  <a:pt x="1157113" y="1800294"/>
                </a:lnTo>
                <a:close/>
              </a:path>
              <a:path w="7367905" h="7586980">
                <a:moveTo>
                  <a:pt x="223219" y="1774894"/>
                </a:moveTo>
                <a:lnTo>
                  <a:pt x="267600" y="1851094"/>
                </a:lnTo>
                <a:lnTo>
                  <a:pt x="190731" y="1901894"/>
                </a:lnTo>
                <a:lnTo>
                  <a:pt x="146350" y="1825694"/>
                </a:lnTo>
                <a:lnTo>
                  <a:pt x="223219" y="1774894"/>
                </a:lnTo>
                <a:close/>
              </a:path>
              <a:path w="7367905" h="7586980">
                <a:moveTo>
                  <a:pt x="1514363" y="1787594"/>
                </a:moveTo>
                <a:lnTo>
                  <a:pt x="1550558" y="1851094"/>
                </a:lnTo>
                <a:lnTo>
                  <a:pt x="1487864" y="1876494"/>
                </a:lnTo>
                <a:lnTo>
                  <a:pt x="1451670" y="1812994"/>
                </a:lnTo>
                <a:lnTo>
                  <a:pt x="1514363" y="1787594"/>
                </a:lnTo>
                <a:close/>
              </a:path>
              <a:path w="7367905" h="7586980">
                <a:moveTo>
                  <a:pt x="580932" y="1762194"/>
                </a:moveTo>
                <a:lnTo>
                  <a:pt x="623739" y="1825694"/>
                </a:lnTo>
                <a:lnTo>
                  <a:pt x="549598" y="1876494"/>
                </a:lnTo>
                <a:lnTo>
                  <a:pt x="506791" y="1800294"/>
                </a:lnTo>
                <a:lnTo>
                  <a:pt x="580932" y="1762194"/>
                </a:lnTo>
                <a:close/>
              </a:path>
              <a:path w="7367905" h="7586980">
                <a:moveTo>
                  <a:pt x="1871733" y="1762194"/>
                </a:moveTo>
                <a:lnTo>
                  <a:pt x="1905409" y="1825694"/>
                </a:lnTo>
                <a:lnTo>
                  <a:pt x="1847074" y="1851094"/>
                </a:lnTo>
                <a:lnTo>
                  <a:pt x="1813398" y="1800294"/>
                </a:lnTo>
                <a:lnTo>
                  <a:pt x="1871733" y="1762194"/>
                </a:lnTo>
                <a:close/>
              </a:path>
              <a:path w="7367905" h="7586980">
                <a:moveTo>
                  <a:pt x="938645" y="1736794"/>
                </a:moveTo>
                <a:lnTo>
                  <a:pt x="979878" y="1812994"/>
                </a:lnTo>
                <a:lnTo>
                  <a:pt x="908460" y="1851094"/>
                </a:lnTo>
                <a:lnTo>
                  <a:pt x="867233" y="1774894"/>
                </a:lnTo>
                <a:lnTo>
                  <a:pt x="938645" y="1736794"/>
                </a:lnTo>
                <a:close/>
              </a:path>
              <a:path w="7367905" h="7586980">
                <a:moveTo>
                  <a:pt x="1295894" y="1724094"/>
                </a:moveTo>
                <a:lnTo>
                  <a:pt x="1334298" y="1787594"/>
                </a:lnTo>
                <a:lnTo>
                  <a:pt x="1267784" y="1825694"/>
                </a:lnTo>
                <a:lnTo>
                  <a:pt x="1229387" y="1762194"/>
                </a:lnTo>
                <a:lnTo>
                  <a:pt x="1295894" y="1724094"/>
                </a:lnTo>
                <a:close/>
              </a:path>
              <a:path w="7367905" h="7586980">
                <a:moveTo>
                  <a:pt x="362351" y="1698694"/>
                </a:moveTo>
                <a:lnTo>
                  <a:pt x="407042" y="1774894"/>
                </a:lnTo>
                <a:lnTo>
                  <a:pt x="329633" y="1812994"/>
                </a:lnTo>
                <a:lnTo>
                  <a:pt x="284941" y="1736794"/>
                </a:lnTo>
                <a:lnTo>
                  <a:pt x="362351" y="1698694"/>
                </a:lnTo>
                <a:close/>
              </a:path>
              <a:path w="7367905" h="7586980">
                <a:moveTo>
                  <a:pt x="1653259" y="1698694"/>
                </a:moveTo>
                <a:lnTo>
                  <a:pt x="1689143" y="1762194"/>
                </a:lnTo>
                <a:lnTo>
                  <a:pt x="1626995" y="1800294"/>
                </a:lnTo>
                <a:lnTo>
                  <a:pt x="1591117" y="1736794"/>
                </a:lnTo>
                <a:lnTo>
                  <a:pt x="1653259" y="1698694"/>
                </a:lnTo>
                <a:close/>
              </a:path>
              <a:path w="7367905" h="7586980">
                <a:moveTo>
                  <a:pt x="719948" y="1673294"/>
                </a:moveTo>
                <a:lnTo>
                  <a:pt x="762755" y="1749494"/>
                </a:lnTo>
                <a:lnTo>
                  <a:pt x="688608" y="1800294"/>
                </a:lnTo>
                <a:lnTo>
                  <a:pt x="645801" y="1724094"/>
                </a:lnTo>
                <a:lnTo>
                  <a:pt x="719948" y="1673294"/>
                </a:lnTo>
                <a:close/>
              </a:path>
              <a:path w="7367905" h="7586980">
                <a:moveTo>
                  <a:pt x="2010515" y="1685994"/>
                </a:moveTo>
                <a:lnTo>
                  <a:pt x="2043562" y="1736794"/>
                </a:lnTo>
                <a:lnTo>
                  <a:pt x="1986320" y="1774894"/>
                </a:lnTo>
                <a:lnTo>
                  <a:pt x="1953272" y="1724094"/>
                </a:lnTo>
                <a:lnTo>
                  <a:pt x="2010515" y="1685994"/>
                </a:lnTo>
                <a:close/>
              </a:path>
              <a:path w="7367905" h="7586980">
                <a:moveTo>
                  <a:pt x="1077540" y="1660594"/>
                </a:moveTo>
                <a:lnTo>
                  <a:pt x="1118463" y="1724094"/>
                </a:lnTo>
                <a:lnTo>
                  <a:pt x="1047589" y="1774894"/>
                </a:lnTo>
                <a:lnTo>
                  <a:pt x="1006667" y="1698694"/>
                </a:lnTo>
                <a:lnTo>
                  <a:pt x="1077540" y="1660594"/>
                </a:lnTo>
                <a:close/>
              </a:path>
              <a:path w="7367905" h="7586980">
                <a:moveTo>
                  <a:pt x="1434797" y="1635194"/>
                </a:moveTo>
                <a:lnTo>
                  <a:pt x="1472883" y="1711394"/>
                </a:lnTo>
                <a:lnTo>
                  <a:pt x="1406914" y="1749494"/>
                </a:lnTo>
                <a:lnTo>
                  <a:pt x="1368829" y="1673294"/>
                </a:lnTo>
                <a:lnTo>
                  <a:pt x="1434797" y="1635194"/>
                </a:lnTo>
                <a:close/>
              </a:path>
              <a:path w="7367905" h="7586980">
                <a:moveTo>
                  <a:pt x="140773" y="1647894"/>
                </a:moveTo>
                <a:lnTo>
                  <a:pt x="179169" y="1711394"/>
                </a:lnTo>
                <a:lnTo>
                  <a:pt x="112662" y="1749494"/>
                </a:lnTo>
                <a:lnTo>
                  <a:pt x="74259" y="1685994"/>
                </a:lnTo>
                <a:lnTo>
                  <a:pt x="140773" y="1647894"/>
                </a:lnTo>
                <a:close/>
              </a:path>
              <a:path w="7367905" h="7586980">
                <a:moveTo>
                  <a:pt x="501366" y="1622494"/>
                </a:moveTo>
                <a:lnTo>
                  <a:pt x="546057" y="1698694"/>
                </a:lnTo>
                <a:lnTo>
                  <a:pt x="468642" y="1736794"/>
                </a:lnTo>
                <a:lnTo>
                  <a:pt x="423950" y="1660594"/>
                </a:lnTo>
                <a:lnTo>
                  <a:pt x="501366" y="1622494"/>
                </a:lnTo>
                <a:close/>
              </a:path>
              <a:path w="7367905" h="7586980">
                <a:moveTo>
                  <a:pt x="1792046" y="1622494"/>
                </a:moveTo>
                <a:lnTo>
                  <a:pt x="1827295" y="1685994"/>
                </a:lnTo>
                <a:lnTo>
                  <a:pt x="1766238" y="1724094"/>
                </a:lnTo>
                <a:lnTo>
                  <a:pt x="1730989" y="1660594"/>
                </a:lnTo>
                <a:lnTo>
                  <a:pt x="1792046" y="1622494"/>
                </a:lnTo>
                <a:close/>
              </a:path>
              <a:path w="7367905" h="7586980">
                <a:moveTo>
                  <a:pt x="858844" y="1597094"/>
                </a:moveTo>
                <a:lnTo>
                  <a:pt x="901333" y="1673294"/>
                </a:lnTo>
                <a:lnTo>
                  <a:pt x="827744" y="1711394"/>
                </a:lnTo>
                <a:lnTo>
                  <a:pt x="785255" y="1635194"/>
                </a:lnTo>
                <a:lnTo>
                  <a:pt x="858844" y="1597094"/>
                </a:lnTo>
                <a:close/>
              </a:path>
              <a:path w="7367905" h="7586980">
                <a:moveTo>
                  <a:pt x="1216329" y="1584394"/>
                </a:moveTo>
                <a:lnTo>
                  <a:pt x="1256617" y="1647894"/>
                </a:lnTo>
                <a:lnTo>
                  <a:pt x="1186835" y="1685994"/>
                </a:lnTo>
                <a:lnTo>
                  <a:pt x="1146547" y="1622494"/>
                </a:lnTo>
                <a:lnTo>
                  <a:pt x="1216329" y="1584394"/>
                </a:lnTo>
                <a:close/>
              </a:path>
              <a:path w="7367905" h="7586980">
                <a:moveTo>
                  <a:pt x="282898" y="1558994"/>
                </a:moveTo>
                <a:lnTo>
                  <a:pt x="329792" y="1635194"/>
                </a:lnTo>
                <a:lnTo>
                  <a:pt x="248569" y="1685994"/>
                </a:lnTo>
                <a:lnTo>
                  <a:pt x="201669" y="1597094"/>
                </a:lnTo>
                <a:lnTo>
                  <a:pt x="282898" y="1558994"/>
                </a:lnTo>
                <a:close/>
              </a:path>
              <a:path w="7367905" h="7586980">
                <a:moveTo>
                  <a:pt x="1573578" y="1558994"/>
                </a:moveTo>
                <a:lnTo>
                  <a:pt x="1611030" y="1622494"/>
                </a:lnTo>
                <a:lnTo>
                  <a:pt x="1546159" y="1660594"/>
                </a:lnTo>
                <a:lnTo>
                  <a:pt x="1508701" y="1597094"/>
                </a:lnTo>
                <a:lnTo>
                  <a:pt x="1573578" y="1558994"/>
                </a:lnTo>
                <a:close/>
              </a:path>
              <a:path w="7367905" h="7586980">
                <a:moveTo>
                  <a:pt x="640261" y="1533594"/>
                </a:moveTo>
                <a:lnTo>
                  <a:pt x="684642" y="1609794"/>
                </a:lnTo>
                <a:lnTo>
                  <a:pt x="607772" y="1660594"/>
                </a:lnTo>
                <a:lnTo>
                  <a:pt x="563391" y="1584394"/>
                </a:lnTo>
                <a:lnTo>
                  <a:pt x="640261" y="1533594"/>
                </a:lnTo>
                <a:close/>
              </a:path>
              <a:path w="7367905" h="7586980">
                <a:moveTo>
                  <a:pt x="1930834" y="1546294"/>
                </a:moveTo>
                <a:lnTo>
                  <a:pt x="1965455" y="1609794"/>
                </a:lnTo>
                <a:lnTo>
                  <a:pt x="1905484" y="1635194"/>
                </a:lnTo>
                <a:lnTo>
                  <a:pt x="1870863" y="1584394"/>
                </a:lnTo>
                <a:lnTo>
                  <a:pt x="1930834" y="1546294"/>
                </a:lnTo>
                <a:close/>
              </a:path>
              <a:path w="7367905" h="7586980">
                <a:moveTo>
                  <a:pt x="997739" y="1520894"/>
                </a:moveTo>
                <a:lnTo>
                  <a:pt x="1039918" y="1597094"/>
                </a:lnTo>
                <a:lnTo>
                  <a:pt x="966868" y="1635194"/>
                </a:lnTo>
                <a:lnTo>
                  <a:pt x="924690" y="1558994"/>
                </a:lnTo>
                <a:lnTo>
                  <a:pt x="997739" y="1520894"/>
                </a:lnTo>
                <a:close/>
              </a:path>
              <a:path w="7367905" h="7586980">
                <a:moveTo>
                  <a:pt x="1355231" y="1495494"/>
                </a:moveTo>
                <a:lnTo>
                  <a:pt x="1395201" y="1571694"/>
                </a:lnTo>
                <a:lnTo>
                  <a:pt x="1325965" y="1609794"/>
                </a:lnTo>
                <a:lnTo>
                  <a:pt x="1285995" y="1533594"/>
                </a:lnTo>
                <a:lnTo>
                  <a:pt x="1355231" y="1495494"/>
                </a:lnTo>
                <a:close/>
              </a:path>
              <a:path w="7367905" h="7586980">
                <a:moveTo>
                  <a:pt x="421914" y="1470094"/>
                </a:moveTo>
                <a:lnTo>
                  <a:pt x="468807" y="1558994"/>
                </a:lnTo>
                <a:lnTo>
                  <a:pt x="387578" y="1597094"/>
                </a:lnTo>
                <a:lnTo>
                  <a:pt x="340685" y="1520894"/>
                </a:lnTo>
                <a:lnTo>
                  <a:pt x="421914" y="1470094"/>
                </a:lnTo>
                <a:close/>
              </a:path>
              <a:path w="7367905" h="7586980">
                <a:moveTo>
                  <a:pt x="1712358" y="1482794"/>
                </a:moveTo>
                <a:lnTo>
                  <a:pt x="1749188" y="1546294"/>
                </a:lnTo>
                <a:lnTo>
                  <a:pt x="1685403" y="1584394"/>
                </a:lnTo>
                <a:lnTo>
                  <a:pt x="1648574" y="1520894"/>
                </a:lnTo>
                <a:lnTo>
                  <a:pt x="1712358" y="1482794"/>
                </a:lnTo>
                <a:close/>
              </a:path>
              <a:path w="7367905" h="7586980">
                <a:moveTo>
                  <a:pt x="779163" y="1457394"/>
                </a:moveTo>
                <a:lnTo>
                  <a:pt x="823226" y="1533594"/>
                </a:lnTo>
                <a:lnTo>
                  <a:pt x="746902" y="1571694"/>
                </a:lnTo>
                <a:lnTo>
                  <a:pt x="702839" y="1495494"/>
                </a:lnTo>
                <a:lnTo>
                  <a:pt x="779163" y="1457394"/>
                </a:lnTo>
                <a:close/>
              </a:path>
              <a:path w="7367905" h="7586980">
                <a:moveTo>
                  <a:pt x="51065" y="1546294"/>
                </a:moveTo>
                <a:lnTo>
                  <a:pt x="63655" y="1558994"/>
                </a:lnTo>
                <a:lnTo>
                  <a:pt x="41851" y="1571694"/>
                </a:lnTo>
                <a:lnTo>
                  <a:pt x="29256" y="1558994"/>
                </a:lnTo>
                <a:lnTo>
                  <a:pt x="51065" y="1546294"/>
                </a:lnTo>
                <a:close/>
              </a:path>
              <a:path w="7367905" h="7586980">
                <a:moveTo>
                  <a:pt x="1136756" y="1431994"/>
                </a:moveTo>
                <a:lnTo>
                  <a:pt x="1178934" y="1508194"/>
                </a:lnTo>
                <a:lnTo>
                  <a:pt x="1105885" y="1558994"/>
                </a:lnTo>
                <a:lnTo>
                  <a:pt x="1063706" y="1482794"/>
                </a:lnTo>
                <a:lnTo>
                  <a:pt x="1136756" y="1431994"/>
                </a:lnTo>
                <a:close/>
              </a:path>
              <a:path w="7367905" h="7586980">
                <a:moveTo>
                  <a:pt x="203325" y="1406594"/>
                </a:moveTo>
                <a:lnTo>
                  <a:pt x="252116" y="1495494"/>
                </a:lnTo>
                <a:lnTo>
                  <a:pt x="167612" y="1546294"/>
                </a:lnTo>
                <a:lnTo>
                  <a:pt x="118822" y="1457394"/>
                </a:lnTo>
                <a:lnTo>
                  <a:pt x="203325" y="1406594"/>
                </a:lnTo>
                <a:close/>
              </a:path>
              <a:path w="7367905" h="7586980">
                <a:moveTo>
                  <a:pt x="1494006" y="1419294"/>
                </a:moveTo>
                <a:lnTo>
                  <a:pt x="1533354" y="1482794"/>
                </a:lnTo>
                <a:lnTo>
                  <a:pt x="1465210" y="1533594"/>
                </a:lnTo>
                <a:lnTo>
                  <a:pt x="1425867" y="1457394"/>
                </a:lnTo>
                <a:lnTo>
                  <a:pt x="1494006" y="1419294"/>
                </a:lnTo>
                <a:close/>
              </a:path>
              <a:path w="7367905" h="7586980">
                <a:moveTo>
                  <a:pt x="560809" y="1393894"/>
                </a:moveTo>
                <a:lnTo>
                  <a:pt x="607391" y="1470094"/>
                </a:lnTo>
                <a:lnTo>
                  <a:pt x="526708" y="1520894"/>
                </a:lnTo>
                <a:lnTo>
                  <a:pt x="480125" y="1444694"/>
                </a:lnTo>
                <a:lnTo>
                  <a:pt x="560809" y="1393894"/>
                </a:lnTo>
                <a:close/>
              </a:path>
              <a:path w="7367905" h="7586980">
                <a:moveTo>
                  <a:pt x="1851147" y="1406594"/>
                </a:moveTo>
                <a:lnTo>
                  <a:pt x="1887342" y="1470094"/>
                </a:lnTo>
                <a:lnTo>
                  <a:pt x="1824648" y="1495494"/>
                </a:lnTo>
                <a:lnTo>
                  <a:pt x="1788447" y="1444694"/>
                </a:lnTo>
                <a:lnTo>
                  <a:pt x="1851147" y="1406594"/>
                </a:lnTo>
                <a:close/>
              </a:path>
              <a:path w="7367905" h="7586980">
                <a:moveTo>
                  <a:pt x="918058" y="1381194"/>
                </a:moveTo>
                <a:lnTo>
                  <a:pt x="961811" y="1457394"/>
                </a:lnTo>
                <a:lnTo>
                  <a:pt x="886033" y="1495494"/>
                </a:lnTo>
                <a:lnTo>
                  <a:pt x="842280" y="1419294"/>
                </a:lnTo>
                <a:lnTo>
                  <a:pt x="918058" y="1381194"/>
                </a:lnTo>
                <a:close/>
              </a:path>
              <a:path w="7367905" h="7586980">
                <a:moveTo>
                  <a:pt x="1275543" y="1355794"/>
                </a:moveTo>
                <a:lnTo>
                  <a:pt x="1317088" y="1431994"/>
                </a:lnTo>
                <a:lnTo>
                  <a:pt x="1245129" y="1470094"/>
                </a:lnTo>
                <a:lnTo>
                  <a:pt x="1203578" y="1393894"/>
                </a:lnTo>
                <a:lnTo>
                  <a:pt x="1275543" y="1355794"/>
                </a:lnTo>
                <a:close/>
              </a:path>
              <a:path w="7367905" h="7586980">
                <a:moveTo>
                  <a:pt x="342340" y="1330394"/>
                </a:moveTo>
                <a:lnTo>
                  <a:pt x="391131" y="1419294"/>
                </a:lnTo>
                <a:lnTo>
                  <a:pt x="306628" y="1470094"/>
                </a:lnTo>
                <a:lnTo>
                  <a:pt x="257837" y="1381194"/>
                </a:lnTo>
                <a:lnTo>
                  <a:pt x="342340" y="1330394"/>
                </a:lnTo>
                <a:close/>
              </a:path>
              <a:path w="7367905" h="7586980">
                <a:moveTo>
                  <a:pt x="1632678" y="1343094"/>
                </a:moveTo>
                <a:lnTo>
                  <a:pt x="1671074" y="1406594"/>
                </a:lnTo>
                <a:lnTo>
                  <a:pt x="1604567" y="1444694"/>
                </a:lnTo>
                <a:lnTo>
                  <a:pt x="1566164" y="1381194"/>
                </a:lnTo>
                <a:lnTo>
                  <a:pt x="1632678" y="1343094"/>
                </a:lnTo>
                <a:close/>
              </a:path>
              <a:path w="7367905" h="7586980">
                <a:moveTo>
                  <a:pt x="699704" y="1317694"/>
                </a:moveTo>
                <a:lnTo>
                  <a:pt x="745976" y="1393894"/>
                </a:lnTo>
                <a:lnTo>
                  <a:pt x="665832" y="1444694"/>
                </a:lnTo>
                <a:lnTo>
                  <a:pt x="619567" y="1355794"/>
                </a:lnTo>
                <a:lnTo>
                  <a:pt x="699704" y="1317694"/>
                </a:lnTo>
                <a:close/>
              </a:path>
              <a:path w="7367905" h="7586980">
                <a:moveTo>
                  <a:pt x="1056955" y="1292294"/>
                </a:moveTo>
                <a:lnTo>
                  <a:pt x="1100390" y="1368494"/>
                </a:lnTo>
                <a:lnTo>
                  <a:pt x="1025158" y="1419294"/>
                </a:lnTo>
                <a:lnTo>
                  <a:pt x="981722" y="1343094"/>
                </a:lnTo>
                <a:lnTo>
                  <a:pt x="1056955" y="1292294"/>
                </a:lnTo>
                <a:close/>
              </a:path>
              <a:path w="7367905" h="7586980">
                <a:moveTo>
                  <a:pt x="1414325" y="1279594"/>
                </a:moveTo>
                <a:lnTo>
                  <a:pt x="1455241" y="1355794"/>
                </a:lnTo>
                <a:lnTo>
                  <a:pt x="1384374" y="1393894"/>
                </a:lnTo>
                <a:lnTo>
                  <a:pt x="1343458" y="1317694"/>
                </a:lnTo>
                <a:lnTo>
                  <a:pt x="1414325" y="1279594"/>
                </a:lnTo>
                <a:close/>
              </a:path>
              <a:path w="7367905" h="7586980">
                <a:moveTo>
                  <a:pt x="117882" y="1292294"/>
                </a:moveTo>
                <a:lnTo>
                  <a:pt x="152503" y="1355794"/>
                </a:lnTo>
                <a:lnTo>
                  <a:pt x="92532" y="1393894"/>
                </a:lnTo>
                <a:lnTo>
                  <a:pt x="57911" y="1330394"/>
                </a:lnTo>
                <a:lnTo>
                  <a:pt x="117882" y="1292294"/>
                </a:lnTo>
                <a:close/>
              </a:path>
              <a:path w="7367905" h="7586980">
                <a:moveTo>
                  <a:pt x="481242" y="1254194"/>
                </a:moveTo>
                <a:lnTo>
                  <a:pt x="529709" y="1330394"/>
                </a:lnTo>
                <a:lnTo>
                  <a:pt x="445752" y="1381194"/>
                </a:lnTo>
                <a:lnTo>
                  <a:pt x="397285" y="1304994"/>
                </a:lnTo>
                <a:lnTo>
                  <a:pt x="481242" y="1254194"/>
                </a:lnTo>
                <a:close/>
              </a:path>
              <a:path w="7367905" h="7586980">
                <a:moveTo>
                  <a:pt x="1771460" y="1266894"/>
                </a:moveTo>
                <a:lnTo>
                  <a:pt x="1809235" y="1330394"/>
                </a:lnTo>
                <a:lnTo>
                  <a:pt x="1743813" y="1368494"/>
                </a:lnTo>
                <a:lnTo>
                  <a:pt x="1706038" y="1304994"/>
                </a:lnTo>
                <a:lnTo>
                  <a:pt x="1771460" y="1266894"/>
                </a:lnTo>
                <a:close/>
              </a:path>
              <a:path w="7367905" h="7586980">
                <a:moveTo>
                  <a:pt x="838600" y="1228794"/>
                </a:moveTo>
                <a:lnTo>
                  <a:pt x="884554" y="1317694"/>
                </a:lnTo>
                <a:lnTo>
                  <a:pt x="804969" y="1355794"/>
                </a:lnTo>
                <a:lnTo>
                  <a:pt x="759014" y="1279594"/>
                </a:lnTo>
                <a:lnTo>
                  <a:pt x="838600" y="1228794"/>
                </a:lnTo>
                <a:close/>
              </a:path>
              <a:path w="7367905" h="7586980">
                <a:moveTo>
                  <a:pt x="1195742" y="1216094"/>
                </a:moveTo>
                <a:lnTo>
                  <a:pt x="1238549" y="1292294"/>
                </a:lnTo>
                <a:lnTo>
                  <a:pt x="1164402" y="1330394"/>
                </a:lnTo>
                <a:lnTo>
                  <a:pt x="1121595" y="1254194"/>
                </a:lnTo>
                <a:lnTo>
                  <a:pt x="1195742" y="1216094"/>
                </a:lnTo>
                <a:close/>
              </a:path>
              <a:path w="7367905" h="7586980">
                <a:moveTo>
                  <a:pt x="262767" y="1190694"/>
                </a:moveTo>
                <a:lnTo>
                  <a:pt x="313443" y="1279594"/>
                </a:lnTo>
                <a:lnTo>
                  <a:pt x="225671" y="1330394"/>
                </a:lnTo>
                <a:lnTo>
                  <a:pt x="174996" y="1241494"/>
                </a:lnTo>
                <a:lnTo>
                  <a:pt x="262767" y="1190694"/>
                </a:lnTo>
                <a:close/>
              </a:path>
              <a:path w="7367905" h="7586980">
                <a:moveTo>
                  <a:pt x="1553111" y="1203394"/>
                </a:moveTo>
                <a:lnTo>
                  <a:pt x="1593399" y="1266894"/>
                </a:lnTo>
                <a:lnTo>
                  <a:pt x="1523618" y="1304994"/>
                </a:lnTo>
                <a:lnTo>
                  <a:pt x="1483330" y="1241494"/>
                </a:lnTo>
                <a:lnTo>
                  <a:pt x="1553111" y="1203394"/>
                </a:lnTo>
                <a:close/>
              </a:path>
              <a:path w="7367905" h="7586980">
                <a:moveTo>
                  <a:pt x="620137" y="1177994"/>
                </a:moveTo>
                <a:lnTo>
                  <a:pt x="668294" y="1254194"/>
                </a:lnTo>
                <a:lnTo>
                  <a:pt x="584888" y="1304994"/>
                </a:lnTo>
                <a:lnTo>
                  <a:pt x="536725" y="1216094"/>
                </a:lnTo>
                <a:lnTo>
                  <a:pt x="620137" y="1177994"/>
                </a:lnTo>
                <a:close/>
              </a:path>
              <a:path w="7367905" h="7586980">
                <a:moveTo>
                  <a:pt x="977388" y="1152594"/>
                </a:moveTo>
                <a:lnTo>
                  <a:pt x="1022714" y="1228794"/>
                </a:lnTo>
                <a:lnTo>
                  <a:pt x="944214" y="1279594"/>
                </a:lnTo>
                <a:lnTo>
                  <a:pt x="898888" y="1203394"/>
                </a:lnTo>
                <a:lnTo>
                  <a:pt x="977388" y="1152594"/>
                </a:lnTo>
                <a:close/>
              </a:path>
              <a:path w="7367905" h="7586980">
                <a:moveTo>
                  <a:pt x="1334638" y="1139894"/>
                </a:moveTo>
                <a:lnTo>
                  <a:pt x="1377127" y="1216094"/>
                </a:lnTo>
                <a:lnTo>
                  <a:pt x="1303538" y="1254194"/>
                </a:lnTo>
                <a:lnTo>
                  <a:pt x="1261049" y="1177994"/>
                </a:lnTo>
                <a:lnTo>
                  <a:pt x="1334638" y="1139894"/>
                </a:lnTo>
                <a:close/>
              </a:path>
              <a:path w="7367905" h="7586980">
                <a:moveTo>
                  <a:pt x="401669" y="1114494"/>
                </a:moveTo>
                <a:lnTo>
                  <a:pt x="452027" y="1203394"/>
                </a:lnTo>
                <a:lnTo>
                  <a:pt x="364802" y="1254194"/>
                </a:lnTo>
                <a:lnTo>
                  <a:pt x="314444" y="1165294"/>
                </a:lnTo>
                <a:lnTo>
                  <a:pt x="401669" y="1114494"/>
                </a:lnTo>
                <a:close/>
              </a:path>
              <a:path w="7367905" h="7586980">
                <a:moveTo>
                  <a:pt x="1691887" y="1114494"/>
                </a:moveTo>
                <a:lnTo>
                  <a:pt x="1731546" y="1190694"/>
                </a:lnTo>
                <a:lnTo>
                  <a:pt x="1662862" y="1228794"/>
                </a:lnTo>
                <a:lnTo>
                  <a:pt x="1623203" y="1165294"/>
                </a:lnTo>
                <a:lnTo>
                  <a:pt x="1691887" y="1114494"/>
                </a:lnTo>
                <a:close/>
              </a:path>
              <a:path w="7367905" h="7586980">
                <a:moveTo>
                  <a:pt x="759034" y="1089094"/>
                </a:moveTo>
                <a:lnTo>
                  <a:pt x="806879" y="1177994"/>
                </a:lnTo>
                <a:lnTo>
                  <a:pt x="724013" y="1228794"/>
                </a:lnTo>
                <a:lnTo>
                  <a:pt x="676168" y="1139894"/>
                </a:lnTo>
                <a:lnTo>
                  <a:pt x="759034" y="1089094"/>
                </a:lnTo>
                <a:close/>
              </a:path>
              <a:path w="7367905" h="7586980">
                <a:moveTo>
                  <a:pt x="27484" y="1190694"/>
                </a:moveTo>
                <a:lnTo>
                  <a:pt x="34407" y="1203394"/>
                </a:lnTo>
                <a:lnTo>
                  <a:pt x="22414" y="1216094"/>
                </a:lnTo>
                <a:lnTo>
                  <a:pt x="15491" y="1203394"/>
                </a:lnTo>
                <a:lnTo>
                  <a:pt x="27484" y="1190694"/>
                </a:lnTo>
                <a:close/>
              </a:path>
              <a:path w="7367905" h="7586980">
                <a:moveTo>
                  <a:pt x="1116176" y="1076394"/>
                </a:moveTo>
                <a:lnTo>
                  <a:pt x="1160868" y="1152594"/>
                </a:lnTo>
                <a:lnTo>
                  <a:pt x="1083458" y="1203394"/>
                </a:lnTo>
                <a:lnTo>
                  <a:pt x="1038760" y="1114494"/>
                </a:lnTo>
                <a:lnTo>
                  <a:pt x="1116176" y="1076394"/>
                </a:lnTo>
                <a:close/>
              </a:path>
              <a:path w="7367905" h="7586980">
                <a:moveTo>
                  <a:pt x="182630" y="1050994"/>
                </a:moveTo>
                <a:lnTo>
                  <a:pt x="233616" y="1139894"/>
                </a:lnTo>
                <a:lnTo>
                  <a:pt x="145299" y="1190694"/>
                </a:lnTo>
                <a:lnTo>
                  <a:pt x="94313" y="1101794"/>
                </a:lnTo>
                <a:lnTo>
                  <a:pt x="182630" y="1050994"/>
                </a:lnTo>
                <a:close/>
              </a:path>
              <a:path w="7367905" h="7586980">
                <a:moveTo>
                  <a:pt x="1473424" y="1063694"/>
                </a:moveTo>
                <a:lnTo>
                  <a:pt x="1515285" y="1127194"/>
                </a:lnTo>
                <a:lnTo>
                  <a:pt x="1442782" y="1177994"/>
                </a:lnTo>
                <a:lnTo>
                  <a:pt x="1400920" y="1101794"/>
                </a:lnTo>
                <a:lnTo>
                  <a:pt x="1473424" y="1063694"/>
                </a:lnTo>
                <a:close/>
              </a:path>
              <a:path w="7367905" h="7586980">
                <a:moveTo>
                  <a:pt x="540565" y="1025594"/>
                </a:moveTo>
                <a:lnTo>
                  <a:pt x="590606" y="1114494"/>
                </a:lnTo>
                <a:lnTo>
                  <a:pt x="503932" y="1165294"/>
                </a:lnTo>
                <a:lnTo>
                  <a:pt x="453885" y="1076394"/>
                </a:lnTo>
                <a:lnTo>
                  <a:pt x="540565" y="1025594"/>
                </a:lnTo>
                <a:close/>
              </a:path>
              <a:path w="7367905" h="7586980">
                <a:moveTo>
                  <a:pt x="897822" y="1012894"/>
                </a:moveTo>
                <a:lnTo>
                  <a:pt x="945033" y="1101794"/>
                </a:lnTo>
                <a:lnTo>
                  <a:pt x="863258" y="1139894"/>
                </a:lnTo>
                <a:lnTo>
                  <a:pt x="816047" y="1063694"/>
                </a:lnTo>
                <a:lnTo>
                  <a:pt x="897822" y="1012894"/>
                </a:lnTo>
                <a:close/>
              </a:path>
              <a:path w="7367905" h="7586980">
                <a:moveTo>
                  <a:pt x="1254957" y="1000194"/>
                </a:moveTo>
                <a:lnTo>
                  <a:pt x="1299020" y="1076394"/>
                </a:lnTo>
                <a:lnTo>
                  <a:pt x="1222696" y="1114494"/>
                </a:lnTo>
                <a:lnTo>
                  <a:pt x="1178632" y="1038294"/>
                </a:lnTo>
                <a:lnTo>
                  <a:pt x="1254957" y="1000194"/>
                </a:lnTo>
                <a:close/>
              </a:path>
              <a:path w="7367905" h="7586980">
                <a:moveTo>
                  <a:pt x="321982" y="974794"/>
                </a:moveTo>
                <a:lnTo>
                  <a:pt x="373914" y="1063694"/>
                </a:lnTo>
                <a:lnTo>
                  <a:pt x="283966" y="1114494"/>
                </a:lnTo>
                <a:lnTo>
                  <a:pt x="232034" y="1025594"/>
                </a:lnTo>
                <a:lnTo>
                  <a:pt x="321982" y="974794"/>
                </a:lnTo>
                <a:close/>
              </a:path>
              <a:path w="7367905" h="7586980">
                <a:moveTo>
                  <a:pt x="1612206" y="974794"/>
                </a:moveTo>
                <a:lnTo>
                  <a:pt x="1653439" y="1050994"/>
                </a:lnTo>
                <a:lnTo>
                  <a:pt x="1582027" y="1089094"/>
                </a:lnTo>
                <a:lnTo>
                  <a:pt x="1540793" y="1025594"/>
                </a:lnTo>
                <a:lnTo>
                  <a:pt x="1612206" y="974794"/>
                </a:lnTo>
                <a:close/>
              </a:path>
              <a:path w="7367905" h="7586980">
                <a:moveTo>
                  <a:pt x="679467" y="949394"/>
                </a:moveTo>
                <a:lnTo>
                  <a:pt x="729197" y="1038294"/>
                </a:lnTo>
                <a:lnTo>
                  <a:pt x="643063" y="1089094"/>
                </a:lnTo>
                <a:lnTo>
                  <a:pt x="593333" y="1000194"/>
                </a:lnTo>
                <a:lnTo>
                  <a:pt x="679467" y="949394"/>
                </a:lnTo>
                <a:close/>
              </a:path>
              <a:path w="7367905" h="7586980">
                <a:moveTo>
                  <a:pt x="1036603" y="936694"/>
                </a:moveTo>
                <a:lnTo>
                  <a:pt x="1083186" y="1012894"/>
                </a:lnTo>
                <a:lnTo>
                  <a:pt x="1002502" y="1063694"/>
                </a:lnTo>
                <a:lnTo>
                  <a:pt x="955920" y="974794"/>
                </a:lnTo>
                <a:lnTo>
                  <a:pt x="1036603" y="936694"/>
                </a:lnTo>
                <a:close/>
              </a:path>
              <a:path w="7367905" h="7586980">
                <a:moveTo>
                  <a:pt x="1393623" y="911294"/>
                </a:moveTo>
                <a:lnTo>
                  <a:pt x="1436741" y="987494"/>
                </a:lnTo>
                <a:lnTo>
                  <a:pt x="1362054" y="1038294"/>
                </a:lnTo>
                <a:lnTo>
                  <a:pt x="1318936" y="962094"/>
                </a:lnTo>
                <a:lnTo>
                  <a:pt x="1393623" y="911294"/>
                </a:lnTo>
                <a:close/>
              </a:path>
              <a:path w="7367905" h="7586980">
                <a:moveTo>
                  <a:pt x="460878" y="885894"/>
                </a:moveTo>
                <a:lnTo>
                  <a:pt x="512498" y="974794"/>
                </a:lnTo>
                <a:lnTo>
                  <a:pt x="423096" y="1025594"/>
                </a:lnTo>
                <a:lnTo>
                  <a:pt x="371476" y="936694"/>
                </a:lnTo>
                <a:lnTo>
                  <a:pt x="460878" y="885894"/>
                </a:lnTo>
                <a:close/>
              </a:path>
              <a:path w="7367905" h="7586980">
                <a:moveTo>
                  <a:pt x="94186" y="949394"/>
                </a:moveTo>
                <a:lnTo>
                  <a:pt x="122829" y="987494"/>
                </a:lnTo>
                <a:lnTo>
                  <a:pt x="73220" y="1025594"/>
                </a:lnTo>
                <a:lnTo>
                  <a:pt x="44577" y="974794"/>
                </a:lnTo>
                <a:lnTo>
                  <a:pt x="94186" y="949394"/>
                </a:lnTo>
                <a:close/>
              </a:path>
              <a:path w="7367905" h="7586980">
                <a:moveTo>
                  <a:pt x="818249" y="873194"/>
                </a:moveTo>
                <a:lnTo>
                  <a:pt x="867351" y="962094"/>
                </a:lnTo>
                <a:lnTo>
                  <a:pt x="782308" y="1000194"/>
                </a:lnTo>
                <a:lnTo>
                  <a:pt x="733207" y="923994"/>
                </a:lnTo>
                <a:lnTo>
                  <a:pt x="818249" y="873194"/>
                </a:lnTo>
                <a:close/>
              </a:path>
              <a:path w="7367905" h="7586980">
                <a:moveTo>
                  <a:pt x="1175391" y="860494"/>
                </a:moveTo>
                <a:lnTo>
                  <a:pt x="1221338" y="936694"/>
                </a:lnTo>
                <a:lnTo>
                  <a:pt x="1141747" y="974794"/>
                </a:lnTo>
                <a:lnTo>
                  <a:pt x="1095792" y="898594"/>
                </a:lnTo>
                <a:lnTo>
                  <a:pt x="1175391" y="860494"/>
                </a:lnTo>
                <a:close/>
              </a:path>
              <a:path w="7367905" h="7586980">
                <a:moveTo>
                  <a:pt x="242536" y="822394"/>
                </a:moveTo>
                <a:lnTo>
                  <a:pt x="296669" y="923994"/>
                </a:lnTo>
                <a:lnTo>
                  <a:pt x="202902" y="974794"/>
                </a:lnTo>
                <a:lnTo>
                  <a:pt x="148769" y="885894"/>
                </a:lnTo>
                <a:lnTo>
                  <a:pt x="242536" y="822394"/>
                </a:lnTo>
                <a:close/>
              </a:path>
              <a:path w="7367905" h="7586980">
                <a:moveTo>
                  <a:pt x="1532411" y="835094"/>
                </a:moveTo>
                <a:lnTo>
                  <a:pt x="1574900" y="911294"/>
                </a:lnTo>
                <a:lnTo>
                  <a:pt x="1501299" y="949394"/>
                </a:lnTo>
                <a:lnTo>
                  <a:pt x="1458809" y="885894"/>
                </a:lnTo>
                <a:lnTo>
                  <a:pt x="1532411" y="835094"/>
                </a:lnTo>
                <a:close/>
              </a:path>
              <a:path w="7367905" h="7586980">
                <a:moveTo>
                  <a:pt x="599786" y="809694"/>
                </a:moveTo>
                <a:lnTo>
                  <a:pt x="651090" y="898594"/>
                </a:lnTo>
                <a:lnTo>
                  <a:pt x="562227" y="949394"/>
                </a:lnTo>
                <a:lnTo>
                  <a:pt x="510924" y="860494"/>
                </a:lnTo>
                <a:lnTo>
                  <a:pt x="599786" y="809694"/>
                </a:lnTo>
                <a:close/>
              </a:path>
              <a:path w="7367905" h="7586980">
                <a:moveTo>
                  <a:pt x="957037" y="796994"/>
                </a:moveTo>
                <a:lnTo>
                  <a:pt x="1005504" y="873194"/>
                </a:lnTo>
                <a:lnTo>
                  <a:pt x="921547" y="923994"/>
                </a:lnTo>
                <a:lnTo>
                  <a:pt x="873079" y="835094"/>
                </a:lnTo>
                <a:lnTo>
                  <a:pt x="957037" y="796994"/>
                </a:lnTo>
                <a:close/>
              </a:path>
              <a:path w="7367905" h="7586980">
                <a:moveTo>
                  <a:pt x="1314057" y="771594"/>
                </a:moveTo>
                <a:lnTo>
                  <a:pt x="1359065" y="847794"/>
                </a:lnTo>
                <a:lnTo>
                  <a:pt x="1281111" y="898594"/>
                </a:lnTo>
                <a:lnTo>
                  <a:pt x="1236095" y="822394"/>
                </a:lnTo>
                <a:lnTo>
                  <a:pt x="1314057" y="771594"/>
                </a:lnTo>
                <a:close/>
              </a:path>
              <a:path w="7367905" h="7586980">
                <a:moveTo>
                  <a:pt x="381311" y="746194"/>
                </a:moveTo>
                <a:lnTo>
                  <a:pt x="434817" y="835094"/>
                </a:lnTo>
                <a:lnTo>
                  <a:pt x="342147" y="898594"/>
                </a:lnTo>
                <a:lnTo>
                  <a:pt x="288641" y="796994"/>
                </a:lnTo>
                <a:lnTo>
                  <a:pt x="381311" y="746194"/>
                </a:lnTo>
                <a:close/>
              </a:path>
              <a:path w="7367905" h="7586980">
                <a:moveTo>
                  <a:pt x="738683" y="733494"/>
                </a:moveTo>
                <a:lnTo>
                  <a:pt x="789669" y="822394"/>
                </a:lnTo>
                <a:lnTo>
                  <a:pt x="701352" y="873194"/>
                </a:lnTo>
                <a:lnTo>
                  <a:pt x="650366" y="784294"/>
                </a:lnTo>
                <a:lnTo>
                  <a:pt x="738683" y="733494"/>
                </a:lnTo>
                <a:close/>
              </a:path>
              <a:path w="7367905" h="7586980">
                <a:moveTo>
                  <a:pt x="1095703" y="708094"/>
                </a:moveTo>
                <a:lnTo>
                  <a:pt x="1143231" y="796994"/>
                </a:lnTo>
                <a:lnTo>
                  <a:pt x="1060911" y="847794"/>
                </a:lnTo>
                <a:lnTo>
                  <a:pt x="1013382" y="758894"/>
                </a:lnTo>
                <a:lnTo>
                  <a:pt x="1095703" y="708094"/>
                </a:lnTo>
                <a:close/>
              </a:path>
              <a:path w="7367905" h="7586980">
                <a:moveTo>
                  <a:pt x="4365" y="835094"/>
                </a:moveTo>
                <a:lnTo>
                  <a:pt x="6878" y="847794"/>
                </a:lnTo>
                <a:lnTo>
                  <a:pt x="0" y="847794"/>
                </a:lnTo>
                <a:lnTo>
                  <a:pt x="4365" y="835094"/>
                </a:lnTo>
                <a:close/>
              </a:path>
              <a:path w="7367905" h="7586980">
                <a:moveTo>
                  <a:pt x="160882" y="695394"/>
                </a:moveTo>
                <a:lnTo>
                  <a:pt x="211246" y="784294"/>
                </a:lnTo>
                <a:lnTo>
                  <a:pt x="124021" y="835094"/>
                </a:lnTo>
                <a:lnTo>
                  <a:pt x="73663" y="746194"/>
                </a:lnTo>
                <a:lnTo>
                  <a:pt x="160882" y="695394"/>
                </a:lnTo>
                <a:close/>
              </a:path>
              <a:path w="7367905" h="7586980">
                <a:moveTo>
                  <a:pt x="1452724" y="695394"/>
                </a:moveTo>
                <a:lnTo>
                  <a:pt x="1496787" y="771594"/>
                </a:lnTo>
                <a:lnTo>
                  <a:pt x="1420463" y="822394"/>
                </a:lnTo>
                <a:lnTo>
                  <a:pt x="1376400" y="746194"/>
                </a:lnTo>
                <a:lnTo>
                  <a:pt x="1452724" y="695394"/>
                </a:lnTo>
                <a:close/>
              </a:path>
              <a:path w="7367905" h="7586980">
                <a:moveTo>
                  <a:pt x="520213" y="669994"/>
                </a:moveTo>
                <a:lnTo>
                  <a:pt x="573402" y="758894"/>
                </a:lnTo>
                <a:lnTo>
                  <a:pt x="481271" y="809694"/>
                </a:lnTo>
                <a:lnTo>
                  <a:pt x="428082" y="720794"/>
                </a:lnTo>
                <a:lnTo>
                  <a:pt x="520213" y="669994"/>
                </a:lnTo>
                <a:close/>
              </a:path>
              <a:path w="7367905" h="7586980">
                <a:moveTo>
                  <a:pt x="877350" y="657294"/>
                </a:moveTo>
                <a:lnTo>
                  <a:pt x="927397" y="733494"/>
                </a:lnTo>
                <a:lnTo>
                  <a:pt x="840711" y="784294"/>
                </a:lnTo>
                <a:lnTo>
                  <a:pt x="790663" y="695394"/>
                </a:lnTo>
                <a:lnTo>
                  <a:pt x="877350" y="657294"/>
                </a:lnTo>
                <a:close/>
              </a:path>
              <a:path w="7367905" h="7586980">
                <a:moveTo>
                  <a:pt x="1234484" y="631894"/>
                </a:moveTo>
                <a:lnTo>
                  <a:pt x="1281377" y="720794"/>
                </a:lnTo>
                <a:lnTo>
                  <a:pt x="1200155" y="758894"/>
                </a:lnTo>
                <a:lnTo>
                  <a:pt x="1153255" y="682694"/>
                </a:lnTo>
                <a:lnTo>
                  <a:pt x="1234484" y="631894"/>
                </a:lnTo>
                <a:close/>
              </a:path>
              <a:path w="7367905" h="7586980">
                <a:moveTo>
                  <a:pt x="301860" y="606494"/>
                </a:moveTo>
                <a:lnTo>
                  <a:pt x="357567" y="708094"/>
                </a:lnTo>
                <a:lnTo>
                  <a:pt x="261077" y="758894"/>
                </a:lnTo>
                <a:lnTo>
                  <a:pt x="205363" y="657294"/>
                </a:lnTo>
                <a:lnTo>
                  <a:pt x="301860" y="606494"/>
                </a:lnTo>
                <a:close/>
              </a:path>
              <a:path w="7367905" h="7586980">
                <a:moveTo>
                  <a:pt x="658882" y="593794"/>
                </a:moveTo>
                <a:lnTo>
                  <a:pt x="711130" y="682694"/>
                </a:lnTo>
                <a:lnTo>
                  <a:pt x="620631" y="733494"/>
                </a:lnTo>
                <a:lnTo>
                  <a:pt x="568382" y="644594"/>
                </a:lnTo>
                <a:lnTo>
                  <a:pt x="658882" y="593794"/>
                </a:lnTo>
                <a:close/>
              </a:path>
              <a:path w="7367905" h="7586980">
                <a:moveTo>
                  <a:pt x="1016130" y="568394"/>
                </a:moveTo>
                <a:lnTo>
                  <a:pt x="1065543" y="657294"/>
                </a:lnTo>
                <a:lnTo>
                  <a:pt x="979954" y="708094"/>
                </a:lnTo>
                <a:lnTo>
                  <a:pt x="930542" y="619194"/>
                </a:lnTo>
                <a:lnTo>
                  <a:pt x="1016130" y="568394"/>
                </a:lnTo>
                <a:close/>
              </a:path>
              <a:path w="7367905" h="7586980">
                <a:moveTo>
                  <a:pt x="1373043" y="555694"/>
                </a:moveTo>
                <a:lnTo>
                  <a:pt x="1418680" y="631894"/>
                </a:lnTo>
                <a:lnTo>
                  <a:pt x="1339627" y="682694"/>
                </a:lnTo>
                <a:lnTo>
                  <a:pt x="1293990" y="606494"/>
                </a:lnTo>
                <a:lnTo>
                  <a:pt x="1373043" y="555694"/>
                </a:lnTo>
                <a:close/>
              </a:path>
              <a:path w="7367905" h="7586980">
                <a:moveTo>
                  <a:pt x="440640" y="530294"/>
                </a:moveTo>
                <a:lnTo>
                  <a:pt x="495725" y="619194"/>
                </a:lnTo>
                <a:lnTo>
                  <a:pt x="400321" y="682694"/>
                </a:lnTo>
                <a:lnTo>
                  <a:pt x="345236" y="581094"/>
                </a:lnTo>
                <a:lnTo>
                  <a:pt x="440640" y="530294"/>
                </a:lnTo>
                <a:close/>
              </a:path>
              <a:path w="7367905" h="7586980">
                <a:moveTo>
                  <a:pt x="797669" y="504894"/>
                </a:moveTo>
                <a:lnTo>
                  <a:pt x="849283" y="593794"/>
                </a:lnTo>
                <a:lnTo>
                  <a:pt x="759874" y="657294"/>
                </a:lnTo>
                <a:lnTo>
                  <a:pt x="708260" y="555694"/>
                </a:lnTo>
                <a:lnTo>
                  <a:pt x="797669" y="504894"/>
                </a:lnTo>
                <a:close/>
              </a:path>
              <a:path w="7367905" h="7586980">
                <a:moveTo>
                  <a:pt x="70027" y="593794"/>
                </a:moveTo>
                <a:lnTo>
                  <a:pt x="91431" y="631894"/>
                </a:lnTo>
                <a:lnTo>
                  <a:pt x="54360" y="657294"/>
                </a:lnTo>
                <a:lnTo>
                  <a:pt x="32957" y="619194"/>
                </a:lnTo>
                <a:lnTo>
                  <a:pt x="70027" y="593794"/>
                </a:lnTo>
                <a:close/>
              </a:path>
              <a:path w="7367905" h="7586980">
                <a:moveTo>
                  <a:pt x="1154796" y="492194"/>
                </a:moveTo>
                <a:lnTo>
                  <a:pt x="1203270" y="581094"/>
                </a:lnTo>
                <a:lnTo>
                  <a:pt x="1119319" y="631894"/>
                </a:lnTo>
                <a:lnTo>
                  <a:pt x="1070845" y="542994"/>
                </a:lnTo>
                <a:lnTo>
                  <a:pt x="1154796" y="492194"/>
                </a:lnTo>
                <a:close/>
              </a:path>
              <a:path w="7367905" h="7586980">
                <a:moveTo>
                  <a:pt x="222293" y="466794"/>
                </a:moveTo>
                <a:lnTo>
                  <a:pt x="279891" y="568394"/>
                </a:lnTo>
                <a:lnTo>
                  <a:pt x="180127" y="619194"/>
                </a:lnTo>
                <a:lnTo>
                  <a:pt x="122529" y="517594"/>
                </a:lnTo>
                <a:lnTo>
                  <a:pt x="222293" y="466794"/>
                </a:lnTo>
                <a:close/>
              </a:path>
              <a:path w="7367905" h="7586980">
                <a:moveTo>
                  <a:pt x="579423" y="454094"/>
                </a:moveTo>
                <a:lnTo>
                  <a:pt x="633881" y="542994"/>
                </a:lnTo>
                <a:lnTo>
                  <a:pt x="539567" y="593794"/>
                </a:lnTo>
                <a:lnTo>
                  <a:pt x="485110" y="504894"/>
                </a:lnTo>
                <a:lnTo>
                  <a:pt x="579423" y="454094"/>
                </a:lnTo>
                <a:close/>
              </a:path>
              <a:path w="7367905" h="7586980">
                <a:moveTo>
                  <a:pt x="936444" y="428694"/>
                </a:moveTo>
                <a:lnTo>
                  <a:pt x="987436" y="517594"/>
                </a:lnTo>
                <a:lnTo>
                  <a:pt x="899119" y="568394"/>
                </a:lnTo>
                <a:lnTo>
                  <a:pt x="848133" y="479494"/>
                </a:lnTo>
                <a:lnTo>
                  <a:pt x="936444" y="428694"/>
                </a:lnTo>
                <a:close/>
              </a:path>
              <a:path w="7367905" h="7586980">
                <a:moveTo>
                  <a:pt x="1293464" y="415994"/>
                </a:moveTo>
                <a:lnTo>
                  <a:pt x="1340992" y="492194"/>
                </a:lnTo>
                <a:lnTo>
                  <a:pt x="1258678" y="542994"/>
                </a:lnTo>
                <a:lnTo>
                  <a:pt x="1211150" y="466794"/>
                </a:lnTo>
                <a:lnTo>
                  <a:pt x="1293464" y="415994"/>
                </a:lnTo>
                <a:close/>
              </a:path>
              <a:path w="7367905" h="7586980">
                <a:moveTo>
                  <a:pt x="361074" y="390594"/>
                </a:moveTo>
                <a:lnTo>
                  <a:pt x="418044" y="479494"/>
                </a:lnTo>
                <a:lnTo>
                  <a:pt x="319371" y="542994"/>
                </a:lnTo>
                <a:lnTo>
                  <a:pt x="262401" y="441394"/>
                </a:lnTo>
                <a:lnTo>
                  <a:pt x="361074" y="390594"/>
                </a:lnTo>
                <a:close/>
              </a:path>
              <a:path w="7367905" h="7586980">
                <a:moveTo>
                  <a:pt x="718089" y="365194"/>
                </a:moveTo>
                <a:lnTo>
                  <a:pt x="771601" y="466794"/>
                </a:lnTo>
                <a:lnTo>
                  <a:pt x="678925" y="517594"/>
                </a:lnTo>
                <a:lnTo>
                  <a:pt x="625419" y="415994"/>
                </a:lnTo>
                <a:lnTo>
                  <a:pt x="718089" y="365194"/>
                </a:lnTo>
                <a:close/>
              </a:path>
              <a:path w="7367905" h="7586980">
                <a:moveTo>
                  <a:pt x="1075116" y="352494"/>
                </a:moveTo>
                <a:lnTo>
                  <a:pt x="1125157" y="441394"/>
                </a:lnTo>
                <a:lnTo>
                  <a:pt x="1038477" y="492194"/>
                </a:lnTo>
                <a:lnTo>
                  <a:pt x="988436" y="403294"/>
                </a:lnTo>
                <a:lnTo>
                  <a:pt x="1075116" y="352494"/>
                </a:lnTo>
                <a:close/>
              </a:path>
              <a:path w="7367905" h="7586980">
                <a:moveTo>
                  <a:pt x="138227" y="339794"/>
                </a:moveTo>
                <a:lnTo>
                  <a:pt x="185438" y="415994"/>
                </a:lnTo>
                <a:lnTo>
                  <a:pt x="103669" y="466794"/>
                </a:lnTo>
                <a:lnTo>
                  <a:pt x="56459" y="390594"/>
                </a:lnTo>
                <a:lnTo>
                  <a:pt x="138227" y="339794"/>
                </a:lnTo>
                <a:close/>
              </a:path>
              <a:path w="7367905" h="7586980">
                <a:moveTo>
                  <a:pt x="499742" y="301694"/>
                </a:moveTo>
                <a:lnTo>
                  <a:pt x="555767" y="403294"/>
                </a:lnTo>
                <a:lnTo>
                  <a:pt x="458731" y="454094"/>
                </a:lnTo>
                <a:lnTo>
                  <a:pt x="402707" y="365194"/>
                </a:lnTo>
                <a:lnTo>
                  <a:pt x="499742" y="301694"/>
                </a:lnTo>
                <a:close/>
              </a:path>
              <a:path w="7367905" h="7586980">
                <a:moveTo>
                  <a:pt x="856763" y="288994"/>
                </a:moveTo>
                <a:lnTo>
                  <a:pt x="909322" y="377894"/>
                </a:lnTo>
                <a:lnTo>
                  <a:pt x="818283" y="428694"/>
                </a:lnTo>
                <a:lnTo>
                  <a:pt x="765717" y="339794"/>
                </a:lnTo>
                <a:lnTo>
                  <a:pt x="856763" y="288994"/>
                </a:lnTo>
                <a:close/>
              </a:path>
              <a:path w="7367905" h="7586980">
                <a:moveTo>
                  <a:pt x="1213783" y="276294"/>
                </a:moveTo>
                <a:lnTo>
                  <a:pt x="1262884" y="352494"/>
                </a:lnTo>
                <a:lnTo>
                  <a:pt x="1177842" y="403294"/>
                </a:lnTo>
                <a:lnTo>
                  <a:pt x="1128740" y="327094"/>
                </a:lnTo>
                <a:lnTo>
                  <a:pt x="1213783" y="276294"/>
                </a:lnTo>
                <a:close/>
              </a:path>
              <a:path w="7367905" h="7586980">
                <a:moveTo>
                  <a:pt x="281501" y="238194"/>
                </a:moveTo>
                <a:lnTo>
                  <a:pt x="340362" y="339794"/>
                </a:lnTo>
                <a:lnTo>
                  <a:pt x="238415" y="403294"/>
                </a:lnTo>
                <a:lnTo>
                  <a:pt x="179560" y="301694"/>
                </a:lnTo>
                <a:lnTo>
                  <a:pt x="281501" y="238194"/>
                </a:lnTo>
                <a:close/>
              </a:path>
              <a:path w="7367905" h="7586980">
                <a:moveTo>
                  <a:pt x="638409" y="225494"/>
                </a:moveTo>
                <a:lnTo>
                  <a:pt x="693488" y="327094"/>
                </a:lnTo>
                <a:lnTo>
                  <a:pt x="598089" y="377894"/>
                </a:lnTo>
                <a:lnTo>
                  <a:pt x="543010" y="288994"/>
                </a:lnTo>
                <a:lnTo>
                  <a:pt x="638409" y="225494"/>
                </a:lnTo>
                <a:close/>
              </a:path>
              <a:path w="7367905" h="7586980">
                <a:moveTo>
                  <a:pt x="995428" y="212794"/>
                </a:moveTo>
                <a:lnTo>
                  <a:pt x="1047049" y="301694"/>
                </a:lnTo>
                <a:lnTo>
                  <a:pt x="957640" y="352494"/>
                </a:lnTo>
                <a:lnTo>
                  <a:pt x="906026" y="263594"/>
                </a:lnTo>
                <a:lnTo>
                  <a:pt x="995428" y="212794"/>
                </a:lnTo>
                <a:close/>
              </a:path>
              <a:path w="7367905" h="7586980">
                <a:moveTo>
                  <a:pt x="420169" y="161994"/>
                </a:moveTo>
                <a:lnTo>
                  <a:pt x="478084" y="263594"/>
                </a:lnTo>
                <a:lnTo>
                  <a:pt x="377781" y="327094"/>
                </a:lnTo>
                <a:lnTo>
                  <a:pt x="319865" y="225494"/>
                </a:lnTo>
                <a:lnTo>
                  <a:pt x="420169" y="161994"/>
                </a:lnTo>
                <a:close/>
              </a:path>
              <a:path w="7367905" h="7586980">
                <a:moveTo>
                  <a:pt x="777075" y="149294"/>
                </a:moveTo>
                <a:lnTo>
                  <a:pt x="831215" y="238194"/>
                </a:lnTo>
                <a:lnTo>
                  <a:pt x="737448" y="301694"/>
                </a:lnTo>
                <a:lnTo>
                  <a:pt x="683308" y="200094"/>
                </a:lnTo>
                <a:lnTo>
                  <a:pt x="777075" y="149294"/>
                </a:lnTo>
                <a:close/>
              </a:path>
              <a:path w="7367905" h="7586980">
                <a:moveTo>
                  <a:pt x="45640" y="250894"/>
                </a:moveTo>
                <a:lnTo>
                  <a:pt x="59175" y="276294"/>
                </a:lnTo>
                <a:lnTo>
                  <a:pt x="35734" y="288994"/>
                </a:lnTo>
                <a:lnTo>
                  <a:pt x="22199" y="263594"/>
                </a:lnTo>
                <a:lnTo>
                  <a:pt x="45640" y="250894"/>
                </a:lnTo>
                <a:close/>
              </a:path>
              <a:path w="7367905" h="7586980">
                <a:moveTo>
                  <a:pt x="1134095" y="136594"/>
                </a:moveTo>
                <a:lnTo>
                  <a:pt x="1184771" y="225494"/>
                </a:lnTo>
                <a:lnTo>
                  <a:pt x="1097006" y="276294"/>
                </a:lnTo>
                <a:lnTo>
                  <a:pt x="1046331" y="187394"/>
                </a:lnTo>
                <a:lnTo>
                  <a:pt x="1134095" y="136594"/>
                </a:lnTo>
                <a:close/>
              </a:path>
              <a:path w="7367905" h="7586980">
                <a:moveTo>
                  <a:pt x="201935" y="98494"/>
                </a:moveTo>
                <a:lnTo>
                  <a:pt x="262681" y="212794"/>
                </a:lnTo>
                <a:lnTo>
                  <a:pt x="157459" y="263594"/>
                </a:lnTo>
                <a:lnTo>
                  <a:pt x="96713" y="161994"/>
                </a:lnTo>
                <a:lnTo>
                  <a:pt x="201935" y="98494"/>
                </a:lnTo>
                <a:close/>
              </a:path>
              <a:path w="7367905" h="7586980">
                <a:moveTo>
                  <a:pt x="558842" y="85794"/>
                </a:moveTo>
                <a:lnTo>
                  <a:pt x="615813" y="187394"/>
                </a:lnTo>
                <a:lnTo>
                  <a:pt x="517134" y="238194"/>
                </a:lnTo>
                <a:lnTo>
                  <a:pt x="460163" y="149294"/>
                </a:lnTo>
                <a:lnTo>
                  <a:pt x="558842" y="85794"/>
                </a:lnTo>
                <a:close/>
              </a:path>
              <a:path w="7367905" h="7586980">
                <a:moveTo>
                  <a:pt x="915634" y="73094"/>
                </a:moveTo>
                <a:lnTo>
                  <a:pt x="968511" y="161994"/>
                </a:lnTo>
                <a:lnTo>
                  <a:pt x="876926" y="212794"/>
                </a:lnTo>
                <a:lnTo>
                  <a:pt x="824049" y="123894"/>
                </a:lnTo>
                <a:lnTo>
                  <a:pt x="915634" y="73094"/>
                </a:lnTo>
                <a:close/>
              </a:path>
              <a:path w="7367905" h="7586980">
                <a:moveTo>
                  <a:pt x="340609" y="22294"/>
                </a:moveTo>
                <a:lnTo>
                  <a:pt x="400409" y="123894"/>
                </a:lnTo>
                <a:lnTo>
                  <a:pt x="296825" y="187394"/>
                </a:lnTo>
                <a:lnTo>
                  <a:pt x="237025" y="85794"/>
                </a:lnTo>
                <a:lnTo>
                  <a:pt x="340609" y="22294"/>
                </a:lnTo>
                <a:close/>
              </a:path>
              <a:path w="7367905" h="7586980">
                <a:moveTo>
                  <a:pt x="697387" y="9594"/>
                </a:moveTo>
                <a:lnTo>
                  <a:pt x="753101" y="98494"/>
                </a:lnTo>
                <a:lnTo>
                  <a:pt x="656605" y="161994"/>
                </a:lnTo>
                <a:lnTo>
                  <a:pt x="600898" y="60394"/>
                </a:lnTo>
                <a:lnTo>
                  <a:pt x="697387" y="9594"/>
                </a:lnTo>
                <a:close/>
              </a:path>
              <a:path w="7367905" h="7586980">
                <a:moveTo>
                  <a:pt x="1028577" y="9594"/>
                </a:moveTo>
                <a:lnTo>
                  <a:pt x="1062715" y="9594"/>
                </a:lnTo>
                <a:lnTo>
                  <a:pt x="1105800" y="85794"/>
                </a:lnTo>
                <a:lnTo>
                  <a:pt x="1016398" y="136594"/>
                </a:lnTo>
                <a:lnTo>
                  <a:pt x="964778" y="47694"/>
                </a:lnTo>
                <a:lnTo>
                  <a:pt x="1028577" y="9594"/>
                </a:lnTo>
                <a:close/>
              </a:path>
              <a:path w="7367905" h="7586980">
                <a:moveTo>
                  <a:pt x="386362" y="9594"/>
                </a:moveTo>
                <a:lnTo>
                  <a:pt x="507754" y="9594"/>
                </a:lnTo>
                <a:lnTo>
                  <a:pt x="529533" y="47694"/>
                </a:lnTo>
                <a:lnTo>
                  <a:pt x="438494" y="98494"/>
                </a:lnTo>
                <a:lnTo>
                  <a:pt x="386362" y="9594"/>
                </a:lnTo>
                <a:close/>
              </a:path>
              <a:path w="7367905" h="7586980">
                <a:moveTo>
                  <a:pt x="92528" y="9594"/>
                </a:moveTo>
                <a:lnTo>
                  <a:pt x="120327" y="9594"/>
                </a:lnTo>
                <a:lnTo>
                  <a:pt x="151462" y="60394"/>
                </a:lnTo>
                <a:lnTo>
                  <a:pt x="85500" y="98494"/>
                </a:lnTo>
                <a:lnTo>
                  <a:pt x="47415" y="34994"/>
                </a:lnTo>
                <a:lnTo>
                  <a:pt x="92528" y="9594"/>
                </a:lnTo>
                <a:close/>
              </a:path>
              <a:path w="7367905" h="7586980">
                <a:moveTo>
                  <a:pt x="769057" y="9594"/>
                </a:moveTo>
                <a:lnTo>
                  <a:pt x="866455" y="9594"/>
                </a:lnTo>
                <a:lnTo>
                  <a:pt x="873626" y="22294"/>
                </a:lnTo>
                <a:lnTo>
                  <a:pt x="800576" y="60394"/>
                </a:lnTo>
                <a:lnTo>
                  <a:pt x="769057" y="9594"/>
                </a:lnTo>
                <a:close/>
              </a:path>
              <a:path w="7367905" h="7586980">
                <a:moveTo>
                  <a:pt x="3286852" y="3932252"/>
                </a:moveTo>
                <a:lnTo>
                  <a:pt x="3298497" y="3952424"/>
                </a:lnTo>
                <a:lnTo>
                  <a:pt x="3278324" y="3964068"/>
                </a:lnTo>
                <a:lnTo>
                  <a:pt x="3266680" y="3943902"/>
                </a:lnTo>
                <a:lnTo>
                  <a:pt x="3286852" y="3932252"/>
                </a:lnTo>
                <a:close/>
              </a:path>
              <a:path w="7367905" h="7586980">
                <a:moveTo>
                  <a:pt x="3366762" y="4072558"/>
                </a:moveTo>
                <a:lnTo>
                  <a:pt x="3377467" y="4091093"/>
                </a:lnTo>
                <a:lnTo>
                  <a:pt x="3358932" y="4101798"/>
                </a:lnTo>
                <a:lnTo>
                  <a:pt x="3348227" y="4083256"/>
                </a:lnTo>
                <a:lnTo>
                  <a:pt x="3366762" y="4072558"/>
                </a:lnTo>
                <a:close/>
              </a:path>
              <a:path w="7367905" h="7586980">
                <a:moveTo>
                  <a:pt x="3446563" y="4213301"/>
                </a:moveTo>
                <a:lnTo>
                  <a:pt x="3456005" y="4229653"/>
                </a:lnTo>
                <a:lnTo>
                  <a:pt x="3439653" y="4239095"/>
                </a:lnTo>
                <a:lnTo>
                  <a:pt x="3430211" y="4222743"/>
                </a:lnTo>
                <a:lnTo>
                  <a:pt x="3446563" y="4213301"/>
                </a:lnTo>
                <a:close/>
              </a:path>
              <a:path w="7367905" h="7586980">
                <a:moveTo>
                  <a:pt x="3526479" y="4353601"/>
                </a:moveTo>
                <a:lnTo>
                  <a:pt x="3534982" y="4368322"/>
                </a:lnTo>
                <a:lnTo>
                  <a:pt x="3520260" y="4376819"/>
                </a:lnTo>
                <a:lnTo>
                  <a:pt x="3511757" y="4362097"/>
                </a:lnTo>
                <a:lnTo>
                  <a:pt x="3526479" y="4353601"/>
                </a:lnTo>
                <a:close/>
              </a:path>
              <a:path w="7367905" h="7586980">
                <a:moveTo>
                  <a:pt x="3606394" y="4493906"/>
                </a:moveTo>
                <a:lnTo>
                  <a:pt x="3613952" y="4506991"/>
                </a:lnTo>
                <a:lnTo>
                  <a:pt x="3600868" y="4514549"/>
                </a:lnTo>
                <a:lnTo>
                  <a:pt x="3593310" y="4501464"/>
                </a:lnTo>
                <a:lnTo>
                  <a:pt x="3606394" y="4493906"/>
                </a:lnTo>
                <a:close/>
              </a:path>
              <a:path w="7367905" h="7586980">
                <a:moveTo>
                  <a:pt x="3686189" y="4634644"/>
                </a:moveTo>
                <a:lnTo>
                  <a:pt x="3692484" y="4645545"/>
                </a:lnTo>
                <a:lnTo>
                  <a:pt x="3681583" y="4651840"/>
                </a:lnTo>
                <a:lnTo>
                  <a:pt x="3675288" y="4640939"/>
                </a:lnTo>
                <a:lnTo>
                  <a:pt x="3686189" y="4634644"/>
                </a:lnTo>
                <a:close/>
              </a:path>
              <a:path w="7367905" h="7586980">
                <a:moveTo>
                  <a:pt x="3766225" y="4774518"/>
                </a:moveTo>
                <a:lnTo>
                  <a:pt x="3771892" y="4784335"/>
                </a:lnTo>
                <a:lnTo>
                  <a:pt x="3762082" y="4789995"/>
                </a:lnTo>
                <a:lnTo>
                  <a:pt x="3756415" y="4780178"/>
                </a:lnTo>
                <a:lnTo>
                  <a:pt x="3766225" y="4774518"/>
                </a:lnTo>
                <a:close/>
              </a:path>
              <a:path w="7367905" h="7586980">
                <a:moveTo>
                  <a:pt x="3846255" y="4914393"/>
                </a:moveTo>
                <a:lnTo>
                  <a:pt x="3851287" y="4923112"/>
                </a:lnTo>
                <a:lnTo>
                  <a:pt x="3842568" y="4928150"/>
                </a:lnTo>
                <a:lnTo>
                  <a:pt x="3837536" y="4919431"/>
                </a:lnTo>
                <a:lnTo>
                  <a:pt x="3846255" y="4914393"/>
                </a:lnTo>
                <a:close/>
              </a:path>
              <a:path w="7367905" h="7586980">
                <a:moveTo>
                  <a:pt x="3926285" y="5054267"/>
                </a:moveTo>
                <a:lnTo>
                  <a:pt x="3930695" y="5061901"/>
                </a:lnTo>
                <a:lnTo>
                  <a:pt x="3923061" y="5066311"/>
                </a:lnTo>
                <a:lnTo>
                  <a:pt x="3918651" y="5058677"/>
                </a:lnTo>
                <a:lnTo>
                  <a:pt x="3926285" y="5054267"/>
                </a:lnTo>
                <a:close/>
              </a:path>
              <a:path w="7367905" h="7586980">
                <a:moveTo>
                  <a:pt x="4006201" y="5194573"/>
                </a:moveTo>
                <a:lnTo>
                  <a:pt x="4009665" y="5200570"/>
                </a:lnTo>
                <a:lnTo>
                  <a:pt x="4003669" y="5204034"/>
                </a:lnTo>
                <a:lnTo>
                  <a:pt x="4000204" y="5198031"/>
                </a:lnTo>
                <a:lnTo>
                  <a:pt x="4006201" y="5194573"/>
                </a:lnTo>
                <a:close/>
              </a:path>
              <a:path w="7367905" h="7586980">
                <a:moveTo>
                  <a:pt x="4086231" y="5334447"/>
                </a:moveTo>
                <a:lnTo>
                  <a:pt x="4089061" y="5339352"/>
                </a:lnTo>
                <a:lnTo>
                  <a:pt x="4084155" y="5342189"/>
                </a:lnTo>
                <a:lnTo>
                  <a:pt x="4081325" y="5337277"/>
                </a:lnTo>
                <a:lnTo>
                  <a:pt x="4086231" y="5334447"/>
                </a:lnTo>
                <a:close/>
              </a:path>
              <a:path w="7367905" h="7586980">
                <a:moveTo>
                  <a:pt x="4166260" y="5474322"/>
                </a:moveTo>
                <a:lnTo>
                  <a:pt x="4168469" y="5478142"/>
                </a:lnTo>
                <a:lnTo>
                  <a:pt x="4164649" y="5480344"/>
                </a:lnTo>
                <a:lnTo>
                  <a:pt x="4162441" y="5476524"/>
                </a:lnTo>
                <a:lnTo>
                  <a:pt x="4166260" y="5474322"/>
                </a:lnTo>
                <a:close/>
              </a:path>
              <a:path w="7367905" h="7586980">
                <a:moveTo>
                  <a:pt x="4246290" y="5614196"/>
                </a:moveTo>
                <a:lnTo>
                  <a:pt x="4247864" y="5616925"/>
                </a:lnTo>
                <a:lnTo>
                  <a:pt x="4245136" y="5618498"/>
                </a:lnTo>
                <a:lnTo>
                  <a:pt x="4243562" y="5615770"/>
                </a:lnTo>
                <a:lnTo>
                  <a:pt x="4246290" y="5614196"/>
                </a:lnTo>
                <a:close/>
              </a:path>
              <a:path w="7367905" h="7586980">
                <a:moveTo>
                  <a:pt x="4326319" y="5754071"/>
                </a:moveTo>
                <a:lnTo>
                  <a:pt x="4327266" y="5755714"/>
                </a:lnTo>
                <a:lnTo>
                  <a:pt x="4325635" y="5756653"/>
                </a:lnTo>
                <a:lnTo>
                  <a:pt x="4324689" y="5755016"/>
                </a:lnTo>
                <a:lnTo>
                  <a:pt x="4326319" y="5754071"/>
                </a:lnTo>
                <a:close/>
              </a:path>
              <a:path w="7367905" h="7586980">
                <a:moveTo>
                  <a:pt x="3307661" y="4293128"/>
                </a:moveTo>
                <a:lnTo>
                  <a:pt x="3317420" y="4310026"/>
                </a:lnTo>
                <a:lnTo>
                  <a:pt x="3300522" y="4319779"/>
                </a:lnTo>
                <a:lnTo>
                  <a:pt x="3290763" y="4302881"/>
                </a:lnTo>
                <a:lnTo>
                  <a:pt x="3307661" y="4293128"/>
                </a:lnTo>
                <a:close/>
              </a:path>
              <a:path w="7367905" h="7586980">
                <a:moveTo>
                  <a:pt x="3387577" y="4433433"/>
                </a:moveTo>
                <a:lnTo>
                  <a:pt x="3396391" y="4448694"/>
                </a:lnTo>
                <a:lnTo>
                  <a:pt x="3381130" y="4457508"/>
                </a:lnTo>
                <a:lnTo>
                  <a:pt x="3372316" y="4442247"/>
                </a:lnTo>
                <a:lnTo>
                  <a:pt x="3387577" y="4433433"/>
                </a:lnTo>
                <a:close/>
              </a:path>
              <a:path w="7367905" h="7586980">
                <a:moveTo>
                  <a:pt x="3467499" y="4573733"/>
                </a:moveTo>
                <a:lnTo>
                  <a:pt x="3475368" y="4587363"/>
                </a:lnTo>
                <a:lnTo>
                  <a:pt x="3461737" y="4595232"/>
                </a:lnTo>
                <a:lnTo>
                  <a:pt x="3453868" y="4581601"/>
                </a:lnTo>
                <a:lnTo>
                  <a:pt x="3467499" y="4573733"/>
                </a:lnTo>
                <a:close/>
              </a:path>
              <a:path w="7367905" h="7586980">
                <a:moveTo>
                  <a:pt x="3547294" y="4714470"/>
                </a:moveTo>
                <a:lnTo>
                  <a:pt x="3553906" y="4725924"/>
                </a:lnTo>
                <a:lnTo>
                  <a:pt x="3542458" y="4732530"/>
                </a:lnTo>
                <a:lnTo>
                  <a:pt x="3535846" y="4721082"/>
                </a:lnTo>
                <a:lnTo>
                  <a:pt x="3547294" y="4714470"/>
                </a:lnTo>
                <a:close/>
              </a:path>
              <a:path w="7367905" h="7586980">
                <a:moveTo>
                  <a:pt x="3627210" y="4854776"/>
                </a:moveTo>
                <a:lnTo>
                  <a:pt x="3632876" y="4864593"/>
                </a:lnTo>
                <a:lnTo>
                  <a:pt x="3623066" y="4870259"/>
                </a:lnTo>
                <a:lnTo>
                  <a:pt x="3617399" y="4860443"/>
                </a:lnTo>
                <a:lnTo>
                  <a:pt x="3627210" y="4854776"/>
                </a:lnTo>
                <a:close/>
              </a:path>
              <a:path w="7367905" h="7586980">
                <a:moveTo>
                  <a:pt x="3707240" y="4994657"/>
                </a:moveTo>
                <a:lnTo>
                  <a:pt x="3712278" y="5003376"/>
                </a:lnTo>
                <a:lnTo>
                  <a:pt x="3703553" y="5008408"/>
                </a:lnTo>
                <a:lnTo>
                  <a:pt x="3698521" y="4999689"/>
                </a:lnTo>
                <a:lnTo>
                  <a:pt x="3707240" y="4994657"/>
                </a:lnTo>
                <a:close/>
              </a:path>
              <a:path w="7367905" h="7586980">
                <a:moveTo>
                  <a:pt x="3787269" y="5134531"/>
                </a:moveTo>
                <a:lnTo>
                  <a:pt x="3791679" y="5142165"/>
                </a:lnTo>
                <a:lnTo>
                  <a:pt x="3784046" y="5146568"/>
                </a:lnTo>
                <a:lnTo>
                  <a:pt x="3779635" y="5138935"/>
                </a:lnTo>
                <a:lnTo>
                  <a:pt x="3787269" y="5134531"/>
                </a:lnTo>
                <a:close/>
              </a:path>
              <a:path w="7367905" h="7586980">
                <a:moveTo>
                  <a:pt x="3867185" y="5274831"/>
                </a:moveTo>
                <a:lnTo>
                  <a:pt x="3870650" y="5280834"/>
                </a:lnTo>
                <a:lnTo>
                  <a:pt x="3864653" y="5284292"/>
                </a:lnTo>
                <a:lnTo>
                  <a:pt x="3861188" y="5278295"/>
                </a:lnTo>
                <a:lnTo>
                  <a:pt x="3867185" y="5274831"/>
                </a:lnTo>
                <a:close/>
              </a:path>
              <a:path w="7367905" h="7586980">
                <a:moveTo>
                  <a:pt x="3947215" y="5414705"/>
                </a:moveTo>
                <a:lnTo>
                  <a:pt x="3950051" y="5419617"/>
                </a:lnTo>
                <a:lnTo>
                  <a:pt x="3945139" y="5422447"/>
                </a:lnTo>
                <a:lnTo>
                  <a:pt x="3942309" y="5417542"/>
                </a:lnTo>
                <a:lnTo>
                  <a:pt x="3947215" y="5414705"/>
                </a:lnTo>
                <a:close/>
              </a:path>
              <a:path w="7367905" h="7586980">
                <a:moveTo>
                  <a:pt x="4027244" y="5554580"/>
                </a:moveTo>
                <a:lnTo>
                  <a:pt x="4029453" y="5558400"/>
                </a:lnTo>
                <a:lnTo>
                  <a:pt x="4025633" y="5560608"/>
                </a:lnTo>
                <a:lnTo>
                  <a:pt x="4023425" y="5556788"/>
                </a:lnTo>
                <a:lnTo>
                  <a:pt x="4027244" y="5554580"/>
                </a:lnTo>
                <a:close/>
              </a:path>
              <a:path w="7367905" h="7586980">
                <a:moveTo>
                  <a:pt x="4107280" y="5694454"/>
                </a:moveTo>
                <a:lnTo>
                  <a:pt x="4108854" y="5697183"/>
                </a:lnTo>
                <a:lnTo>
                  <a:pt x="4106126" y="5698756"/>
                </a:lnTo>
                <a:lnTo>
                  <a:pt x="4104552" y="5696028"/>
                </a:lnTo>
                <a:lnTo>
                  <a:pt x="4107280" y="5694454"/>
                </a:lnTo>
                <a:close/>
              </a:path>
              <a:path w="7367905" h="7586980">
                <a:moveTo>
                  <a:pt x="4187304" y="5834335"/>
                </a:moveTo>
                <a:lnTo>
                  <a:pt x="4188250" y="5835972"/>
                </a:lnTo>
                <a:lnTo>
                  <a:pt x="4186619" y="5836918"/>
                </a:lnTo>
                <a:lnTo>
                  <a:pt x="4185673" y="5835274"/>
                </a:lnTo>
                <a:lnTo>
                  <a:pt x="4187304" y="5834335"/>
                </a:lnTo>
                <a:close/>
              </a:path>
              <a:path w="7367905" h="7586980">
                <a:moveTo>
                  <a:pt x="3328485" y="4653997"/>
                </a:moveTo>
                <a:lnTo>
                  <a:pt x="3336354" y="4667627"/>
                </a:lnTo>
                <a:lnTo>
                  <a:pt x="3322723" y="4675496"/>
                </a:lnTo>
                <a:lnTo>
                  <a:pt x="3314854" y="4661865"/>
                </a:lnTo>
                <a:lnTo>
                  <a:pt x="3328485" y="4653997"/>
                </a:lnTo>
                <a:close/>
              </a:path>
              <a:path w="7367905" h="7586980">
                <a:moveTo>
                  <a:pt x="3408401" y="4794303"/>
                </a:moveTo>
                <a:lnTo>
                  <a:pt x="3415324" y="4806296"/>
                </a:lnTo>
                <a:lnTo>
                  <a:pt x="3403330" y="4813219"/>
                </a:lnTo>
                <a:lnTo>
                  <a:pt x="3396407" y="4801226"/>
                </a:lnTo>
                <a:lnTo>
                  <a:pt x="3408401" y="4794303"/>
                </a:lnTo>
                <a:close/>
              </a:path>
              <a:path w="7367905" h="7586980">
                <a:moveTo>
                  <a:pt x="3488202" y="4935034"/>
                </a:moveTo>
                <a:lnTo>
                  <a:pt x="3493868" y="4944850"/>
                </a:lnTo>
                <a:lnTo>
                  <a:pt x="3484052" y="4950517"/>
                </a:lnTo>
                <a:lnTo>
                  <a:pt x="3478385" y="4940700"/>
                </a:lnTo>
                <a:lnTo>
                  <a:pt x="3488202" y="4935034"/>
                </a:lnTo>
                <a:close/>
              </a:path>
              <a:path w="7367905" h="7586980">
                <a:moveTo>
                  <a:pt x="3568232" y="5074914"/>
                </a:moveTo>
                <a:lnTo>
                  <a:pt x="3573270" y="5083633"/>
                </a:lnTo>
                <a:lnTo>
                  <a:pt x="3564539" y="5088672"/>
                </a:lnTo>
                <a:lnTo>
                  <a:pt x="3559507" y="5079953"/>
                </a:lnTo>
                <a:lnTo>
                  <a:pt x="3568232" y="5074914"/>
                </a:lnTo>
                <a:close/>
              </a:path>
              <a:path w="7367905" h="7586980">
                <a:moveTo>
                  <a:pt x="3648255" y="5214789"/>
                </a:moveTo>
                <a:lnTo>
                  <a:pt x="3652665" y="5222422"/>
                </a:lnTo>
                <a:lnTo>
                  <a:pt x="3645032" y="5226832"/>
                </a:lnTo>
                <a:lnTo>
                  <a:pt x="3640628" y="5219199"/>
                </a:lnTo>
                <a:lnTo>
                  <a:pt x="3648255" y="5214789"/>
                </a:lnTo>
                <a:close/>
              </a:path>
              <a:path w="7367905" h="7586980">
                <a:moveTo>
                  <a:pt x="3728291" y="5354663"/>
                </a:moveTo>
                <a:lnTo>
                  <a:pt x="3732067" y="5361205"/>
                </a:lnTo>
                <a:lnTo>
                  <a:pt x="3725525" y="5364981"/>
                </a:lnTo>
                <a:lnTo>
                  <a:pt x="3721749" y="5358439"/>
                </a:lnTo>
                <a:lnTo>
                  <a:pt x="3728291" y="5354663"/>
                </a:lnTo>
                <a:close/>
              </a:path>
              <a:path w="7367905" h="7586980">
                <a:moveTo>
                  <a:pt x="3808200" y="5494969"/>
                </a:moveTo>
                <a:lnTo>
                  <a:pt x="3811036" y="5499874"/>
                </a:lnTo>
                <a:lnTo>
                  <a:pt x="3806125" y="5502711"/>
                </a:lnTo>
                <a:lnTo>
                  <a:pt x="3803295" y="5497799"/>
                </a:lnTo>
                <a:lnTo>
                  <a:pt x="3808200" y="5494969"/>
                </a:lnTo>
                <a:close/>
              </a:path>
              <a:path w="7367905" h="7586980">
                <a:moveTo>
                  <a:pt x="3888230" y="5634843"/>
                </a:moveTo>
                <a:lnTo>
                  <a:pt x="3890438" y="5638663"/>
                </a:lnTo>
                <a:lnTo>
                  <a:pt x="3886625" y="5640865"/>
                </a:lnTo>
                <a:lnTo>
                  <a:pt x="3884416" y="5637045"/>
                </a:lnTo>
                <a:lnTo>
                  <a:pt x="3888230" y="5634843"/>
                </a:lnTo>
                <a:close/>
              </a:path>
              <a:path w="7367905" h="7586980">
                <a:moveTo>
                  <a:pt x="3968266" y="5774718"/>
                </a:moveTo>
                <a:lnTo>
                  <a:pt x="3969840" y="5777440"/>
                </a:lnTo>
                <a:lnTo>
                  <a:pt x="3967111" y="5779014"/>
                </a:lnTo>
                <a:lnTo>
                  <a:pt x="3965537" y="5776291"/>
                </a:lnTo>
                <a:lnTo>
                  <a:pt x="3968266" y="5774718"/>
                </a:lnTo>
                <a:close/>
              </a:path>
              <a:path w="7367905" h="7586980">
                <a:moveTo>
                  <a:pt x="4048296" y="5914592"/>
                </a:moveTo>
                <a:lnTo>
                  <a:pt x="4049241" y="5916229"/>
                </a:lnTo>
                <a:lnTo>
                  <a:pt x="4047604" y="5917175"/>
                </a:lnTo>
                <a:lnTo>
                  <a:pt x="4046658" y="5915538"/>
                </a:lnTo>
                <a:lnTo>
                  <a:pt x="4048296" y="5914592"/>
                </a:lnTo>
                <a:close/>
              </a:path>
              <a:path w="7367905" h="7586980">
                <a:moveTo>
                  <a:pt x="3269384" y="4874566"/>
                </a:moveTo>
                <a:lnTo>
                  <a:pt x="3276307" y="4886553"/>
                </a:lnTo>
                <a:lnTo>
                  <a:pt x="3264314" y="4893476"/>
                </a:lnTo>
                <a:lnTo>
                  <a:pt x="3257391" y="4881489"/>
                </a:lnTo>
                <a:lnTo>
                  <a:pt x="3269384" y="4874566"/>
                </a:lnTo>
                <a:close/>
              </a:path>
              <a:path w="7367905" h="7586980">
                <a:moveTo>
                  <a:pt x="3349300" y="5014865"/>
                </a:moveTo>
                <a:lnTo>
                  <a:pt x="3355283" y="5025221"/>
                </a:lnTo>
                <a:lnTo>
                  <a:pt x="3344921" y="5031205"/>
                </a:lnTo>
                <a:lnTo>
                  <a:pt x="3338944" y="5020843"/>
                </a:lnTo>
                <a:lnTo>
                  <a:pt x="3349300" y="5014865"/>
                </a:lnTo>
                <a:close/>
              </a:path>
              <a:path w="7367905" h="7586980">
                <a:moveTo>
                  <a:pt x="3429330" y="5154740"/>
                </a:moveTo>
                <a:lnTo>
                  <a:pt x="3434679" y="5164011"/>
                </a:lnTo>
                <a:lnTo>
                  <a:pt x="3425414" y="5169360"/>
                </a:lnTo>
                <a:lnTo>
                  <a:pt x="3420065" y="5160089"/>
                </a:lnTo>
                <a:lnTo>
                  <a:pt x="3429330" y="5154740"/>
                </a:lnTo>
                <a:close/>
              </a:path>
              <a:path w="7367905" h="7586980">
                <a:moveTo>
                  <a:pt x="3509359" y="5294614"/>
                </a:moveTo>
                <a:lnTo>
                  <a:pt x="3514081" y="5302794"/>
                </a:lnTo>
                <a:lnTo>
                  <a:pt x="3505902" y="5307515"/>
                </a:lnTo>
                <a:lnTo>
                  <a:pt x="3501180" y="5299335"/>
                </a:lnTo>
                <a:lnTo>
                  <a:pt x="3509359" y="5294614"/>
                </a:lnTo>
                <a:close/>
              </a:path>
              <a:path w="7367905" h="7586980">
                <a:moveTo>
                  <a:pt x="3589275" y="5434927"/>
                </a:moveTo>
                <a:lnTo>
                  <a:pt x="3593051" y="5441462"/>
                </a:lnTo>
                <a:lnTo>
                  <a:pt x="3586509" y="5445238"/>
                </a:lnTo>
                <a:lnTo>
                  <a:pt x="3582733" y="5438702"/>
                </a:lnTo>
                <a:lnTo>
                  <a:pt x="3589275" y="5434927"/>
                </a:lnTo>
                <a:close/>
              </a:path>
              <a:path w="7367905" h="7586980">
                <a:moveTo>
                  <a:pt x="3669305" y="5574801"/>
                </a:moveTo>
                <a:lnTo>
                  <a:pt x="3672452" y="5580252"/>
                </a:lnTo>
                <a:lnTo>
                  <a:pt x="3667002" y="5583399"/>
                </a:lnTo>
                <a:lnTo>
                  <a:pt x="3663854" y="5577948"/>
                </a:lnTo>
                <a:lnTo>
                  <a:pt x="3669305" y="5574801"/>
                </a:lnTo>
                <a:close/>
              </a:path>
              <a:path w="7367905" h="7586980">
                <a:moveTo>
                  <a:pt x="3749335" y="5714676"/>
                </a:moveTo>
                <a:lnTo>
                  <a:pt x="3751854" y="5719035"/>
                </a:lnTo>
                <a:lnTo>
                  <a:pt x="3747488" y="5721554"/>
                </a:lnTo>
                <a:lnTo>
                  <a:pt x="3744975" y="5717195"/>
                </a:lnTo>
                <a:lnTo>
                  <a:pt x="3749335" y="5714676"/>
                </a:lnTo>
                <a:close/>
              </a:path>
              <a:path w="7367905" h="7586980">
                <a:moveTo>
                  <a:pt x="3829370" y="5854550"/>
                </a:moveTo>
                <a:lnTo>
                  <a:pt x="3831255" y="5857818"/>
                </a:lnTo>
                <a:lnTo>
                  <a:pt x="3827987" y="5859709"/>
                </a:lnTo>
                <a:lnTo>
                  <a:pt x="3826096" y="5856434"/>
                </a:lnTo>
                <a:lnTo>
                  <a:pt x="3829370" y="5854550"/>
                </a:lnTo>
                <a:close/>
              </a:path>
              <a:path w="7367905" h="7586980">
                <a:moveTo>
                  <a:pt x="3909401" y="5994424"/>
                </a:moveTo>
                <a:lnTo>
                  <a:pt x="3910657" y="5996601"/>
                </a:lnTo>
                <a:lnTo>
                  <a:pt x="3908474" y="5997857"/>
                </a:lnTo>
                <a:lnTo>
                  <a:pt x="3907217" y="5995687"/>
                </a:lnTo>
                <a:lnTo>
                  <a:pt x="3909401" y="5994424"/>
                </a:lnTo>
                <a:close/>
              </a:path>
              <a:path w="7367905" h="7586980">
                <a:moveTo>
                  <a:pt x="3290319" y="5234998"/>
                </a:moveTo>
                <a:lnTo>
                  <a:pt x="3295668" y="5244268"/>
                </a:lnTo>
                <a:lnTo>
                  <a:pt x="3286397" y="5249624"/>
                </a:lnTo>
                <a:lnTo>
                  <a:pt x="3281048" y="5240353"/>
                </a:lnTo>
                <a:lnTo>
                  <a:pt x="3290319" y="5234998"/>
                </a:lnTo>
                <a:close/>
              </a:path>
              <a:path w="7367905" h="7586980">
                <a:moveTo>
                  <a:pt x="3370342" y="5374878"/>
                </a:moveTo>
                <a:lnTo>
                  <a:pt x="3375064" y="5383051"/>
                </a:lnTo>
                <a:lnTo>
                  <a:pt x="3366884" y="5387772"/>
                </a:lnTo>
                <a:lnTo>
                  <a:pt x="3362163" y="5379599"/>
                </a:lnTo>
                <a:lnTo>
                  <a:pt x="3370342" y="5374878"/>
                </a:lnTo>
                <a:close/>
              </a:path>
              <a:path w="7367905" h="7586980">
                <a:moveTo>
                  <a:pt x="3450264" y="5515184"/>
                </a:moveTo>
                <a:lnTo>
                  <a:pt x="3454040" y="5521720"/>
                </a:lnTo>
                <a:lnTo>
                  <a:pt x="3447498" y="5525502"/>
                </a:lnTo>
                <a:lnTo>
                  <a:pt x="3443722" y="5518960"/>
                </a:lnTo>
                <a:lnTo>
                  <a:pt x="3450264" y="5515184"/>
                </a:lnTo>
                <a:close/>
              </a:path>
              <a:path w="7367905" h="7586980">
                <a:moveTo>
                  <a:pt x="3530288" y="5655059"/>
                </a:moveTo>
                <a:lnTo>
                  <a:pt x="3533435" y="5660509"/>
                </a:lnTo>
                <a:lnTo>
                  <a:pt x="3527985" y="5663657"/>
                </a:lnTo>
                <a:lnTo>
                  <a:pt x="3524837" y="5658206"/>
                </a:lnTo>
                <a:lnTo>
                  <a:pt x="3530288" y="5655059"/>
                </a:lnTo>
                <a:close/>
              </a:path>
              <a:path w="7367905" h="7586980">
                <a:moveTo>
                  <a:pt x="3610324" y="5794933"/>
                </a:moveTo>
                <a:lnTo>
                  <a:pt x="3612837" y="5799292"/>
                </a:lnTo>
                <a:lnTo>
                  <a:pt x="3608477" y="5801812"/>
                </a:lnTo>
                <a:lnTo>
                  <a:pt x="3605964" y="5797452"/>
                </a:lnTo>
                <a:lnTo>
                  <a:pt x="3610324" y="5794933"/>
                </a:lnTo>
                <a:close/>
              </a:path>
              <a:path w="7367905" h="7586980">
                <a:moveTo>
                  <a:pt x="3690354" y="5934808"/>
                </a:moveTo>
                <a:lnTo>
                  <a:pt x="3692238" y="5938082"/>
                </a:lnTo>
                <a:lnTo>
                  <a:pt x="3688970" y="5939967"/>
                </a:lnTo>
                <a:lnTo>
                  <a:pt x="3687085" y="5936699"/>
                </a:lnTo>
                <a:lnTo>
                  <a:pt x="3690354" y="5934808"/>
                </a:lnTo>
                <a:close/>
              </a:path>
              <a:path w="7367905" h="7586980">
                <a:moveTo>
                  <a:pt x="3770383" y="6074688"/>
                </a:moveTo>
                <a:lnTo>
                  <a:pt x="3771640" y="6076858"/>
                </a:lnTo>
                <a:lnTo>
                  <a:pt x="3769457" y="6078121"/>
                </a:lnTo>
                <a:lnTo>
                  <a:pt x="3768200" y="6075945"/>
                </a:lnTo>
                <a:lnTo>
                  <a:pt x="3770383" y="6074688"/>
                </a:lnTo>
                <a:close/>
              </a:path>
              <a:path w="7367905" h="7586980">
                <a:moveTo>
                  <a:pt x="3311362" y="5595009"/>
                </a:moveTo>
                <a:lnTo>
                  <a:pt x="3315455" y="5602104"/>
                </a:lnTo>
                <a:lnTo>
                  <a:pt x="3308368" y="5606190"/>
                </a:lnTo>
                <a:lnTo>
                  <a:pt x="3304275" y="5599102"/>
                </a:lnTo>
                <a:lnTo>
                  <a:pt x="3311362" y="5595009"/>
                </a:lnTo>
                <a:close/>
              </a:path>
              <a:path w="7367905" h="7586980">
                <a:moveTo>
                  <a:pt x="3391278" y="5735315"/>
                </a:moveTo>
                <a:lnTo>
                  <a:pt x="3394426" y="5740766"/>
                </a:lnTo>
                <a:lnTo>
                  <a:pt x="3388975" y="5743913"/>
                </a:lnTo>
                <a:lnTo>
                  <a:pt x="3385828" y="5738463"/>
                </a:lnTo>
                <a:lnTo>
                  <a:pt x="3391278" y="5735315"/>
                </a:lnTo>
                <a:close/>
              </a:path>
              <a:path w="7367905" h="7586980">
                <a:moveTo>
                  <a:pt x="3471308" y="5875196"/>
                </a:moveTo>
                <a:lnTo>
                  <a:pt x="3473821" y="5879555"/>
                </a:lnTo>
                <a:lnTo>
                  <a:pt x="3469461" y="5882068"/>
                </a:lnTo>
                <a:lnTo>
                  <a:pt x="3466949" y="5877709"/>
                </a:lnTo>
                <a:lnTo>
                  <a:pt x="3471308" y="5875196"/>
                </a:lnTo>
                <a:close/>
              </a:path>
              <a:path w="7367905" h="7586980">
                <a:moveTo>
                  <a:pt x="3551338" y="6015070"/>
                </a:moveTo>
                <a:lnTo>
                  <a:pt x="3553229" y="6018338"/>
                </a:lnTo>
                <a:lnTo>
                  <a:pt x="3549955" y="6020229"/>
                </a:lnTo>
                <a:lnTo>
                  <a:pt x="3548070" y="6016955"/>
                </a:lnTo>
                <a:lnTo>
                  <a:pt x="3551338" y="6015070"/>
                </a:lnTo>
                <a:close/>
              </a:path>
              <a:path w="7367905" h="7586980">
                <a:moveTo>
                  <a:pt x="3631368" y="6154945"/>
                </a:moveTo>
                <a:lnTo>
                  <a:pt x="3632624" y="6157121"/>
                </a:lnTo>
                <a:lnTo>
                  <a:pt x="3630441" y="6158378"/>
                </a:lnTo>
                <a:lnTo>
                  <a:pt x="3629184" y="6156208"/>
                </a:lnTo>
                <a:lnTo>
                  <a:pt x="3631368" y="6154945"/>
                </a:lnTo>
                <a:close/>
              </a:path>
              <a:path w="7367905" h="7586980">
                <a:moveTo>
                  <a:pt x="3710306" y="6295454"/>
                </a:moveTo>
                <a:lnTo>
                  <a:pt x="3711769" y="6295454"/>
                </a:lnTo>
                <a:lnTo>
                  <a:pt x="3712032" y="6295911"/>
                </a:lnTo>
                <a:lnTo>
                  <a:pt x="3710570" y="6295911"/>
                </a:lnTo>
                <a:lnTo>
                  <a:pt x="3710306" y="6295454"/>
                </a:lnTo>
                <a:close/>
              </a:path>
              <a:path w="7367905" h="7586980">
                <a:moveTo>
                  <a:pt x="3332298" y="5955454"/>
                </a:moveTo>
                <a:lnTo>
                  <a:pt x="3334810" y="5959813"/>
                </a:lnTo>
                <a:lnTo>
                  <a:pt x="3330451" y="5962332"/>
                </a:lnTo>
                <a:lnTo>
                  <a:pt x="3327932" y="5957973"/>
                </a:lnTo>
                <a:lnTo>
                  <a:pt x="3332298" y="5955454"/>
                </a:lnTo>
                <a:close/>
              </a:path>
              <a:path w="7367905" h="7586980">
                <a:moveTo>
                  <a:pt x="3412322" y="6095328"/>
                </a:moveTo>
                <a:lnTo>
                  <a:pt x="3414213" y="6098603"/>
                </a:lnTo>
                <a:lnTo>
                  <a:pt x="3410938" y="6100487"/>
                </a:lnTo>
                <a:lnTo>
                  <a:pt x="3409054" y="6097219"/>
                </a:lnTo>
                <a:lnTo>
                  <a:pt x="3412322" y="6095328"/>
                </a:lnTo>
                <a:close/>
              </a:path>
              <a:path w="7367905" h="7586980">
                <a:moveTo>
                  <a:pt x="3492351" y="6235209"/>
                </a:moveTo>
                <a:lnTo>
                  <a:pt x="3493608" y="6237379"/>
                </a:lnTo>
                <a:lnTo>
                  <a:pt x="3491431" y="6238642"/>
                </a:lnTo>
                <a:lnTo>
                  <a:pt x="3490175" y="6236465"/>
                </a:lnTo>
                <a:lnTo>
                  <a:pt x="3492351" y="6235209"/>
                </a:lnTo>
                <a:close/>
              </a:path>
              <a:path w="7367905" h="7586980">
                <a:moveTo>
                  <a:pt x="3571296" y="6375712"/>
                </a:moveTo>
                <a:lnTo>
                  <a:pt x="3572751" y="6375712"/>
                </a:lnTo>
                <a:lnTo>
                  <a:pt x="3573015" y="6376168"/>
                </a:lnTo>
                <a:lnTo>
                  <a:pt x="3571560" y="6376168"/>
                </a:lnTo>
                <a:lnTo>
                  <a:pt x="3571296" y="6375712"/>
                </a:lnTo>
                <a:close/>
              </a:path>
              <a:path w="7367905" h="7586980">
                <a:moveTo>
                  <a:pt x="3193282" y="6035711"/>
                </a:moveTo>
                <a:lnTo>
                  <a:pt x="3195795" y="6040070"/>
                </a:lnTo>
                <a:lnTo>
                  <a:pt x="3191435" y="6042590"/>
                </a:lnTo>
                <a:lnTo>
                  <a:pt x="3188916" y="6038230"/>
                </a:lnTo>
                <a:lnTo>
                  <a:pt x="3193282" y="6035711"/>
                </a:lnTo>
                <a:close/>
              </a:path>
              <a:path w="7367905" h="7586980">
                <a:moveTo>
                  <a:pt x="3273312" y="6175585"/>
                </a:moveTo>
                <a:lnTo>
                  <a:pt x="3275203" y="6178860"/>
                </a:lnTo>
                <a:lnTo>
                  <a:pt x="3271928" y="6180751"/>
                </a:lnTo>
                <a:lnTo>
                  <a:pt x="3270037" y="6177476"/>
                </a:lnTo>
                <a:lnTo>
                  <a:pt x="3273312" y="6175585"/>
                </a:lnTo>
                <a:close/>
              </a:path>
              <a:path w="7367905" h="7586980">
                <a:moveTo>
                  <a:pt x="3353341" y="6315466"/>
                </a:moveTo>
                <a:lnTo>
                  <a:pt x="3354598" y="6317643"/>
                </a:lnTo>
                <a:lnTo>
                  <a:pt x="3352422" y="6318899"/>
                </a:lnTo>
                <a:lnTo>
                  <a:pt x="3351165" y="6316722"/>
                </a:lnTo>
                <a:lnTo>
                  <a:pt x="3353341" y="6315466"/>
                </a:lnTo>
                <a:close/>
              </a:path>
              <a:path w="7367905" h="7586980">
                <a:moveTo>
                  <a:pt x="3432280" y="6455969"/>
                </a:moveTo>
                <a:lnTo>
                  <a:pt x="3433733" y="6455969"/>
                </a:lnTo>
                <a:lnTo>
                  <a:pt x="3434000" y="6456432"/>
                </a:lnTo>
                <a:lnTo>
                  <a:pt x="3432547" y="6456432"/>
                </a:lnTo>
                <a:lnTo>
                  <a:pt x="3432280" y="6455969"/>
                </a:lnTo>
                <a:close/>
              </a:path>
              <a:path w="7367905" h="7586980">
                <a:moveTo>
                  <a:pt x="3054266" y="6115976"/>
                </a:moveTo>
                <a:lnTo>
                  <a:pt x="3056785" y="6120335"/>
                </a:lnTo>
                <a:lnTo>
                  <a:pt x="3052419" y="6122854"/>
                </a:lnTo>
                <a:lnTo>
                  <a:pt x="3049900" y="6118495"/>
                </a:lnTo>
                <a:lnTo>
                  <a:pt x="3054266" y="6115976"/>
                </a:lnTo>
                <a:close/>
              </a:path>
              <a:path w="7367905" h="7586980">
                <a:moveTo>
                  <a:pt x="3134295" y="6255850"/>
                </a:moveTo>
                <a:lnTo>
                  <a:pt x="3136187" y="6259118"/>
                </a:lnTo>
                <a:lnTo>
                  <a:pt x="3132919" y="6261009"/>
                </a:lnTo>
                <a:lnTo>
                  <a:pt x="3131028" y="6257734"/>
                </a:lnTo>
                <a:lnTo>
                  <a:pt x="3134295" y="6255850"/>
                </a:lnTo>
                <a:close/>
              </a:path>
              <a:path w="7367905" h="7586980">
                <a:moveTo>
                  <a:pt x="3214332" y="6395724"/>
                </a:moveTo>
                <a:lnTo>
                  <a:pt x="3215588" y="6397901"/>
                </a:lnTo>
                <a:lnTo>
                  <a:pt x="3213405" y="6399157"/>
                </a:lnTo>
                <a:lnTo>
                  <a:pt x="3212149" y="6396987"/>
                </a:lnTo>
                <a:lnTo>
                  <a:pt x="3214332" y="6395724"/>
                </a:lnTo>
                <a:close/>
              </a:path>
              <a:path w="7367905" h="7586980">
                <a:moveTo>
                  <a:pt x="3293270" y="6536233"/>
                </a:moveTo>
                <a:lnTo>
                  <a:pt x="3294719" y="6536233"/>
                </a:lnTo>
                <a:lnTo>
                  <a:pt x="3294984" y="6536690"/>
                </a:lnTo>
                <a:lnTo>
                  <a:pt x="3293535" y="6536690"/>
                </a:lnTo>
                <a:lnTo>
                  <a:pt x="3293270" y="6536233"/>
                </a:lnTo>
                <a:close/>
              </a:path>
              <a:path w="7367905" h="7586980">
                <a:moveTo>
                  <a:pt x="2835226" y="6056359"/>
                </a:moveTo>
                <a:lnTo>
                  <a:pt x="2838374" y="6061810"/>
                </a:lnTo>
                <a:lnTo>
                  <a:pt x="2832923" y="6064957"/>
                </a:lnTo>
                <a:lnTo>
                  <a:pt x="2829776" y="6059507"/>
                </a:lnTo>
                <a:lnTo>
                  <a:pt x="2835226" y="6056359"/>
                </a:lnTo>
                <a:close/>
              </a:path>
              <a:path w="7367905" h="7586980">
                <a:moveTo>
                  <a:pt x="2915250" y="6196234"/>
                </a:moveTo>
                <a:lnTo>
                  <a:pt x="2917769" y="6200593"/>
                </a:lnTo>
                <a:lnTo>
                  <a:pt x="2913410" y="6203112"/>
                </a:lnTo>
                <a:lnTo>
                  <a:pt x="2910891" y="6198753"/>
                </a:lnTo>
                <a:lnTo>
                  <a:pt x="2915250" y="6196234"/>
                </a:lnTo>
                <a:close/>
              </a:path>
              <a:path w="7367905" h="7586980">
                <a:moveTo>
                  <a:pt x="2995285" y="6336108"/>
                </a:moveTo>
                <a:lnTo>
                  <a:pt x="2997170" y="6339383"/>
                </a:lnTo>
                <a:lnTo>
                  <a:pt x="2993902" y="6341267"/>
                </a:lnTo>
                <a:lnTo>
                  <a:pt x="2992011" y="6337999"/>
                </a:lnTo>
                <a:lnTo>
                  <a:pt x="2995285" y="6336108"/>
                </a:lnTo>
                <a:close/>
              </a:path>
              <a:path w="7367905" h="7586980">
                <a:moveTo>
                  <a:pt x="3075316" y="6475989"/>
                </a:moveTo>
                <a:lnTo>
                  <a:pt x="3076573" y="6478159"/>
                </a:lnTo>
                <a:lnTo>
                  <a:pt x="3074389" y="6479422"/>
                </a:lnTo>
                <a:lnTo>
                  <a:pt x="3073133" y="6477245"/>
                </a:lnTo>
                <a:lnTo>
                  <a:pt x="3075316" y="6475989"/>
                </a:lnTo>
                <a:close/>
              </a:path>
              <a:path w="7367905" h="7586980">
                <a:moveTo>
                  <a:pt x="3154254" y="6616491"/>
                </a:moveTo>
                <a:lnTo>
                  <a:pt x="3155709" y="6616491"/>
                </a:lnTo>
                <a:lnTo>
                  <a:pt x="3155974" y="6616948"/>
                </a:lnTo>
                <a:lnTo>
                  <a:pt x="3154517" y="6616948"/>
                </a:lnTo>
                <a:lnTo>
                  <a:pt x="3154254" y="6616491"/>
                </a:lnTo>
                <a:close/>
              </a:path>
              <a:path w="7367905" h="7586980">
                <a:moveTo>
                  <a:pt x="2696210" y="6136617"/>
                </a:moveTo>
                <a:lnTo>
                  <a:pt x="2699357" y="6142067"/>
                </a:lnTo>
                <a:lnTo>
                  <a:pt x="2693907" y="6145215"/>
                </a:lnTo>
                <a:lnTo>
                  <a:pt x="2690759" y="6139764"/>
                </a:lnTo>
                <a:lnTo>
                  <a:pt x="2696210" y="6136617"/>
                </a:lnTo>
                <a:close/>
              </a:path>
              <a:path w="7367905" h="7586980">
                <a:moveTo>
                  <a:pt x="2776240" y="6276491"/>
                </a:moveTo>
                <a:lnTo>
                  <a:pt x="2778759" y="6280851"/>
                </a:lnTo>
                <a:lnTo>
                  <a:pt x="2774393" y="6283370"/>
                </a:lnTo>
                <a:lnTo>
                  <a:pt x="2771880" y="6279011"/>
                </a:lnTo>
                <a:lnTo>
                  <a:pt x="2776240" y="6276491"/>
                </a:lnTo>
                <a:close/>
              </a:path>
              <a:path w="7367905" h="7586980">
                <a:moveTo>
                  <a:pt x="2856268" y="6416372"/>
                </a:moveTo>
                <a:lnTo>
                  <a:pt x="2858154" y="6419640"/>
                </a:lnTo>
                <a:lnTo>
                  <a:pt x="2854886" y="6421531"/>
                </a:lnTo>
                <a:lnTo>
                  <a:pt x="2852995" y="6418256"/>
                </a:lnTo>
                <a:lnTo>
                  <a:pt x="2856268" y="6416372"/>
                </a:lnTo>
                <a:close/>
              </a:path>
              <a:path w="7367905" h="7586980">
                <a:moveTo>
                  <a:pt x="2936299" y="6556246"/>
                </a:moveTo>
                <a:lnTo>
                  <a:pt x="2937556" y="6558423"/>
                </a:lnTo>
                <a:lnTo>
                  <a:pt x="2935373" y="6559679"/>
                </a:lnTo>
                <a:lnTo>
                  <a:pt x="2934116" y="6557509"/>
                </a:lnTo>
                <a:lnTo>
                  <a:pt x="2936299" y="6556246"/>
                </a:lnTo>
                <a:close/>
              </a:path>
              <a:path w="7367905" h="7586980">
                <a:moveTo>
                  <a:pt x="3015244" y="6696749"/>
                </a:moveTo>
                <a:lnTo>
                  <a:pt x="3016691" y="6696749"/>
                </a:lnTo>
                <a:lnTo>
                  <a:pt x="3016957" y="6697212"/>
                </a:lnTo>
                <a:lnTo>
                  <a:pt x="3015511" y="6697212"/>
                </a:lnTo>
                <a:lnTo>
                  <a:pt x="3015244" y="6696749"/>
                </a:lnTo>
                <a:close/>
              </a:path>
              <a:path w="7367905" h="7586980">
                <a:moveTo>
                  <a:pt x="2477278" y="6076569"/>
                </a:moveTo>
                <a:lnTo>
                  <a:pt x="2481371" y="6083664"/>
                </a:lnTo>
                <a:lnTo>
                  <a:pt x="2474283" y="6087757"/>
                </a:lnTo>
                <a:lnTo>
                  <a:pt x="2470190" y="6080662"/>
                </a:lnTo>
                <a:lnTo>
                  <a:pt x="2477278" y="6076569"/>
                </a:lnTo>
                <a:close/>
              </a:path>
              <a:path w="7367905" h="7586980">
                <a:moveTo>
                  <a:pt x="2557193" y="6216881"/>
                </a:moveTo>
                <a:lnTo>
                  <a:pt x="2560341" y="6222332"/>
                </a:lnTo>
                <a:lnTo>
                  <a:pt x="2554890" y="6225480"/>
                </a:lnTo>
                <a:lnTo>
                  <a:pt x="2551743" y="6220029"/>
                </a:lnTo>
                <a:lnTo>
                  <a:pt x="2557193" y="6216881"/>
                </a:lnTo>
                <a:close/>
              </a:path>
              <a:path w="7367905" h="7586980">
                <a:moveTo>
                  <a:pt x="2637223" y="6356756"/>
                </a:moveTo>
                <a:lnTo>
                  <a:pt x="2639742" y="6361115"/>
                </a:lnTo>
                <a:lnTo>
                  <a:pt x="2635377" y="6363635"/>
                </a:lnTo>
                <a:lnTo>
                  <a:pt x="2632864" y="6359275"/>
                </a:lnTo>
                <a:lnTo>
                  <a:pt x="2637223" y="6356756"/>
                </a:lnTo>
                <a:close/>
              </a:path>
              <a:path w="7367905" h="7586980">
                <a:moveTo>
                  <a:pt x="2717259" y="6496630"/>
                </a:moveTo>
                <a:lnTo>
                  <a:pt x="2719144" y="6499898"/>
                </a:lnTo>
                <a:lnTo>
                  <a:pt x="2715869" y="6501789"/>
                </a:lnTo>
                <a:lnTo>
                  <a:pt x="2713985" y="6498521"/>
                </a:lnTo>
                <a:lnTo>
                  <a:pt x="2717259" y="6496630"/>
                </a:lnTo>
                <a:close/>
              </a:path>
              <a:path w="7367905" h="7586980">
                <a:moveTo>
                  <a:pt x="2797283" y="6636511"/>
                </a:moveTo>
                <a:lnTo>
                  <a:pt x="2798540" y="6638681"/>
                </a:lnTo>
                <a:lnTo>
                  <a:pt x="2796363" y="6639938"/>
                </a:lnTo>
                <a:lnTo>
                  <a:pt x="2795106" y="6637767"/>
                </a:lnTo>
                <a:lnTo>
                  <a:pt x="2797283" y="6636511"/>
                </a:lnTo>
                <a:close/>
              </a:path>
              <a:path w="7367905" h="7586980">
                <a:moveTo>
                  <a:pt x="2876228" y="6777014"/>
                </a:moveTo>
                <a:lnTo>
                  <a:pt x="2877676" y="6777014"/>
                </a:lnTo>
                <a:lnTo>
                  <a:pt x="2877941" y="6777470"/>
                </a:lnTo>
                <a:lnTo>
                  <a:pt x="2876492" y="6777470"/>
                </a:lnTo>
                <a:lnTo>
                  <a:pt x="2876228" y="6777014"/>
                </a:lnTo>
                <a:close/>
              </a:path>
              <a:path w="7367905" h="7586980">
                <a:moveTo>
                  <a:pt x="2258233" y="6016959"/>
                </a:moveTo>
                <a:lnTo>
                  <a:pt x="2262954" y="6025132"/>
                </a:lnTo>
                <a:lnTo>
                  <a:pt x="2254775" y="6029853"/>
                </a:lnTo>
                <a:lnTo>
                  <a:pt x="2250053" y="6021680"/>
                </a:lnTo>
                <a:lnTo>
                  <a:pt x="2258233" y="6016959"/>
                </a:lnTo>
                <a:close/>
              </a:path>
              <a:path w="7367905" h="7586980">
                <a:moveTo>
                  <a:pt x="2338262" y="6156833"/>
                </a:moveTo>
                <a:lnTo>
                  <a:pt x="2342355" y="6163921"/>
                </a:lnTo>
                <a:lnTo>
                  <a:pt x="2335267" y="6168014"/>
                </a:lnTo>
                <a:lnTo>
                  <a:pt x="2331174" y="6160926"/>
                </a:lnTo>
                <a:lnTo>
                  <a:pt x="2338262" y="6156833"/>
                </a:lnTo>
                <a:close/>
              </a:path>
              <a:path w="7367905" h="7586980">
                <a:moveTo>
                  <a:pt x="2418178" y="6297139"/>
                </a:moveTo>
                <a:lnTo>
                  <a:pt x="2421325" y="6302590"/>
                </a:lnTo>
                <a:lnTo>
                  <a:pt x="2415875" y="6305737"/>
                </a:lnTo>
                <a:lnTo>
                  <a:pt x="2412727" y="6300286"/>
                </a:lnTo>
                <a:lnTo>
                  <a:pt x="2418178" y="6297139"/>
                </a:lnTo>
                <a:close/>
              </a:path>
              <a:path w="7367905" h="7586980">
                <a:moveTo>
                  <a:pt x="2498214" y="6437013"/>
                </a:moveTo>
                <a:lnTo>
                  <a:pt x="2500727" y="6441373"/>
                </a:lnTo>
                <a:lnTo>
                  <a:pt x="2496361" y="6443892"/>
                </a:lnTo>
                <a:lnTo>
                  <a:pt x="2493849" y="6439533"/>
                </a:lnTo>
                <a:lnTo>
                  <a:pt x="2498214" y="6437013"/>
                </a:lnTo>
                <a:close/>
              </a:path>
              <a:path w="7367905" h="7586980">
                <a:moveTo>
                  <a:pt x="2578244" y="6576888"/>
                </a:moveTo>
                <a:lnTo>
                  <a:pt x="2580128" y="6580162"/>
                </a:lnTo>
                <a:lnTo>
                  <a:pt x="2576860" y="6582047"/>
                </a:lnTo>
                <a:lnTo>
                  <a:pt x="2574976" y="6578779"/>
                </a:lnTo>
                <a:lnTo>
                  <a:pt x="2578244" y="6576888"/>
                </a:lnTo>
                <a:close/>
              </a:path>
              <a:path w="7367905" h="7586980">
                <a:moveTo>
                  <a:pt x="2658274" y="6716769"/>
                </a:moveTo>
                <a:lnTo>
                  <a:pt x="2659530" y="6718939"/>
                </a:lnTo>
                <a:lnTo>
                  <a:pt x="2657347" y="6720202"/>
                </a:lnTo>
                <a:lnTo>
                  <a:pt x="2656091" y="6718025"/>
                </a:lnTo>
                <a:lnTo>
                  <a:pt x="2658274" y="6716769"/>
                </a:lnTo>
                <a:close/>
              </a:path>
              <a:path w="7367905" h="7586980">
                <a:moveTo>
                  <a:pt x="2737212" y="6857271"/>
                </a:moveTo>
                <a:lnTo>
                  <a:pt x="2738659" y="6857271"/>
                </a:lnTo>
                <a:lnTo>
                  <a:pt x="2738926" y="6857734"/>
                </a:lnTo>
                <a:lnTo>
                  <a:pt x="2737479" y="6857734"/>
                </a:lnTo>
                <a:lnTo>
                  <a:pt x="2737212" y="6857271"/>
                </a:lnTo>
                <a:close/>
              </a:path>
              <a:path w="7367905" h="7586980">
                <a:moveTo>
                  <a:pt x="2119217" y="6097217"/>
                </a:moveTo>
                <a:lnTo>
                  <a:pt x="2123938" y="6105396"/>
                </a:lnTo>
                <a:lnTo>
                  <a:pt x="2115765" y="6110117"/>
                </a:lnTo>
                <a:lnTo>
                  <a:pt x="2111044" y="6101938"/>
                </a:lnTo>
                <a:lnTo>
                  <a:pt x="2119217" y="6097217"/>
                </a:lnTo>
                <a:close/>
              </a:path>
              <a:path w="7367905" h="7586980">
                <a:moveTo>
                  <a:pt x="2199253" y="6237091"/>
                </a:moveTo>
                <a:lnTo>
                  <a:pt x="2203346" y="6244186"/>
                </a:lnTo>
                <a:lnTo>
                  <a:pt x="2196258" y="6248272"/>
                </a:lnTo>
                <a:lnTo>
                  <a:pt x="2192165" y="6241184"/>
                </a:lnTo>
                <a:lnTo>
                  <a:pt x="2199253" y="6237091"/>
                </a:lnTo>
                <a:close/>
              </a:path>
              <a:path w="7367905" h="7586980">
                <a:moveTo>
                  <a:pt x="2279162" y="6377404"/>
                </a:moveTo>
                <a:lnTo>
                  <a:pt x="2282309" y="6382854"/>
                </a:lnTo>
                <a:lnTo>
                  <a:pt x="2276858" y="6386002"/>
                </a:lnTo>
                <a:lnTo>
                  <a:pt x="2273711" y="6380551"/>
                </a:lnTo>
                <a:lnTo>
                  <a:pt x="2279162" y="6377404"/>
                </a:lnTo>
                <a:close/>
              </a:path>
              <a:path w="7367905" h="7586980">
                <a:moveTo>
                  <a:pt x="2359198" y="6517278"/>
                </a:moveTo>
                <a:lnTo>
                  <a:pt x="2361710" y="6521638"/>
                </a:lnTo>
                <a:lnTo>
                  <a:pt x="2357351" y="6524150"/>
                </a:lnTo>
                <a:lnTo>
                  <a:pt x="2354838" y="6519791"/>
                </a:lnTo>
                <a:lnTo>
                  <a:pt x="2359198" y="6517278"/>
                </a:lnTo>
                <a:close/>
              </a:path>
              <a:path w="7367905" h="7586980">
                <a:moveTo>
                  <a:pt x="2439227" y="6657153"/>
                </a:moveTo>
                <a:lnTo>
                  <a:pt x="2441112" y="6660420"/>
                </a:lnTo>
                <a:lnTo>
                  <a:pt x="2437844" y="6662311"/>
                </a:lnTo>
                <a:lnTo>
                  <a:pt x="2435959" y="6659037"/>
                </a:lnTo>
                <a:lnTo>
                  <a:pt x="2439227" y="6657153"/>
                </a:lnTo>
                <a:close/>
              </a:path>
              <a:path w="7367905" h="7586980">
                <a:moveTo>
                  <a:pt x="2519257" y="6797027"/>
                </a:moveTo>
                <a:lnTo>
                  <a:pt x="2520514" y="6799204"/>
                </a:lnTo>
                <a:lnTo>
                  <a:pt x="2518331" y="6800460"/>
                </a:lnTo>
                <a:lnTo>
                  <a:pt x="2517074" y="6798290"/>
                </a:lnTo>
                <a:lnTo>
                  <a:pt x="2519257" y="6797027"/>
                </a:lnTo>
                <a:close/>
              </a:path>
              <a:path w="7367905" h="7586980">
                <a:moveTo>
                  <a:pt x="2598195" y="6937536"/>
                </a:moveTo>
                <a:lnTo>
                  <a:pt x="2599659" y="6937536"/>
                </a:lnTo>
                <a:lnTo>
                  <a:pt x="2599922" y="6937993"/>
                </a:lnTo>
                <a:lnTo>
                  <a:pt x="2598460" y="6937993"/>
                </a:lnTo>
                <a:lnTo>
                  <a:pt x="2598195" y="6937536"/>
                </a:lnTo>
                <a:close/>
              </a:path>
              <a:path w="7367905" h="7586980">
                <a:moveTo>
                  <a:pt x="1900177" y="6037601"/>
                </a:moveTo>
                <a:lnTo>
                  <a:pt x="1905526" y="6046872"/>
                </a:lnTo>
                <a:lnTo>
                  <a:pt x="1896262" y="6052228"/>
                </a:lnTo>
                <a:lnTo>
                  <a:pt x="1890906" y="6042957"/>
                </a:lnTo>
                <a:lnTo>
                  <a:pt x="1900177" y="6037601"/>
                </a:lnTo>
                <a:close/>
              </a:path>
              <a:path w="7367905" h="7586980">
                <a:moveTo>
                  <a:pt x="1980207" y="6177476"/>
                </a:moveTo>
                <a:lnTo>
                  <a:pt x="1984928" y="6185655"/>
                </a:lnTo>
                <a:lnTo>
                  <a:pt x="1976755" y="6190376"/>
                </a:lnTo>
                <a:lnTo>
                  <a:pt x="1972034" y="6182197"/>
                </a:lnTo>
                <a:lnTo>
                  <a:pt x="1980207" y="6177476"/>
                </a:lnTo>
                <a:close/>
              </a:path>
              <a:path w="7367905" h="7586980">
                <a:moveTo>
                  <a:pt x="2060122" y="6317788"/>
                </a:moveTo>
                <a:lnTo>
                  <a:pt x="2063898" y="6324324"/>
                </a:lnTo>
                <a:lnTo>
                  <a:pt x="2057357" y="6328106"/>
                </a:lnTo>
                <a:lnTo>
                  <a:pt x="2053581" y="6321563"/>
                </a:lnTo>
                <a:lnTo>
                  <a:pt x="2060122" y="6317788"/>
                </a:lnTo>
                <a:close/>
              </a:path>
              <a:path w="7367905" h="7586980">
                <a:moveTo>
                  <a:pt x="2140153" y="6457662"/>
                </a:moveTo>
                <a:lnTo>
                  <a:pt x="2143300" y="6463113"/>
                </a:lnTo>
                <a:lnTo>
                  <a:pt x="2137849" y="6466260"/>
                </a:lnTo>
                <a:lnTo>
                  <a:pt x="2134702" y="6460810"/>
                </a:lnTo>
                <a:lnTo>
                  <a:pt x="2140153" y="6457662"/>
                </a:lnTo>
                <a:close/>
              </a:path>
              <a:path w="7367905" h="7586980">
                <a:moveTo>
                  <a:pt x="2220189" y="6597537"/>
                </a:moveTo>
                <a:lnTo>
                  <a:pt x="2222701" y="6601896"/>
                </a:lnTo>
                <a:lnTo>
                  <a:pt x="2218342" y="6604416"/>
                </a:lnTo>
                <a:lnTo>
                  <a:pt x="2215823" y="6600056"/>
                </a:lnTo>
                <a:lnTo>
                  <a:pt x="2220189" y="6597537"/>
                </a:lnTo>
                <a:close/>
              </a:path>
              <a:path w="7367905" h="7586980">
                <a:moveTo>
                  <a:pt x="2300213" y="6737412"/>
                </a:moveTo>
                <a:lnTo>
                  <a:pt x="2302103" y="6740686"/>
                </a:lnTo>
                <a:lnTo>
                  <a:pt x="2298829" y="6742570"/>
                </a:lnTo>
                <a:lnTo>
                  <a:pt x="2296945" y="6739303"/>
                </a:lnTo>
                <a:lnTo>
                  <a:pt x="2300213" y="6737412"/>
                </a:lnTo>
                <a:close/>
              </a:path>
              <a:path w="7367905" h="7586980">
                <a:moveTo>
                  <a:pt x="2380242" y="6877292"/>
                </a:moveTo>
                <a:lnTo>
                  <a:pt x="2381499" y="6879462"/>
                </a:lnTo>
                <a:lnTo>
                  <a:pt x="2379322" y="6880725"/>
                </a:lnTo>
                <a:lnTo>
                  <a:pt x="2378066" y="6878548"/>
                </a:lnTo>
                <a:lnTo>
                  <a:pt x="2380242" y="6877292"/>
                </a:lnTo>
                <a:close/>
              </a:path>
              <a:path w="7367905" h="7586980">
                <a:moveTo>
                  <a:pt x="1761052" y="6118297"/>
                </a:moveTo>
                <a:lnTo>
                  <a:pt x="1766084" y="6127016"/>
                </a:lnTo>
                <a:lnTo>
                  <a:pt x="1757359" y="6132055"/>
                </a:lnTo>
                <a:lnTo>
                  <a:pt x="1752320" y="6123336"/>
                </a:lnTo>
                <a:lnTo>
                  <a:pt x="1761052" y="6118297"/>
                </a:lnTo>
                <a:close/>
              </a:path>
              <a:path w="7367905" h="7586980">
                <a:moveTo>
                  <a:pt x="1841076" y="6258172"/>
                </a:moveTo>
                <a:lnTo>
                  <a:pt x="1845486" y="6265805"/>
                </a:lnTo>
                <a:lnTo>
                  <a:pt x="1837859" y="6270209"/>
                </a:lnTo>
                <a:lnTo>
                  <a:pt x="1833449" y="6262576"/>
                </a:lnTo>
                <a:lnTo>
                  <a:pt x="1841076" y="6258172"/>
                </a:lnTo>
                <a:close/>
              </a:path>
              <a:path w="7367905" h="7586980">
                <a:moveTo>
                  <a:pt x="1921106" y="6398046"/>
                </a:moveTo>
                <a:lnTo>
                  <a:pt x="1924881" y="6404589"/>
                </a:lnTo>
                <a:lnTo>
                  <a:pt x="1918346" y="6408364"/>
                </a:lnTo>
                <a:lnTo>
                  <a:pt x="1914570" y="6401822"/>
                </a:lnTo>
                <a:lnTo>
                  <a:pt x="1921106" y="6398046"/>
                </a:lnTo>
                <a:close/>
              </a:path>
              <a:path w="7367905" h="7586980">
                <a:moveTo>
                  <a:pt x="2001142" y="6537921"/>
                </a:moveTo>
                <a:lnTo>
                  <a:pt x="2004289" y="6543372"/>
                </a:lnTo>
                <a:lnTo>
                  <a:pt x="1998838" y="6546519"/>
                </a:lnTo>
                <a:lnTo>
                  <a:pt x="1995691" y="6541068"/>
                </a:lnTo>
                <a:lnTo>
                  <a:pt x="2001142" y="6537921"/>
                </a:lnTo>
                <a:close/>
              </a:path>
              <a:path w="7367905" h="7586980">
                <a:moveTo>
                  <a:pt x="2081171" y="6677795"/>
                </a:moveTo>
                <a:lnTo>
                  <a:pt x="2083684" y="6682155"/>
                </a:lnTo>
                <a:lnTo>
                  <a:pt x="2079325" y="6684674"/>
                </a:lnTo>
                <a:lnTo>
                  <a:pt x="2076806" y="6680315"/>
                </a:lnTo>
                <a:lnTo>
                  <a:pt x="2081171" y="6677795"/>
                </a:lnTo>
                <a:close/>
              </a:path>
              <a:path w="7367905" h="7586980">
                <a:moveTo>
                  <a:pt x="2161201" y="6817670"/>
                </a:moveTo>
                <a:lnTo>
                  <a:pt x="2163093" y="6820944"/>
                </a:lnTo>
                <a:lnTo>
                  <a:pt x="2159818" y="6822835"/>
                </a:lnTo>
                <a:lnTo>
                  <a:pt x="2157927" y="6819561"/>
                </a:lnTo>
                <a:lnTo>
                  <a:pt x="2161201" y="6817670"/>
                </a:lnTo>
                <a:close/>
              </a:path>
              <a:path w="7367905" h="7586980">
                <a:moveTo>
                  <a:pt x="2241231" y="6957550"/>
                </a:moveTo>
                <a:lnTo>
                  <a:pt x="2242488" y="6959727"/>
                </a:lnTo>
                <a:lnTo>
                  <a:pt x="2240311" y="6960983"/>
                </a:lnTo>
                <a:lnTo>
                  <a:pt x="2239055" y="6958807"/>
                </a:lnTo>
                <a:lnTo>
                  <a:pt x="2241231" y="6957550"/>
                </a:lnTo>
                <a:close/>
              </a:path>
              <a:path w="7367905" h="7586980">
                <a:moveTo>
                  <a:pt x="1542006" y="6058682"/>
                </a:moveTo>
                <a:lnTo>
                  <a:pt x="1547672" y="6068498"/>
                </a:lnTo>
                <a:lnTo>
                  <a:pt x="1537856" y="6074165"/>
                </a:lnTo>
                <a:lnTo>
                  <a:pt x="1532190" y="6064348"/>
                </a:lnTo>
                <a:lnTo>
                  <a:pt x="1542006" y="6058682"/>
                </a:lnTo>
                <a:close/>
              </a:path>
              <a:path w="7367905" h="7586980">
                <a:moveTo>
                  <a:pt x="1622035" y="6198556"/>
                </a:moveTo>
                <a:lnTo>
                  <a:pt x="1627068" y="6207275"/>
                </a:lnTo>
                <a:lnTo>
                  <a:pt x="1618349" y="6212313"/>
                </a:lnTo>
                <a:lnTo>
                  <a:pt x="1613310" y="6203595"/>
                </a:lnTo>
                <a:lnTo>
                  <a:pt x="1622035" y="6198556"/>
                </a:lnTo>
                <a:close/>
              </a:path>
              <a:path w="7367905" h="7586980">
                <a:moveTo>
                  <a:pt x="1702066" y="6338431"/>
                </a:moveTo>
                <a:lnTo>
                  <a:pt x="1706476" y="6346064"/>
                </a:lnTo>
                <a:lnTo>
                  <a:pt x="1698842" y="6350474"/>
                </a:lnTo>
                <a:lnTo>
                  <a:pt x="1694432" y="6342841"/>
                </a:lnTo>
                <a:lnTo>
                  <a:pt x="1702066" y="6338431"/>
                </a:lnTo>
                <a:close/>
              </a:path>
              <a:path w="7367905" h="7586980">
                <a:moveTo>
                  <a:pt x="1781981" y="6478736"/>
                </a:moveTo>
                <a:lnTo>
                  <a:pt x="1785446" y="6484733"/>
                </a:lnTo>
                <a:lnTo>
                  <a:pt x="1779449" y="6488198"/>
                </a:lnTo>
                <a:lnTo>
                  <a:pt x="1775985" y="6482195"/>
                </a:lnTo>
                <a:lnTo>
                  <a:pt x="1781981" y="6478736"/>
                </a:lnTo>
                <a:close/>
              </a:path>
              <a:path w="7367905" h="7586980">
                <a:moveTo>
                  <a:pt x="1862011" y="6618611"/>
                </a:moveTo>
                <a:lnTo>
                  <a:pt x="1864841" y="6623516"/>
                </a:lnTo>
                <a:lnTo>
                  <a:pt x="1859936" y="6626353"/>
                </a:lnTo>
                <a:lnTo>
                  <a:pt x="1857106" y="6621441"/>
                </a:lnTo>
                <a:lnTo>
                  <a:pt x="1862011" y="6618611"/>
                </a:lnTo>
                <a:close/>
              </a:path>
              <a:path w="7367905" h="7586980">
                <a:moveTo>
                  <a:pt x="1942035" y="6758485"/>
                </a:moveTo>
                <a:lnTo>
                  <a:pt x="1944243" y="6762305"/>
                </a:lnTo>
                <a:lnTo>
                  <a:pt x="1940430" y="6764507"/>
                </a:lnTo>
                <a:lnTo>
                  <a:pt x="1938221" y="6760687"/>
                </a:lnTo>
                <a:lnTo>
                  <a:pt x="1942035" y="6758485"/>
                </a:lnTo>
                <a:close/>
              </a:path>
              <a:path w="7367905" h="7586980">
                <a:moveTo>
                  <a:pt x="2022071" y="6898360"/>
                </a:moveTo>
                <a:lnTo>
                  <a:pt x="2023645" y="6901088"/>
                </a:lnTo>
                <a:lnTo>
                  <a:pt x="2020916" y="6902662"/>
                </a:lnTo>
                <a:lnTo>
                  <a:pt x="2019342" y="6899933"/>
                </a:lnTo>
                <a:lnTo>
                  <a:pt x="2022071" y="6898360"/>
                </a:lnTo>
                <a:close/>
              </a:path>
              <a:path w="7367905" h="7586980">
                <a:moveTo>
                  <a:pt x="2102100" y="7038234"/>
                </a:moveTo>
                <a:lnTo>
                  <a:pt x="2103046" y="7039878"/>
                </a:lnTo>
                <a:lnTo>
                  <a:pt x="2101409" y="7040823"/>
                </a:lnTo>
                <a:lnTo>
                  <a:pt x="2100463" y="7039179"/>
                </a:lnTo>
                <a:lnTo>
                  <a:pt x="2102100" y="7038234"/>
                </a:lnTo>
                <a:close/>
              </a:path>
              <a:path w="7367905" h="7586980">
                <a:moveTo>
                  <a:pt x="1402989" y="6138940"/>
                </a:moveTo>
                <a:lnTo>
                  <a:pt x="1408656" y="6148757"/>
                </a:lnTo>
                <a:lnTo>
                  <a:pt x="1398846" y="6154424"/>
                </a:lnTo>
                <a:lnTo>
                  <a:pt x="1393179" y="6144607"/>
                </a:lnTo>
                <a:lnTo>
                  <a:pt x="1402989" y="6138940"/>
                </a:lnTo>
                <a:close/>
              </a:path>
              <a:path w="7367905" h="7586980">
                <a:moveTo>
                  <a:pt x="1483020" y="6278821"/>
                </a:moveTo>
                <a:lnTo>
                  <a:pt x="1488058" y="6287540"/>
                </a:lnTo>
                <a:lnTo>
                  <a:pt x="1479333" y="6292572"/>
                </a:lnTo>
                <a:lnTo>
                  <a:pt x="1474301" y="6283853"/>
                </a:lnTo>
                <a:lnTo>
                  <a:pt x="1483020" y="6278821"/>
                </a:lnTo>
                <a:close/>
              </a:path>
              <a:path w="7367905" h="7586980">
                <a:moveTo>
                  <a:pt x="1563049" y="6418695"/>
                </a:moveTo>
                <a:lnTo>
                  <a:pt x="1567459" y="6426329"/>
                </a:lnTo>
                <a:lnTo>
                  <a:pt x="1559825" y="6430733"/>
                </a:lnTo>
                <a:lnTo>
                  <a:pt x="1555415" y="6423099"/>
                </a:lnTo>
                <a:lnTo>
                  <a:pt x="1563049" y="6418695"/>
                </a:lnTo>
                <a:close/>
              </a:path>
              <a:path w="7367905" h="7586980">
                <a:moveTo>
                  <a:pt x="1642965" y="6558995"/>
                </a:moveTo>
                <a:lnTo>
                  <a:pt x="1646429" y="6564998"/>
                </a:lnTo>
                <a:lnTo>
                  <a:pt x="1640433" y="6568456"/>
                </a:lnTo>
                <a:lnTo>
                  <a:pt x="1636968" y="6562460"/>
                </a:lnTo>
                <a:lnTo>
                  <a:pt x="1642965" y="6558995"/>
                </a:lnTo>
                <a:close/>
              </a:path>
              <a:path w="7367905" h="7586980">
                <a:moveTo>
                  <a:pt x="1722995" y="6698869"/>
                </a:moveTo>
                <a:lnTo>
                  <a:pt x="1725831" y="6703781"/>
                </a:lnTo>
                <a:lnTo>
                  <a:pt x="1720919" y="6706611"/>
                </a:lnTo>
                <a:lnTo>
                  <a:pt x="1718089" y="6701706"/>
                </a:lnTo>
                <a:lnTo>
                  <a:pt x="1722995" y="6698869"/>
                </a:lnTo>
                <a:close/>
              </a:path>
              <a:path w="7367905" h="7586980">
                <a:moveTo>
                  <a:pt x="1803024" y="6838744"/>
                </a:moveTo>
                <a:lnTo>
                  <a:pt x="1805233" y="6842564"/>
                </a:lnTo>
                <a:lnTo>
                  <a:pt x="1801413" y="6844772"/>
                </a:lnTo>
                <a:lnTo>
                  <a:pt x="1799205" y="6840952"/>
                </a:lnTo>
                <a:lnTo>
                  <a:pt x="1803024" y="6838744"/>
                </a:lnTo>
                <a:close/>
              </a:path>
              <a:path w="7367905" h="7586980">
                <a:moveTo>
                  <a:pt x="1883054" y="6978624"/>
                </a:moveTo>
                <a:lnTo>
                  <a:pt x="1884628" y="6981347"/>
                </a:lnTo>
                <a:lnTo>
                  <a:pt x="1881900" y="6982920"/>
                </a:lnTo>
                <a:lnTo>
                  <a:pt x="1880326" y="6980198"/>
                </a:lnTo>
                <a:lnTo>
                  <a:pt x="1883054" y="6978624"/>
                </a:lnTo>
                <a:close/>
              </a:path>
              <a:path w="7367905" h="7586980">
                <a:moveTo>
                  <a:pt x="1963084" y="7118499"/>
                </a:moveTo>
                <a:lnTo>
                  <a:pt x="1964030" y="7120136"/>
                </a:lnTo>
                <a:lnTo>
                  <a:pt x="1962399" y="7121081"/>
                </a:lnTo>
                <a:lnTo>
                  <a:pt x="1961453" y="7119438"/>
                </a:lnTo>
                <a:lnTo>
                  <a:pt x="1963084" y="7118499"/>
                </a:lnTo>
                <a:close/>
              </a:path>
              <a:path w="7367905" h="7586980">
                <a:moveTo>
                  <a:pt x="1183949" y="6079324"/>
                </a:moveTo>
                <a:lnTo>
                  <a:pt x="1190244" y="6090232"/>
                </a:lnTo>
                <a:lnTo>
                  <a:pt x="1179336" y="6096527"/>
                </a:lnTo>
                <a:lnTo>
                  <a:pt x="1173041" y="6085619"/>
                </a:lnTo>
                <a:lnTo>
                  <a:pt x="1183949" y="6079324"/>
                </a:lnTo>
                <a:close/>
              </a:path>
              <a:path w="7367905" h="7586980">
                <a:moveTo>
                  <a:pt x="1263858" y="6219630"/>
                </a:moveTo>
                <a:lnTo>
                  <a:pt x="1269207" y="6228900"/>
                </a:lnTo>
                <a:lnTo>
                  <a:pt x="1259936" y="6234250"/>
                </a:lnTo>
                <a:lnTo>
                  <a:pt x="1254587" y="6224979"/>
                </a:lnTo>
                <a:lnTo>
                  <a:pt x="1263858" y="6219630"/>
                </a:lnTo>
                <a:close/>
              </a:path>
              <a:path w="7367905" h="7586980">
                <a:moveTo>
                  <a:pt x="1343888" y="6359504"/>
                </a:moveTo>
                <a:lnTo>
                  <a:pt x="1348609" y="6367684"/>
                </a:lnTo>
                <a:lnTo>
                  <a:pt x="1340437" y="6372405"/>
                </a:lnTo>
                <a:lnTo>
                  <a:pt x="1335715" y="6364225"/>
                </a:lnTo>
                <a:lnTo>
                  <a:pt x="1343888" y="6359504"/>
                </a:lnTo>
                <a:close/>
              </a:path>
              <a:path w="7367905" h="7586980">
                <a:moveTo>
                  <a:pt x="1424031" y="6498953"/>
                </a:moveTo>
                <a:lnTo>
                  <a:pt x="1428442" y="6506587"/>
                </a:lnTo>
                <a:lnTo>
                  <a:pt x="1420808" y="6510997"/>
                </a:lnTo>
                <a:lnTo>
                  <a:pt x="1416404" y="6503363"/>
                </a:lnTo>
                <a:lnTo>
                  <a:pt x="1424031" y="6498953"/>
                </a:lnTo>
                <a:close/>
              </a:path>
              <a:path w="7367905" h="7586980">
                <a:moveTo>
                  <a:pt x="1503948" y="6639259"/>
                </a:moveTo>
                <a:lnTo>
                  <a:pt x="1507412" y="6645256"/>
                </a:lnTo>
                <a:lnTo>
                  <a:pt x="1501416" y="6648720"/>
                </a:lnTo>
                <a:lnTo>
                  <a:pt x="1497951" y="6642717"/>
                </a:lnTo>
                <a:lnTo>
                  <a:pt x="1503948" y="6639259"/>
                </a:lnTo>
                <a:close/>
              </a:path>
              <a:path w="7367905" h="7586980">
                <a:moveTo>
                  <a:pt x="1583978" y="6779133"/>
                </a:moveTo>
                <a:lnTo>
                  <a:pt x="1586814" y="6784038"/>
                </a:lnTo>
                <a:lnTo>
                  <a:pt x="1581902" y="6786875"/>
                </a:lnTo>
                <a:lnTo>
                  <a:pt x="1579072" y="6781964"/>
                </a:lnTo>
                <a:lnTo>
                  <a:pt x="1583978" y="6779133"/>
                </a:lnTo>
                <a:close/>
              </a:path>
              <a:path w="7367905" h="7586980">
                <a:moveTo>
                  <a:pt x="1664008" y="6919008"/>
                </a:moveTo>
                <a:lnTo>
                  <a:pt x="1666216" y="6922828"/>
                </a:lnTo>
                <a:lnTo>
                  <a:pt x="1662396" y="6925030"/>
                </a:lnTo>
                <a:lnTo>
                  <a:pt x="1660194" y="6921210"/>
                </a:lnTo>
                <a:lnTo>
                  <a:pt x="1664008" y="6919008"/>
                </a:lnTo>
                <a:close/>
              </a:path>
              <a:path w="7367905" h="7586980">
                <a:moveTo>
                  <a:pt x="1744043" y="7058882"/>
                </a:moveTo>
                <a:lnTo>
                  <a:pt x="1745617" y="7061604"/>
                </a:lnTo>
                <a:lnTo>
                  <a:pt x="1742889" y="7063178"/>
                </a:lnTo>
                <a:lnTo>
                  <a:pt x="1741315" y="7060456"/>
                </a:lnTo>
                <a:lnTo>
                  <a:pt x="1744043" y="7058882"/>
                </a:lnTo>
                <a:close/>
              </a:path>
              <a:path w="7367905" h="7586980">
                <a:moveTo>
                  <a:pt x="1824067" y="7198756"/>
                </a:moveTo>
                <a:lnTo>
                  <a:pt x="1825012" y="7200400"/>
                </a:lnTo>
                <a:lnTo>
                  <a:pt x="1823381" y="7201339"/>
                </a:lnTo>
                <a:lnTo>
                  <a:pt x="1822436" y="7199702"/>
                </a:lnTo>
                <a:lnTo>
                  <a:pt x="1824067" y="7198756"/>
                </a:lnTo>
                <a:close/>
              </a:path>
              <a:path w="7367905" h="7586980">
                <a:moveTo>
                  <a:pt x="965016" y="6019282"/>
                </a:moveTo>
                <a:lnTo>
                  <a:pt x="972257" y="6031820"/>
                </a:lnTo>
                <a:lnTo>
                  <a:pt x="959712" y="6039061"/>
                </a:lnTo>
                <a:lnTo>
                  <a:pt x="952472" y="6026522"/>
                </a:lnTo>
                <a:lnTo>
                  <a:pt x="965016" y="6019282"/>
                </a:lnTo>
                <a:close/>
              </a:path>
              <a:path w="7367905" h="7586980">
                <a:moveTo>
                  <a:pt x="1044932" y="6159587"/>
                </a:moveTo>
                <a:lnTo>
                  <a:pt x="1051227" y="6170489"/>
                </a:lnTo>
                <a:lnTo>
                  <a:pt x="1040319" y="6176784"/>
                </a:lnTo>
                <a:lnTo>
                  <a:pt x="1034024" y="6165882"/>
                </a:lnTo>
                <a:lnTo>
                  <a:pt x="1044932" y="6159587"/>
                </a:lnTo>
                <a:close/>
              </a:path>
              <a:path w="7367905" h="7586980">
                <a:moveTo>
                  <a:pt x="1124841" y="6299887"/>
                </a:moveTo>
                <a:lnTo>
                  <a:pt x="1130197" y="6309158"/>
                </a:lnTo>
                <a:lnTo>
                  <a:pt x="1120933" y="6314507"/>
                </a:lnTo>
                <a:lnTo>
                  <a:pt x="1115577" y="6305236"/>
                </a:lnTo>
                <a:lnTo>
                  <a:pt x="1124841" y="6299887"/>
                </a:lnTo>
                <a:close/>
              </a:path>
              <a:path w="7367905" h="7586980">
                <a:moveTo>
                  <a:pt x="1204871" y="6439761"/>
                </a:moveTo>
                <a:lnTo>
                  <a:pt x="1209592" y="6447941"/>
                </a:lnTo>
                <a:lnTo>
                  <a:pt x="1201419" y="6452662"/>
                </a:lnTo>
                <a:lnTo>
                  <a:pt x="1196698" y="6444482"/>
                </a:lnTo>
                <a:lnTo>
                  <a:pt x="1204871" y="6439761"/>
                </a:lnTo>
                <a:close/>
              </a:path>
              <a:path w="7367905" h="7586980">
                <a:moveTo>
                  <a:pt x="1284907" y="6579642"/>
                </a:moveTo>
                <a:lnTo>
                  <a:pt x="1289000" y="6586730"/>
                </a:lnTo>
                <a:lnTo>
                  <a:pt x="1281906" y="6590823"/>
                </a:lnTo>
                <a:lnTo>
                  <a:pt x="1277813" y="6583735"/>
                </a:lnTo>
                <a:lnTo>
                  <a:pt x="1284907" y="6579642"/>
                </a:lnTo>
                <a:close/>
              </a:path>
              <a:path w="7367905" h="7586980">
                <a:moveTo>
                  <a:pt x="1364823" y="6719948"/>
                </a:moveTo>
                <a:lnTo>
                  <a:pt x="1367970" y="6725399"/>
                </a:lnTo>
                <a:lnTo>
                  <a:pt x="1362519" y="6728546"/>
                </a:lnTo>
                <a:lnTo>
                  <a:pt x="1359372" y="6723095"/>
                </a:lnTo>
                <a:lnTo>
                  <a:pt x="1364823" y="6719948"/>
                </a:lnTo>
                <a:close/>
              </a:path>
              <a:path w="7367905" h="7586980">
                <a:moveTo>
                  <a:pt x="1444853" y="6859822"/>
                </a:moveTo>
                <a:lnTo>
                  <a:pt x="1447372" y="6864188"/>
                </a:lnTo>
                <a:lnTo>
                  <a:pt x="1443006" y="6866707"/>
                </a:lnTo>
                <a:lnTo>
                  <a:pt x="1440487" y="6862342"/>
                </a:lnTo>
                <a:lnTo>
                  <a:pt x="1444853" y="6859822"/>
                </a:lnTo>
                <a:close/>
              </a:path>
              <a:path w="7367905" h="7586980">
                <a:moveTo>
                  <a:pt x="1524876" y="6999703"/>
                </a:moveTo>
                <a:lnTo>
                  <a:pt x="1526767" y="7002971"/>
                </a:lnTo>
                <a:lnTo>
                  <a:pt x="1523499" y="7004855"/>
                </a:lnTo>
                <a:lnTo>
                  <a:pt x="1521608" y="7001587"/>
                </a:lnTo>
                <a:lnTo>
                  <a:pt x="1524876" y="6999703"/>
                </a:lnTo>
                <a:close/>
              </a:path>
              <a:path w="7367905" h="7586980">
                <a:moveTo>
                  <a:pt x="1604912" y="7139577"/>
                </a:moveTo>
                <a:lnTo>
                  <a:pt x="1606169" y="7141760"/>
                </a:lnTo>
                <a:lnTo>
                  <a:pt x="1603986" y="7143016"/>
                </a:lnTo>
                <a:lnTo>
                  <a:pt x="1602729" y="7140834"/>
                </a:lnTo>
                <a:lnTo>
                  <a:pt x="1604912" y="7139577"/>
                </a:lnTo>
                <a:close/>
              </a:path>
              <a:path w="7367905" h="7586980">
                <a:moveTo>
                  <a:pt x="1683851" y="7280080"/>
                </a:moveTo>
                <a:lnTo>
                  <a:pt x="1685306" y="7280080"/>
                </a:lnTo>
                <a:lnTo>
                  <a:pt x="1685570" y="7280537"/>
                </a:lnTo>
                <a:lnTo>
                  <a:pt x="1684115" y="7280537"/>
                </a:lnTo>
                <a:lnTo>
                  <a:pt x="1683851" y="7280080"/>
                </a:lnTo>
                <a:close/>
              </a:path>
              <a:path w="7367905" h="7586980">
                <a:moveTo>
                  <a:pt x="825886" y="6099971"/>
                </a:moveTo>
                <a:lnTo>
                  <a:pt x="832809" y="6111964"/>
                </a:lnTo>
                <a:lnTo>
                  <a:pt x="820816" y="6118887"/>
                </a:lnTo>
                <a:lnTo>
                  <a:pt x="813893" y="6106894"/>
                </a:lnTo>
                <a:lnTo>
                  <a:pt x="825886" y="6099971"/>
                </a:lnTo>
                <a:close/>
              </a:path>
              <a:path w="7367905" h="7586980">
                <a:moveTo>
                  <a:pt x="905801" y="6240277"/>
                </a:moveTo>
                <a:lnTo>
                  <a:pt x="911779" y="6250632"/>
                </a:lnTo>
                <a:lnTo>
                  <a:pt x="901423" y="6256610"/>
                </a:lnTo>
                <a:lnTo>
                  <a:pt x="895446" y="6246260"/>
                </a:lnTo>
                <a:lnTo>
                  <a:pt x="905801" y="6240277"/>
                </a:lnTo>
                <a:close/>
              </a:path>
              <a:path w="7367905" h="7586980">
                <a:moveTo>
                  <a:pt x="985825" y="6380151"/>
                </a:moveTo>
                <a:lnTo>
                  <a:pt x="991181" y="6389422"/>
                </a:lnTo>
                <a:lnTo>
                  <a:pt x="981917" y="6394771"/>
                </a:lnTo>
                <a:lnTo>
                  <a:pt x="976561" y="6385500"/>
                </a:lnTo>
                <a:lnTo>
                  <a:pt x="985825" y="6380151"/>
                </a:lnTo>
                <a:close/>
              </a:path>
              <a:path w="7367905" h="7586980">
                <a:moveTo>
                  <a:pt x="1065861" y="6520025"/>
                </a:moveTo>
                <a:lnTo>
                  <a:pt x="1070583" y="6528205"/>
                </a:lnTo>
                <a:lnTo>
                  <a:pt x="1062403" y="6532926"/>
                </a:lnTo>
                <a:lnTo>
                  <a:pt x="1057682" y="6524746"/>
                </a:lnTo>
                <a:lnTo>
                  <a:pt x="1065861" y="6520025"/>
                </a:lnTo>
                <a:close/>
              </a:path>
              <a:path w="7367905" h="7586980">
                <a:moveTo>
                  <a:pt x="1145777" y="6660331"/>
                </a:moveTo>
                <a:lnTo>
                  <a:pt x="1149553" y="6666873"/>
                </a:lnTo>
                <a:lnTo>
                  <a:pt x="1143011" y="6670649"/>
                </a:lnTo>
                <a:lnTo>
                  <a:pt x="1139235" y="6664107"/>
                </a:lnTo>
                <a:lnTo>
                  <a:pt x="1145777" y="6660331"/>
                </a:lnTo>
                <a:close/>
              </a:path>
              <a:path w="7367905" h="7586980">
                <a:moveTo>
                  <a:pt x="1225807" y="6800206"/>
                </a:moveTo>
                <a:lnTo>
                  <a:pt x="1228954" y="6805663"/>
                </a:lnTo>
                <a:lnTo>
                  <a:pt x="1223504" y="6808810"/>
                </a:lnTo>
                <a:lnTo>
                  <a:pt x="1220356" y="6803353"/>
                </a:lnTo>
                <a:lnTo>
                  <a:pt x="1225807" y="6800206"/>
                </a:lnTo>
                <a:close/>
              </a:path>
              <a:path w="7367905" h="7586980">
                <a:moveTo>
                  <a:pt x="1305837" y="6940086"/>
                </a:moveTo>
                <a:lnTo>
                  <a:pt x="1308356" y="6944446"/>
                </a:lnTo>
                <a:lnTo>
                  <a:pt x="1303990" y="6946965"/>
                </a:lnTo>
                <a:lnTo>
                  <a:pt x="1301471" y="6942605"/>
                </a:lnTo>
                <a:lnTo>
                  <a:pt x="1305837" y="6940086"/>
                </a:lnTo>
                <a:close/>
              </a:path>
              <a:path w="7367905" h="7586980">
                <a:moveTo>
                  <a:pt x="1385866" y="7079961"/>
                </a:moveTo>
                <a:lnTo>
                  <a:pt x="1387758" y="7083228"/>
                </a:lnTo>
                <a:lnTo>
                  <a:pt x="1384483" y="7085119"/>
                </a:lnTo>
                <a:lnTo>
                  <a:pt x="1382592" y="7081852"/>
                </a:lnTo>
                <a:lnTo>
                  <a:pt x="1385866" y="7079961"/>
                </a:lnTo>
                <a:close/>
              </a:path>
              <a:path w="7367905" h="7586980">
                <a:moveTo>
                  <a:pt x="1465902" y="7219835"/>
                </a:moveTo>
                <a:lnTo>
                  <a:pt x="1467159" y="7222018"/>
                </a:lnTo>
                <a:lnTo>
                  <a:pt x="1464976" y="7223274"/>
                </a:lnTo>
                <a:lnTo>
                  <a:pt x="1463719" y="7221091"/>
                </a:lnTo>
                <a:lnTo>
                  <a:pt x="1465902" y="7219835"/>
                </a:lnTo>
                <a:close/>
              </a:path>
              <a:path w="7367905" h="7586980">
                <a:moveTo>
                  <a:pt x="1544835" y="7360337"/>
                </a:moveTo>
                <a:lnTo>
                  <a:pt x="1546288" y="7360337"/>
                </a:lnTo>
                <a:lnTo>
                  <a:pt x="1546554" y="7360801"/>
                </a:lnTo>
                <a:lnTo>
                  <a:pt x="1545101" y="7360801"/>
                </a:lnTo>
                <a:lnTo>
                  <a:pt x="1544835" y="7360337"/>
                </a:lnTo>
                <a:close/>
              </a:path>
              <a:path w="7367905" h="7586980">
                <a:moveTo>
                  <a:pt x="606954" y="6039923"/>
                </a:moveTo>
                <a:lnTo>
                  <a:pt x="614823" y="6053553"/>
                </a:lnTo>
                <a:lnTo>
                  <a:pt x="601192" y="6061422"/>
                </a:lnTo>
                <a:lnTo>
                  <a:pt x="593324" y="6047792"/>
                </a:lnTo>
                <a:lnTo>
                  <a:pt x="606954" y="6039923"/>
                </a:lnTo>
                <a:close/>
              </a:path>
              <a:path w="7367905" h="7586980">
                <a:moveTo>
                  <a:pt x="686755" y="6180667"/>
                </a:moveTo>
                <a:lnTo>
                  <a:pt x="693367" y="6192114"/>
                </a:lnTo>
                <a:lnTo>
                  <a:pt x="681920" y="6198720"/>
                </a:lnTo>
                <a:lnTo>
                  <a:pt x="675308" y="6187272"/>
                </a:lnTo>
                <a:lnTo>
                  <a:pt x="686755" y="6180667"/>
                </a:lnTo>
                <a:close/>
              </a:path>
              <a:path w="7367905" h="7586980">
                <a:moveTo>
                  <a:pt x="766671" y="6320966"/>
                </a:moveTo>
                <a:lnTo>
                  <a:pt x="772338" y="6330783"/>
                </a:lnTo>
                <a:lnTo>
                  <a:pt x="762527" y="6336443"/>
                </a:lnTo>
                <a:lnTo>
                  <a:pt x="756861" y="6326633"/>
                </a:lnTo>
                <a:lnTo>
                  <a:pt x="766671" y="6320966"/>
                </a:lnTo>
                <a:close/>
              </a:path>
              <a:path w="7367905" h="7586980">
                <a:moveTo>
                  <a:pt x="846702" y="6460841"/>
                </a:moveTo>
                <a:lnTo>
                  <a:pt x="851740" y="6469566"/>
                </a:lnTo>
                <a:lnTo>
                  <a:pt x="843014" y="6474598"/>
                </a:lnTo>
                <a:lnTo>
                  <a:pt x="837983" y="6465879"/>
                </a:lnTo>
                <a:lnTo>
                  <a:pt x="846702" y="6460841"/>
                </a:lnTo>
                <a:close/>
              </a:path>
              <a:path w="7367905" h="7586980">
                <a:moveTo>
                  <a:pt x="926731" y="6600715"/>
                </a:moveTo>
                <a:lnTo>
                  <a:pt x="931141" y="6608349"/>
                </a:lnTo>
                <a:lnTo>
                  <a:pt x="923507" y="6612759"/>
                </a:lnTo>
                <a:lnTo>
                  <a:pt x="919097" y="6605125"/>
                </a:lnTo>
                <a:lnTo>
                  <a:pt x="926731" y="6600715"/>
                </a:lnTo>
                <a:close/>
              </a:path>
              <a:path w="7367905" h="7586980">
                <a:moveTo>
                  <a:pt x="1006647" y="6741027"/>
                </a:moveTo>
                <a:lnTo>
                  <a:pt x="1010111" y="6747024"/>
                </a:lnTo>
                <a:lnTo>
                  <a:pt x="1004115" y="6750482"/>
                </a:lnTo>
                <a:lnTo>
                  <a:pt x="1000650" y="6744486"/>
                </a:lnTo>
                <a:lnTo>
                  <a:pt x="1006647" y="6741027"/>
                </a:lnTo>
                <a:close/>
              </a:path>
              <a:path w="7367905" h="7586980">
                <a:moveTo>
                  <a:pt x="1086683" y="6880902"/>
                </a:moveTo>
                <a:lnTo>
                  <a:pt x="1089513" y="6885800"/>
                </a:lnTo>
                <a:lnTo>
                  <a:pt x="1084601" y="6888637"/>
                </a:lnTo>
                <a:lnTo>
                  <a:pt x="1081771" y="6883732"/>
                </a:lnTo>
                <a:lnTo>
                  <a:pt x="1086683" y="6880902"/>
                </a:lnTo>
                <a:close/>
              </a:path>
              <a:path w="7367905" h="7586980">
                <a:moveTo>
                  <a:pt x="1166712" y="7020776"/>
                </a:moveTo>
                <a:lnTo>
                  <a:pt x="1168914" y="7024590"/>
                </a:lnTo>
                <a:lnTo>
                  <a:pt x="1165094" y="7026792"/>
                </a:lnTo>
                <a:lnTo>
                  <a:pt x="1162893" y="7022978"/>
                </a:lnTo>
                <a:lnTo>
                  <a:pt x="1166712" y="7020776"/>
                </a:lnTo>
                <a:close/>
              </a:path>
              <a:path w="7367905" h="7586980">
                <a:moveTo>
                  <a:pt x="1246736" y="7160650"/>
                </a:moveTo>
                <a:lnTo>
                  <a:pt x="1248310" y="7163379"/>
                </a:lnTo>
                <a:lnTo>
                  <a:pt x="1245588" y="7164953"/>
                </a:lnTo>
                <a:lnTo>
                  <a:pt x="1244014" y="7162224"/>
                </a:lnTo>
                <a:lnTo>
                  <a:pt x="1246736" y="7160650"/>
                </a:lnTo>
                <a:close/>
              </a:path>
              <a:path w="7367905" h="7586980">
                <a:moveTo>
                  <a:pt x="1326766" y="7300525"/>
                </a:moveTo>
                <a:lnTo>
                  <a:pt x="1327711" y="7302162"/>
                </a:lnTo>
                <a:lnTo>
                  <a:pt x="1326080" y="7303101"/>
                </a:lnTo>
                <a:lnTo>
                  <a:pt x="1325135" y="7301464"/>
                </a:lnTo>
                <a:lnTo>
                  <a:pt x="1326766" y="7300525"/>
                </a:lnTo>
                <a:close/>
              </a:path>
              <a:path w="7367905" h="7586980">
                <a:moveTo>
                  <a:pt x="467823" y="6120619"/>
                </a:moveTo>
                <a:lnTo>
                  <a:pt x="475381" y="6133704"/>
                </a:lnTo>
                <a:lnTo>
                  <a:pt x="462296" y="6141255"/>
                </a:lnTo>
                <a:lnTo>
                  <a:pt x="454739" y="6128171"/>
                </a:lnTo>
                <a:lnTo>
                  <a:pt x="467823" y="6120619"/>
                </a:lnTo>
                <a:close/>
              </a:path>
              <a:path w="7367905" h="7586980">
                <a:moveTo>
                  <a:pt x="547630" y="6261350"/>
                </a:moveTo>
                <a:lnTo>
                  <a:pt x="553925" y="6272252"/>
                </a:lnTo>
                <a:lnTo>
                  <a:pt x="543017" y="6278547"/>
                </a:lnTo>
                <a:lnTo>
                  <a:pt x="536722" y="6267645"/>
                </a:lnTo>
                <a:lnTo>
                  <a:pt x="547630" y="6261350"/>
                </a:lnTo>
                <a:close/>
              </a:path>
              <a:path w="7367905" h="7586980">
                <a:moveTo>
                  <a:pt x="627539" y="6401656"/>
                </a:moveTo>
                <a:lnTo>
                  <a:pt x="632888" y="6410927"/>
                </a:lnTo>
                <a:lnTo>
                  <a:pt x="623617" y="6416276"/>
                </a:lnTo>
                <a:lnTo>
                  <a:pt x="618268" y="6407012"/>
                </a:lnTo>
                <a:lnTo>
                  <a:pt x="627539" y="6401656"/>
                </a:lnTo>
                <a:close/>
              </a:path>
              <a:path w="7367905" h="7586980">
                <a:moveTo>
                  <a:pt x="707684" y="6541105"/>
                </a:moveTo>
                <a:lnTo>
                  <a:pt x="712722" y="6549824"/>
                </a:lnTo>
                <a:lnTo>
                  <a:pt x="703997" y="6554862"/>
                </a:lnTo>
                <a:lnTo>
                  <a:pt x="698965" y="6546137"/>
                </a:lnTo>
                <a:lnTo>
                  <a:pt x="707684" y="6541105"/>
                </a:lnTo>
                <a:close/>
              </a:path>
              <a:path w="7367905" h="7586980">
                <a:moveTo>
                  <a:pt x="787712" y="6680980"/>
                </a:moveTo>
                <a:lnTo>
                  <a:pt x="792123" y="6688613"/>
                </a:lnTo>
                <a:lnTo>
                  <a:pt x="784489" y="6693017"/>
                </a:lnTo>
                <a:lnTo>
                  <a:pt x="780085" y="6685383"/>
                </a:lnTo>
                <a:lnTo>
                  <a:pt x="787712" y="6680980"/>
                </a:lnTo>
                <a:close/>
              </a:path>
              <a:path w="7367905" h="7586980">
                <a:moveTo>
                  <a:pt x="867629" y="6821285"/>
                </a:moveTo>
                <a:lnTo>
                  <a:pt x="871093" y="6827282"/>
                </a:lnTo>
                <a:lnTo>
                  <a:pt x="865097" y="6830747"/>
                </a:lnTo>
                <a:lnTo>
                  <a:pt x="861638" y="6824750"/>
                </a:lnTo>
                <a:lnTo>
                  <a:pt x="867629" y="6821285"/>
                </a:lnTo>
                <a:close/>
              </a:path>
              <a:path w="7367905" h="7586980">
                <a:moveTo>
                  <a:pt x="947665" y="6961160"/>
                </a:moveTo>
                <a:lnTo>
                  <a:pt x="950495" y="6966065"/>
                </a:lnTo>
                <a:lnTo>
                  <a:pt x="945583" y="6968895"/>
                </a:lnTo>
                <a:lnTo>
                  <a:pt x="942753" y="6963996"/>
                </a:lnTo>
                <a:lnTo>
                  <a:pt x="947665" y="6961160"/>
                </a:lnTo>
                <a:close/>
              </a:path>
              <a:path w="7367905" h="7586980">
                <a:moveTo>
                  <a:pt x="1027695" y="7101034"/>
                </a:moveTo>
                <a:lnTo>
                  <a:pt x="1029896" y="7104848"/>
                </a:lnTo>
                <a:lnTo>
                  <a:pt x="1026077" y="7107056"/>
                </a:lnTo>
                <a:lnTo>
                  <a:pt x="1023875" y="7103242"/>
                </a:lnTo>
                <a:lnTo>
                  <a:pt x="1027695" y="7101034"/>
                </a:lnTo>
                <a:close/>
              </a:path>
              <a:path w="7367905" h="7586980">
                <a:moveTo>
                  <a:pt x="1107724" y="7240908"/>
                </a:moveTo>
                <a:lnTo>
                  <a:pt x="1109298" y="7243637"/>
                </a:lnTo>
                <a:lnTo>
                  <a:pt x="1106576" y="7245210"/>
                </a:lnTo>
                <a:lnTo>
                  <a:pt x="1105002" y="7242482"/>
                </a:lnTo>
                <a:lnTo>
                  <a:pt x="1107724" y="7240908"/>
                </a:lnTo>
                <a:close/>
              </a:path>
              <a:path w="7367905" h="7586980">
                <a:moveTo>
                  <a:pt x="1187748" y="7380782"/>
                </a:moveTo>
                <a:lnTo>
                  <a:pt x="1188694" y="7382420"/>
                </a:lnTo>
                <a:lnTo>
                  <a:pt x="1187063" y="7383365"/>
                </a:lnTo>
                <a:lnTo>
                  <a:pt x="1186117" y="7381728"/>
                </a:lnTo>
                <a:lnTo>
                  <a:pt x="1187748" y="7380782"/>
                </a:lnTo>
                <a:close/>
              </a:path>
              <a:path w="7367905" h="7586980">
                <a:moveTo>
                  <a:pt x="248777" y="6061003"/>
                </a:moveTo>
                <a:lnTo>
                  <a:pt x="256962" y="6075179"/>
                </a:lnTo>
                <a:lnTo>
                  <a:pt x="242786" y="6083358"/>
                </a:lnTo>
                <a:lnTo>
                  <a:pt x="234607" y="6069188"/>
                </a:lnTo>
                <a:lnTo>
                  <a:pt x="248777" y="6061003"/>
                </a:lnTo>
                <a:close/>
              </a:path>
              <a:path w="7367905" h="7586980">
                <a:moveTo>
                  <a:pt x="328698" y="6201309"/>
                </a:moveTo>
                <a:lnTo>
                  <a:pt x="335938" y="6213841"/>
                </a:lnTo>
                <a:lnTo>
                  <a:pt x="323394" y="6221081"/>
                </a:lnTo>
                <a:lnTo>
                  <a:pt x="316160" y="6208549"/>
                </a:lnTo>
                <a:lnTo>
                  <a:pt x="328698" y="6201309"/>
                </a:lnTo>
                <a:close/>
              </a:path>
              <a:path w="7367905" h="7586980">
                <a:moveTo>
                  <a:pt x="408493" y="6342046"/>
                </a:moveTo>
                <a:lnTo>
                  <a:pt x="414477" y="6352402"/>
                </a:lnTo>
                <a:lnTo>
                  <a:pt x="404114" y="6358386"/>
                </a:lnTo>
                <a:lnTo>
                  <a:pt x="398137" y="6348023"/>
                </a:lnTo>
                <a:lnTo>
                  <a:pt x="408493" y="6342046"/>
                </a:lnTo>
                <a:close/>
              </a:path>
              <a:path w="7367905" h="7586980">
                <a:moveTo>
                  <a:pt x="488529" y="6481920"/>
                </a:moveTo>
                <a:lnTo>
                  <a:pt x="493878" y="6491185"/>
                </a:lnTo>
                <a:lnTo>
                  <a:pt x="484614" y="6496534"/>
                </a:lnTo>
                <a:lnTo>
                  <a:pt x="479265" y="6487270"/>
                </a:lnTo>
                <a:lnTo>
                  <a:pt x="488529" y="6481920"/>
                </a:lnTo>
                <a:close/>
              </a:path>
              <a:path w="7367905" h="7586980">
                <a:moveTo>
                  <a:pt x="568559" y="6621795"/>
                </a:moveTo>
                <a:lnTo>
                  <a:pt x="573280" y="6629974"/>
                </a:lnTo>
                <a:lnTo>
                  <a:pt x="565101" y="6634695"/>
                </a:lnTo>
                <a:lnTo>
                  <a:pt x="560380" y="6626516"/>
                </a:lnTo>
                <a:lnTo>
                  <a:pt x="568559" y="6621795"/>
                </a:lnTo>
                <a:close/>
              </a:path>
              <a:path w="7367905" h="7586980">
                <a:moveTo>
                  <a:pt x="648589" y="6761669"/>
                </a:moveTo>
                <a:lnTo>
                  <a:pt x="652682" y="6768751"/>
                </a:lnTo>
                <a:lnTo>
                  <a:pt x="645588" y="6772844"/>
                </a:lnTo>
                <a:lnTo>
                  <a:pt x="641501" y="6765762"/>
                </a:lnTo>
                <a:lnTo>
                  <a:pt x="648589" y="6761669"/>
                </a:lnTo>
                <a:close/>
              </a:path>
              <a:path w="7367905" h="7586980">
                <a:moveTo>
                  <a:pt x="728504" y="6901975"/>
                </a:moveTo>
                <a:lnTo>
                  <a:pt x="731652" y="6907426"/>
                </a:lnTo>
                <a:lnTo>
                  <a:pt x="726201" y="6910573"/>
                </a:lnTo>
                <a:lnTo>
                  <a:pt x="723054" y="6905123"/>
                </a:lnTo>
                <a:lnTo>
                  <a:pt x="728504" y="6901975"/>
                </a:lnTo>
                <a:close/>
              </a:path>
              <a:path w="7367905" h="7586980">
                <a:moveTo>
                  <a:pt x="808534" y="7041850"/>
                </a:moveTo>
                <a:lnTo>
                  <a:pt x="811053" y="7046209"/>
                </a:lnTo>
                <a:lnTo>
                  <a:pt x="806688" y="7048728"/>
                </a:lnTo>
                <a:lnTo>
                  <a:pt x="804169" y="7044369"/>
                </a:lnTo>
                <a:lnTo>
                  <a:pt x="808534" y="7041850"/>
                </a:lnTo>
                <a:close/>
              </a:path>
              <a:path w="7367905" h="7586980">
                <a:moveTo>
                  <a:pt x="888559" y="7181724"/>
                </a:moveTo>
                <a:lnTo>
                  <a:pt x="890449" y="7184998"/>
                </a:lnTo>
                <a:lnTo>
                  <a:pt x="887175" y="7186883"/>
                </a:lnTo>
                <a:lnTo>
                  <a:pt x="885290" y="7183615"/>
                </a:lnTo>
                <a:lnTo>
                  <a:pt x="888559" y="7181724"/>
                </a:lnTo>
                <a:close/>
              </a:path>
              <a:path w="7367905" h="7586980">
                <a:moveTo>
                  <a:pt x="968594" y="7321598"/>
                </a:moveTo>
                <a:lnTo>
                  <a:pt x="969851" y="7323781"/>
                </a:lnTo>
                <a:lnTo>
                  <a:pt x="967667" y="7325044"/>
                </a:lnTo>
                <a:lnTo>
                  <a:pt x="966411" y="7322861"/>
                </a:lnTo>
                <a:lnTo>
                  <a:pt x="968594" y="7321598"/>
                </a:lnTo>
                <a:close/>
              </a:path>
              <a:path w="7367905" h="7586980">
                <a:moveTo>
                  <a:pt x="1047532" y="7462101"/>
                </a:moveTo>
                <a:lnTo>
                  <a:pt x="1048985" y="7462101"/>
                </a:lnTo>
                <a:lnTo>
                  <a:pt x="1049252" y="7462564"/>
                </a:lnTo>
                <a:lnTo>
                  <a:pt x="1047799" y="7462564"/>
                </a:lnTo>
                <a:lnTo>
                  <a:pt x="1047532" y="7462101"/>
                </a:lnTo>
                <a:close/>
              </a:path>
              <a:path w="7367905" h="7586980">
                <a:moveTo>
                  <a:pt x="108725" y="6145132"/>
                </a:moveTo>
                <a:lnTo>
                  <a:pt x="114081" y="6154402"/>
                </a:lnTo>
                <a:lnTo>
                  <a:pt x="104816" y="6159752"/>
                </a:lnTo>
                <a:lnTo>
                  <a:pt x="99461" y="6150481"/>
                </a:lnTo>
                <a:lnTo>
                  <a:pt x="108725" y="6145132"/>
                </a:lnTo>
                <a:close/>
              </a:path>
              <a:path w="7367905" h="7586980">
                <a:moveTo>
                  <a:pt x="189452" y="6282430"/>
                </a:moveTo>
                <a:lnTo>
                  <a:pt x="196064" y="6293877"/>
                </a:lnTo>
                <a:lnTo>
                  <a:pt x="184611" y="6300489"/>
                </a:lnTo>
                <a:lnTo>
                  <a:pt x="177999" y="6289042"/>
                </a:lnTo>
                <a:lnTo>
                  <a:pt x="189452" y="6282430"/>
                </a:lnTo>
                <a:close/>
              </a:path>
              <a:path w="7367905" h="7586980">
                <a:moveTo>
                  <a:pt x="269368" y="6422729"/>
                </a:moveTo>
                <a:lnTo>
                  <a:pt x="275034" y="6432546"/>
                </a:lnTo>
                <a:lnTo>
                  <a:pt x="265218" y="6438213"/>
                </a:lnTo>
                <a:lnTo>
                  <a:pt x="259552" y="6428396"/>
                </a:lnTo>
                <a:lnTo>
                  <a:pt x="269368" y="6422729"/>
                </a:lnTo>
                <a:close/>
              </a:path>
              <a:path w="7367905" h="7586980">
                <a:moveTo>
                  <a:pt x="349398" y="6562604"/>
                </a:moveTo>
                <a:lnTo>
                  <a:pt x="354437" y="6571335"/>
                </a:lnTo>
                <a:lnTo>
                  <a:pt x="345711" y="6576374"/>
                </a:lnTo>
                <a:lnTo>
                  <a:pt x="340673" y="6567642"/>
                </a:lnTo>
                <a:lnTo>
                  <a:pt x="349398" y="6562604"/>
                </a:lnTo>
                <a:close/>
              </a:path>
              <a:path w="7367905" h="7586980">
                <a:moveTo>
                  <a:pt x="429422" y="6702485"/>
                </a:moveTo>
                <a:lnTo>
                  <a:pt x="433832" y="6710118"/>
                </a:lnTo>
                <a:lnTo>
                  <a:pt x="426205" y="6714522"/>
                </a:lnTo>
                <a:lnTo>
                  <a:pt x="421795" y="6706888"/>
                </a:lnTo>
                <a:lnTo>
                  <a:pt x="429422" y="6702485"/>
                </a:lnTo>
                <a:close/>
              </a:path>
              <a:path w="7367905" h="7586980">
                <a:moveTo>
                  <a:pt x="509458" y="6842359"/>
                </a:moveTo>
                <a:lnTo>
                  <a:pt x="513233" y="6848901"/>
                </a:lnTo>
                <a:lnTo>
                  <a:pt x="506691" y="6852677"/>
                </a:lnTo>
                <a:lnTo>
                  <a:pt x="502916" y="6846135"/>
                </a:lnTo>
                <a:lnTo>
                  <a:pt x="509458" y="6842359"/>
                </a:lnTo>
                <a:close/>
              </a:path>
              <a:path w="7367905" h="7586980">
                <a:moveTo>
                  <a:pt x="589366" y="6982665"/>
                </a:moveTo>
                <a:lnTo>
                  <a:pt x="592203" y="6987576"/>
                </a:lnTo>
                <a:lnTo>
                  <a:pt x="587297" y="6990406"/>
                </a:lnTo>
                <a:lnTo>
                  <a:pt x="584467" y="6985495"/>
                </a:lnTo>
                <a:lnTo>
                  <a:pt x="589366" y="6982665"/>
                </a:lnTo>
                <a:close/>
              </a:path>
              <a:path w="7367905" h="7586980">
                <a:moveTo>
                  <a:pt x="669517" y="7122108"/>
                </a:moveTo>
                <a:lnTo>
                  <a:pt x="672036" y="7126473"/>
                </a:lnTo>
                <a:lnTo>
                  <a:pt x="667670" y="7128993"/>
                </a:lnTo>
                <a:lnTo>
                  <a:pt x="665151" y="7124627"/>
                </a:lnTo>
                <a:lnTo>
                  <a:pt x="669517" y="7122108"/>
                </a:lnTo>
                <a:close/>
              </a:path>
              <a:path w="7367905" h="7586980">
                <a:moveTo>
                  <a:pt x="749546" y="7261982"/>
                </a:moveTo>
                <a:lnTo>
                  <a:pt x="751438" y="7265256"/>
                </a:lnTo>
                <a:lnTo>
                  <a:pt x="748163" y="7267147"/>
                </a:lnTo>
                <a:lnTo>
                  <a:pt x="746272" y="7263873"/>
                </a:lnTo>
                <a:lnTo>
                  <a:pt x="749546" y="7261982"/>
                </a:lnTo>
                <a:close/>
              </a:path>
              <a:path w="7367905" h="7586980">
                <a:moveTo>
                  <a:pt x="829576" y="7401863"/>
                </a:moveTo>
                <a:lnTo>
                  <a:pt x="830833" y="7404046"/>
                </a:lnTo>
                <a:lnTo>
                  <a:pt x="828657" y="7405302"/>
                </a:lnTo>
                <a:lnTo>
                  <a:pt x="827400" y="7403119"/>
                </a:lnTo>
                <a:lnTo>
                  <a:pt x="829576" y="7401863"/>
                </a:lnTo>
                <a:close/>
              </a:path>
              <a:path w="7367905" h="7586980">
                <a:moveTo>
                  <a:pt x="48588" y="6369567"/>
                </a:moveTo>
                <a:lnTo>
                  <a:pt x="50162" y="6372295"/>
                </a:lnTo>
                <a:lnTo>
                  <a:pt x="47440" y="6373869"/>
                </a:lnTo>
                <a:lnTo>
                  <a:pt x="45866" y="6371141"/>
                </a:lnTo>
                <a:lnTo>
                  <a:pt x="48588" y="6369567"/>
                </a:lnTo>
                <a:close/>
              </a:path>
              <a:path w="7367905" h="7586980">
                <a:moveTo>
                  <a:pt x="129893" y="6504714"/>
                </a:moveTo>
                <a:lnTo>
                  <a:pt x="134297" y="6512347"/>
                </a:lnTo>
                <a:lnTo>
                  <a:pt x="126663" y="6516758"/>
                </a:lnTo>
                <a:lnTo>
                  <a:pt x="122259" y="6509124"/>
                </a:lnTo>
                <a:lnTo>
                  <a:pt x="129893" y="6504714"/>
                </a:lnTo>
                <a:close/>
              </a:path>
              <a:path w="7367905" h="7586980">
                <a:moveTo>
                  <a:pt x="210380" y="6642869"/>
                </a:moveTo>
                <a:lnTo>
                  <a:pt x="215418" y="6651594"/>
                </a:lnTo>
                <a:lnTo>
                  <a:pt x="206699" y="6656632"/>
                </a:lnTo>
                <a:lnTo>
                  <a:pt x="201661" y="6647901"/>
                </a:lnTo>
                <a:lnTo>
                  <a:pt x="210380" y="6642869"/>
                </a:lnTo>
                <a:close/>
              </a:path>
              <a:path w="7367905" h="7586980">
                <a:moveTo>
                  <a:pt x="290409" y="6782743"/>
                </a:moveTo>
                <a:lnTo>
                  <a:pt x="294820" y="6790377"/>
                </a:lnTo>
                <a:lnTo>
                  <a:pt x="287186" y="6794780"/>
                </a:lnTo>
                <a:lnTo>
                  <a:pt x="282776" y="6787147"/>
                </a:lnTo>
                <a:lnTo>
                  <a:pt x="290409" y="6782743"/>
                </a:lnTo>
                <a:close/>
              </a:path>
              <a:path w="7367905" h="7586980">
                <a:moveTo>
                  <a:pt x="370325" y="6923049"/>
                </a:moveTo>
                <a:lnTo>
                  <a:pt x="373790" y="6929045"/>
                </a:lnTo>
                <a:lnTo>
                  <a:pt x="367793" y="6932510"/>
                </a:lnTo>
                <a:lnTo>
                  <a:pt x="364329" y="6926514"/>
                </a:lnTo>
                <a:lnTo>
                  <a:pt x="370325" y="6923049"/>
                </a:lnTo>
                <a:close/>
              </a:path>
              <a:path w="7367905" h="7586980">
                <a:moveTo>
                  <a:pt x="450355" y="7062923"/>
                </a:moveTo>
                <a:lnTo>
                  <a:pt x="453191" y="7067835"/>
                </a:lnTo>
                <a:lnTo>
                  <a:pt x="448286" y="7070665"/>
                </a:lnTo>
                <a:lnTo>
                  <a:pt x="445450" y="7065760"/>
                </a:lnTo>
                <a:lnTo>
                  <a:pt x="450355" y="7062923"/>
                </a:lnTo>
                <a:close/>
              </a:path>
              <a:path w="7367905" h="7586980">
                <a:moveTo>
                  <a:pt x="530385" y="7202804"/>
                </a:moveTo>
                <a:lnTo>
                  <a:pt x="532586" y="7206618"/>
                </a:lnTo>
                <a:lnTo>
                  <a:pt x="528773" y="7208819"/>
                </a:lnTo>
                <a:lnTo>
                  <a:pt x="526571" y="7205006"/>
                </a:lnTo>
                <a:lnTo>
                  <a:pt x="530385" y="7202804"/>
                </a:lnTo>
                <a:close/>
              </a:path>
              <a:path w="7367905" h="7586980">
                <a:moveTo>
                  <a:pt x="610415" y="7342678"/>
                </a:moveTo>
                <a:lnTo>
                  <a:pt x="611989" y="7345407"/>
                </a:lnTo>
                <a:lnTo>
                  <a:pt x="609266" y="7346980"/>
                </a:lnTo>
                <a:lnTo>
                  <a:pt x="607692" y="7344252"/>
                </a:lnTo>
                <a:lnTo>
                  <a:pt x="610415" y="7342678"/>
                </a:lnTo>
                <a:close/>
              </a:path>
              <a:path w="7367905" h="7586980">
                <a:moveTo>
                  <a:pt x="690444" y="7482552"/>
                </a:moveTo>
                <a:lnTo>
                  <a:pt x="691390" y="7484183"/>
                </a:lnTo>
                <a:lnTo>
                  <a:pt x="689753" y="7485129"/>
                </a:lnTo>
                <a:lnTo>
                  <a:pt x="688807" y="7483498"/>
                </a:lnTo>
                <a:lnTo>
                  <a:pt x="690444" y="7482552"/>
                </a:lnTo>
                <a:close/>
              </a:path>
              <a:path w="7367905" h="7586980">
                <a:moveTo>
                  <a:pt x="70214" y="6727429"/>
                </a:moveTo>
                <a:lnTo>
                  <a:pt x="72105" y="6730704"/>
                </a:lnTo>
                <a:lnTo>
                  <a:pt x="68831" y="6732595"/>
                </a:lnTo>
                <a:lnTo>
                  <a:pt x="66940" y="6729314"/>
                </a:lnTo>
                <a:lnTo>
                  <a:pt x="70214" y="6727429"/>
                </a:lnTo>
                <a:close/>
              </a:path>
              <a:path w="7367905" h="7586980">
                <a:moveTo>
                  <a:pt x="151164" y="6863864"/>
                </a:moveTo>
                <a:lnTo>
                  <a:pt x="154946" y="6870406"/>
                </a:lnTo>
                <a:lnTo>
                  <a:pt x="148397" y="6874188"/>
                </a:lnTo>
                <a:lnTo>
                  <a:pt x="144622" y="6867640"/>
                </a:lnTo>
                <a:lnTo>
                  <a:pt x="151164" y="6863864"/>
                </a:lnTo>
                <a:close/>
              </a:path>
              <a:path w="7367905" h="7586980">
                <a:moveTo>
                  <a:pt x="231194" y="7003738"/>
                </a:moveTo>
                <a:lnTo>
                  <a:pt x="234341" y="7009189"/>
                </a:lnTo>
                <a:lnTo>
                  <a:pt x="228884" y="7012337"/>
                </a:lnTo>
                <a:lnTo>
                  <a:pt x="225737" y="7006886"/>
                </a:lnTo>
                <a:lnTo>
                  <a:pt x="231194" y="7003738"/>
                </a:lnTo>
                <a:close/>
              </a:path>
              <a:path w="7367905" h="7586980">
                <a:moveTo>
                  <a:pt x="311223" y="7143613"/>
                </a:moveTo>
                <a:lnTo>
                  <a:pt x="313743" y="7147978"/>
                </a:lnTo>
                <a:lnTo>
                  <a:pt x="309383" y="7150491"/>
                </a:lnTo>
                <a:lnTo>
                  <a:pt x="306864" y="7146132"/>
                </a:lnTo>
                <a:lnTo>
                  <a:pt x="311223" y="7143613"/>
                </a:lnTo>
                <a:close/>
              </a:path>
              <a:path w="7367905" h="7586980">
                <a:moveTo>
                  <a:pt x="391254" y="7283487"/>
                </a:moveTo>
                <a:lnTo>
                  <a:pt x="393145" y="7286768"/>
                </a:lnTo>
                <a:lnTo>
                  <a:pt x="389877" y="7288652"/>
                </a:lnTo>
                <a:lnTo>
                  <a:pt x="387985" y="7285378"/>
                </a:lnTo>
                <a:lnTo>
                  <a:pt x="391254" y="7283487"/>
                </a:lnTo>
                <a:close/>
              </a:path>
              <a:path w="7367905" h="7586980">
                <a:moveTo>
                  <a:pt x="471283" y="7423368"/>
                </a:moveTo>
                <a:lnTo>
                  <a:pt x="472546" y="7425544"/>
                </a:lnTo>
                <a:lnTo>
                  <a:pt x="470363" y="7426807"/>
                </a:lnTo>
                <a:lnTo>
                  <a:pt x="469106" y="7424624"/>
                </a:lnTo>
                <a:lnTo>
                  <a:pt x="471283" y="7423368"/>
                </a:lnTo>
                <a:close/>
              </a:path>
              <a:path w="7367905" h="7586980">
                <a:moveTo>
                  <a:pt x="551433" y="7562817"/>
                </a:moveTo>
                <a:lnTo>
                  <a:pt x="552373" y="7564448"/>
                </a:lnTo>
                <a:lnTo>
                  <a:pt x="550742" y="7565387"/>
                </a:lnTo>
                <a:lnTo>
                  <a:pt x="549796" y="7563756"/>
                </a:lnTo>
                <a:lnTo>
                  <a:pt x="551433" y="7562817"/>
                </a:lnTo>
                <a:close/>
              </a:path>
              <a:path w="7367905" h="7586980">
                <a:moveTo>
                  <a:pt x="91605" y="7086148"/>
                </a:moveTo>
                <a:lnTo>
                  <a:pt x="93179" y="7088876"/>
                </a:lnTo>
                <a:lnTo>
                  <a:pt x="90450" y="7090450"/>
                </a:lnTo>
                <a:lnTo>
                  <a:pt x="88876" y="7087721"/>
                </a:lnTo>
                <a:lnTo>
                  <a:pt x="91605" y="7086148"/>
                </a:lnTo>
                <a:close/>
              </a:path>
              <a:path w="7367905" h="7586980">
                <a:moveTo>
                  <a:pt x="171978" y="7224740"/>
                </a:moveTo>
                <a:lnTo>
                  <a:pt x="173869" y="7228008"/>
                </a:lnTo>
                <a:lnTo>
                  <a:pt x="170594" y="7229899"/>
                </a:lnTo>
                <a:lnTo>
                  <a:pt x="168710" y="7226625"/>
                </a:lnTo>
                <a:lnTo>
                  <a:pt x="171978" y="7224740"/>
                </a:lnTo>
                <a:close/>
              </a:path>
              <a:path w="7367905" h="7586980">
                <a:moveTo>
                  <a:pt x="252236" y="7363751"/>
                </a:moveTo>
                <a:lnTo>
                  <a:pt x="254127" y="7367026"/>
                </a:lnTo>
                <a:lnTo>
                  <a:pt x="250859" y="7368917"/>
                </a:lnTo>
                <a:lnTo>
                  <a:pt x="248968" y="7365636"/>
                </a:lnTo>
                <a:lnTo>
                  <a:pt x="252236" y="7363751"/>
                </a:lnTo>
                <a:close/>
              </a:path>
              <a:path w="7367905" h="7586980">
                <a:moveTo>
                  <a:pt x="332272" y="7503626"/>
                </a:moveTo>
                <a:lnTo>
                  <a:pt x="333529" y="7505809"/>
                </a:lnTo>
                <a:lnTo>
                  <a:pt x="331345" y="7507065"/>
                </a:lnTo>
                <a:lnTo>
                  <a:pt x="330089" y="7504889"/>
                </a:lnTo>
                <a:lnTo>
                  <a:pt x="332272" y="7503626"/>
                </a:lnTo>
                <a:close/>
              </a:path>
              <a:path w="7367905" h="7586980">
                <a:moveTo>
                  <a:pt x="112882" y="7445298"/>
                </a:moveTo>
                <a:lnTo>
                  <a:pt x="113827" y="7446941"/>
                </a:lnTo>
                <a:lnTo>
                  <a:pt x="112190" y="7447887"/>
                </a:lnTo>
                <a:lnTo>
                  <a:pt x="111244" y="7446243"/>
                </a:lnTo>
                <a:lnTo>
                  <a:pt x="112882" y="7445298"/>
                </a:lnTo>
                <a:close/>
              </a:path>
              <a:path w="7367905" h="7586980">
                <a:moveTo>
                  <a:pt x="193140" y="7584316"/>
                </a:moveTo>
                <a:lnTo>
                  <a:pt x="194086" y="7585953"/>
                </a:lnTo>
                <a:lnTo>
                  <a:pt x="192449" y="7586898"/>
                </a:lnTo>
                <a:lnTo>
                  <a:pt x="191503" y="7585261"/>
                </a:lnTo>
                <a:lnTo>
                  <a:pt x="193140" y="7584316"/>
                </a:lnTo>
                <a:close/>
              </a:path>
            </a:pathLst>
          </a:custGeom>
          <a:solidFill>
            <a:srgbClr val="57A2B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35" y="3158714"/>
            <a:ext cx="9324974" cy="5657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7129" y="2073243"/>
            <a:ext cx="4954905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2A2A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44579" y="3367015"/>
            <a:ext cx="10229850" cy="6616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A2A2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pexels.com/photo/thank-you-signage-2072165/" TargetMode="Externa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0135" y="66088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688" y="39377"/>
                </a:moveTo>
                <a:lnTo>
                  <a:pt x="12024" y="37830"/>
                </a:lnTo>
                <a:lnTo>
                  <a:pt x="5766" y="33610"/>
                </a:lnTo>
                <a:lnTo>
                  <a:pt x="1547" y="27352"/>
                </a:lnTo>
                <a:lnTo>
                  <a:pt x="0" y="19688"/>
                </a:lnTo>
                <a:lnTo>
                  <a:pt x="1547" y="12024"/>
                </a:lnTo>
                <a:lnTo>
                  <a:pt x="5766" y="5766"/>
                </a:lnTo>
                <a:lnTo>
                  <a:pt x="12024" y="1547"/>
                </a:lnTo>
                <a:lnTo>
                  <a:pt x="19688" y="0"/>
                </a:lnTo>
                <a:lnTo>
                  <a:pt x="27352" y="1547"/>
                </a:lnTo>
                <a:lnTo>
                  <a:pt x="33610" y="5766"/>
                </a:lnTo>
                <a:lnTo>
                  <a:pt x="37830" y="12024"/>
                </a:lnTo>
                <a:lnTo>
                  <a:pt x="39377" y="19688"/>
                </a:lnTo>
                <a:lnTo>
                  <a:pt x="37830" y="27352"/>
                </a:lnTo>
                <a:lnTo>
                  <a:pt x="33610" y="33610"/>
                </a:lnTo>
                <a:lnTo>
                  <a:pt x="27352" y="37830"/>
                </a:lnTo>
                <a:lnTo>
                  <a:pt x="19688" y="39377"/>
                </a:lnTo>
                <a:close/>
              </a:path>
            </a:pathLst>
          </a:custGeom>
          <a:solidFill>
            <a:srgbClr val="6AC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" y="430040"/>
            <a:ext cx="17745074" cy="1352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0460" y="7379728"/>
            <a:ext cx="5212715" cy="10202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3000" b="1" spc="10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3000" b="1" spc="-17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18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3000" b="1" spc="-16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spc="-5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3000" b="1" spc="-5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000" b="1" spc="75" dirty="0">
              <a:solidFill>
                <a:srgbClr val="2A2A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800" b="1" spc="13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spc="13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uvetha C (192421088)</a:t>
            </a:r>
            <a:endParaRPr lang="en-US" sz="2800" b="1" spc="-120" dirty="0">
              <a:solidFill>
                <a:srgbClr val="2A2A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79611" y="7379728"/>
            <a:ext cx="4404360" cy="1034899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000" b="1" spc="10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3000" b="1" spc="-16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16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000" b="1" spc="-16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9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</a:t>
            </a:r>
            <a:r>
              <a:rPr sz="3000" b="1" spc="-16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2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000" b="1" spc="2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800" b="1" spc="-18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2800" b="1" spc="-11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11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Sairam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ABAF4-F081-5688-1858-A080E4149E8C}"/>
              </a:ext>
            </a:extLst>
          </p:cNvPr>
          <p:cNvSpPr txBox="1"/>
          <p:nvPr/>
        </p:nvSpPr>
        <p:spPr>
          <a:xfrm>
            <a:off x="2971800" y="4816935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CSA0620- DESIGN AND ANALYSIS OF ALGORITHM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8509F-15CD-92ED-0038-BF8E72E360DB}"/>
              </a:ext>
            </a:extLst>
          </p:cNvPr>
          <p:cNvSpPr txBox="1"/>
          <p:nvPr/>
        </p:nvSpPr>
        <p:spPr>
          <a:xfrm>
            <a:off x="1852612" y="2899652"/>
            <a:ext cx="1440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</a:rPr>
              <a:t>Asymptotic Analysis of Dijkstra's Algorithm</a:t>
            </a:r>
            <a:endParaRPr lang="en-IN" sz="4200" dirty="0">
              <a:solidFill>
                <a:srgbClr val="FF0000"/>
              </a:solidFill>
              <a:latin typeface="Algerian" panose="04020705040A02060702" pitchFamily="82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1F15C-2EE0-0A62-BB3B-F8C9EBE8DB98}"/>
              </a:ext>
            </a:extLst>
          </p:cNvPr>
          <p:cNvSpPr txBox="1"/>
          <p:nvPr/>
        </p:nvSpPr>
        <p:spPr>
          <a:xfrm>
            <a:off x="4724400" y="546375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What is Dijkstra's Algorithm?</a:t>
            </a:r>
            <a:r>
              <a:rPr lang="en-IN" sz="4400" b="1" dirty="0">
                <a:latin typeface="Algerian" panose="04020705040A02060702" pitchFamily="82" charset="0"/>
              </a:rPr>
              <a:t> </a:t>
            </a: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02AECEEF-8862-B191-66D9-6DE6B98720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97" y="178621"/>
            <a:ext cx="1619249" cy="1609724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6C9BD6BE-827E-DB4E-A54A-E3E422E983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2382" y="178621"/>
            <a:ext cx="1562099" cy="1504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67C0B-FDB4-26FF-5A75-F8C315631766}"/>
              </a:ext>
            </a:extLst>
          </p:cNvPr>
          <p:cNvSpPr txBox="1"/>
          <p:nvPr/>
        </p:nvSpPr>
        <p:spPr>
          <a:xfrm>
            <a:off x="1814246" y="1649577"/>
            <a:ext cx="15773400" cy="812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Dijkstra's Algorithm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A graph algorithm used to find the </a:t>
            </a: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shortest path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from a source vertex to all other vertices.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Works only for graphs with </a:t>
            </a: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non-negative edge weights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Greedily selects the vertex with the smallest distance.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Steps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Initialize source distance as </a:t>
            </a: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0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Set all other distances as </a:t>
            </a: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∞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Select the unvisited vertex with the minimum distance.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Update distances of its </a:t>
            </a:r>
            <a:r>
              <a:rPr lang="en-IN" sz="3200" dirty="0" err="1">
                <a:latin typeface="Times" panose="02020603050405020304" pitchFamily="18" charset="0"/>
                <a:cs typeface="Times" panose="02020603050405020304" pitchFamily="18" charset="0"/>
              </a:rPr>
              <a:t>neighboring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vertices.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Repeat until all vertices are visited.</a:t>
            </a:r>
          </a:p>
        </p:txBody>
      </p:sp>
    </p:spTree>
    <p:extLst>
      <p:ext uri="{BB962C8B-B14F-4D97-AF65-F5344CB8AC3E}">
        <p14:creationId xmlns:p14="http://schemas.microsoft.com/office/powerpoint/2010/main" val="61034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37BC-8065-5212-3CFC-CDDDBC3E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72823"/>
            <a:ext cx="14114236" cy="677108"/>
          </a:xfrm>
        </p:spPr>
        <p:txBody>
          <a:bodyPr/>
          <a:lstStyle/>
          <a:p>
            <a:pPr algn="ctr"/>
            <a:r>
              <a:rPr lang="en-IN" sz="4400" dirty="0">
                <a:latin typeface="Algerian" panose="04020705040A02060702" pitchFamily="82" charset="0"/>
              </a:rPr>
              <a:t>PROBLEM STATEMENT</a:t>
            </a: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84690E9E-07A6-0F22-D339-AFC438CA45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97" y="178621"/>
            <a:ext cx="1619249" cy="1609724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24CF1590-F6C3-8983-2455-4756CAE69C5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2382" y="178621"/>
            <a:ext cx="1562099" cy="1504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7EA61E-0351-CAC3-9811-BD023BF12321}"/>
              </a:ext>
            </a:extLst>
          </p:cNvPr>
          <p:cNvSpPr txBox="1"/>
          <p:nvPr/>
        </p:nvSpPr>
        <p:spPr>
          <a:xfrm>
            <a:off x="4343400" y="3197069"/>
            <a:ext cx="11658600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Find the shortest path from a source vertex to all other vertices.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Works on weighted graphs with non-negative edge weights.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 err="1">
                <a:latin typeface="Times" panose="02020603050405020304" pitchFamily="18" charset="0"/>
                <a:cs typeface="Times" panose="02020603050405020304" pitchFamily="18" charset="0"/>
              </a:rPr>
              <a:t>Analyze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the algorithm's efficiency using </a:t>
            </a: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Big-O notation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Compare different graph representations.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Evaluate its performance for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1044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3642-172A-84C6-2CD7-9D87DAF7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723900"/>
            <a:ext cx="11083471" cy="646331"/>
          </a:xfrm>
        </p:spPr>
        <p:txBody>
          <a:bodyPr/>
          <a:lstStyle/>
          <a:p>
            <a:pPr algn="ctr"/>
            <a:r>
              <a:rPr lang="en-IN" dirty="0" err="1">
                <a:latin typeface="Algerian" panose="04020705040A02060702" pitchFamily="82" charset="0"/>
              </a:rPr>
              <a:t>PseUDOCODE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756B249D-8B94-D1FB-869C-1874D2D046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97" y="178621"/>
            <a:ext cx="1619249" cy="1609724"/>
          </a:xfrm>
          <a:prstGeom prst="rect">
            <a:avLst/>
          </a:prstGeom>
        </p:spPr>
      </p:pic>
      <p:pic>
        <p:nvPicPr>
          <p:cNvPr id="4" name="object 7">
            <a:extLst>
              <a:ext uri="{FF2B5EF4-FFF2-40B4-BE49-F238E27FC236}">
                <a16:creationId xmlns:a16="http://schemas.microsoft.com/office/drawing/2014/main" id="{342D44FD-92EB-EE41-26AF-326F7BD870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2382" y="178621"/>
            <a:ext cx="1562099" cy="1504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60659B-C8FC-B348-1515-818C81434901}"/>
              </a:ext>
            </a:extLst>
          </p:cNvPr>
          <p:cNvSpPr txBox="1"/>
          <p:nvPr/>
        </p:nvSpPr>
        <p:spPr>
          <a:xfrm>
            <a:off x="5562600" y="2247900"/>
            <a:ext cx="92964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Dijkstra(Graph, Source)</a:t>
            </a:r>
          </a:p>
          <a:p>
            <a:endParaRPr lang="en-IN" sz="3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Initialize distance[source] = 0</a:t>
            </a: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Initialize distance[all others] = ∞</a:t>
            </a:r>
          </a:p>
          <a:p>
            <a:endParaRPr lang="en-IN" sz="3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While there are unvisited vertices:</a:t>
            </a: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   Select vertex u with minimum distance</a:t>
            </a: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   Mark u as visited</a:t>
            </a:r>
          </a:p>
          <a:p>
            <a:endParaRPr lang="en-IN" sz="3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   For each </a:t>
            </a:r>
            <a:r>
              <a:rPr lang="en-IN" sz="3200" dirty="0" err="1">
                <a:latin typeface="Times" panose="02020603050405020304" pitchFamily="18" charset="0"/>
                <a:cs typeface="Times" panose="02020603050405020304" pitchFamily="18" charset="0"/>
              </a:rPr>
              <a:t>neighbor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v of u:</a:t>
            </a: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       If distance[u] + weight(</a:t>
            </a:r>
            <a:r>
              <a:rPr lang="en-IN" sz="3200" dirty="0" err="1">
                <a:latin typeface="Times" panose="02020603050405020304" pitchFamily="18" charset="0"/>
                <a:cs typeface="Times" panose="02020603050405020304" pitchFamily="18" charset="0"/>
              </a:rPr>
              <a:t>u,v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) &lt; distance[v]:</a:t>
            </a: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            distance[v] = distance[u] + weight(</a:t>
            </a:r>
            <a:r>
              <a:rPr lang="en-IN" sz="3200" dirty="0" err="1">
                <a:latin typeface="Times" panose="02020603050405020304" pitchFamily="18" charset="0"/>
                <a:cs typeface="Times" panose="02020603050405020304" pitchFamily="18" charset="0"/>
              </a:rPr>
              <a:t>u,v</a:t>
            </a:r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  <a:p>
            <a:endParaRPr lang="en-IN" sz="3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sz="3200" dirty="0">
                <a:latin typeface="Times" panose="02020603050405020304" pitchFamily="18" charset="0"/>
                <a:cs typeface="Times" panose="02020603050405020304" pitchFamily="18" charset="0"/>
              </a:rPr>
              <a:t>Return all shortest distances</a:t>
            </a:r>
          </a:p>
        </p:txBody>
      </p:sp>
    </p:spTree>
    <p:extLst>
      <p:ext uri="{BB962C8B-B14F-4D97-AF65-F5344CB8AC3E}">
        <p14:creationId xmlns:p14="http://schemas.microsoft.com/office/powerpoint/2010/main" val="261992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7ADA-EA4C-C88F-0E17-1A81149E9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5434-3590-1DB6-F331-277B35AE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723900"/>
            <a:ext cx="12573000" cy="677108"/>
          </a:xfrm>
        </p:spPr>
        <p:txBody>
          <a:bodyPr/>
          <a:lstStyle/>
          <a:p>
            <a:pPr algn="ctr"/>
            <a:r>
              <a:rPr lang="en-IN" sz="4400" dirty="0" err="1">
                <a:latin typeface="Algerian" panose="04020705040A02060702" pitchFamily="82" charset="0"/>
              </a:rPr>
              <a:t>WOrKING</a:t>
            </a:r>
            <a:r>
              <a:rPr lang="en-IN" sz="4400" dirty="0">
                <a:latin typeface="Algerian" panose="04020705040A02060702" pitchFamily="82" charset="0"/>
              </a:rPr>
              <a:t> EXAMPLE</a:t>
            </a: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6A257DE0-76A5-801D-A5C1-A819B21EFD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97" y="178621"/>
            <a:ext cx="1619249" cy="1609724"/>
          </a:xfrm>
          <a:prstGeom prst="rect">
            <a:avLst/>
          </a:prstGeom>
        </p:spPr>
      </p:pic>
      <p:pic>
        <p:nvPicPr>
          <p:cNvPr id="4" name="object 7">
            <a:extLst>
              <a:ext uri="{FF2B5EF4-FFF2-40B4-BE49-F238E27FC236}">
                <a16:creationId xmlns:a16="http://schemas.microsoft.com/office/drawing/2014/main" id="{471877E2-F73E-89B0-5B98-41E31E4C2B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2382" y="178621"/>
            <a:ext cx="1562099" cy="1504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E54704-4C87-1BD1-CC0A-757B6A1523C6}"/>
              </a:ext>
            </a:extLst>
          </p:cNvPr>
          <p:cNvSpPr txBox="1"/>
          <p:nvPr/>
        </p:nvSpPr>
        <p:spPr>
          <a:xfrm>
            <a:off x="1447800" y="2171700"/>
            <a:ext cx="4191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2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 ------- B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|  \          |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|     \ 1    | 3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|        \    |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 ------- D</a:t>
            </a:r>
          </a:p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EDD1F-94C4-1329-9143-02B805C1B402}"/>
              </a:ext>
            </a:extLst>
          </p:cNvPr>
          <p:cNvSpPr txBox="1"/>
          <p:nvPr/>
        </p:nvSpPr>
        <p:spPr>
          <a:xfrm>
            <a:off x="1295400" y="7522905"/>
            <a:ext cx="419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Vertex: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C27DEF-C5DB-90B4-BD27-A6E716951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98689"/>
              </p:ext>
            </p:extLst>
          </p:nvPr>
        </p:nvGraphicFramePr>
        <p:xfrm>
          <a:off x="5909631" y="2897852"/>
          <a:ext cx="11353800" cy="491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6900">
                  <a:extLst>
                    <a:ext uri="{9D8B030D-6E8A-4147-A177-3AD203B41FA5}">
                      <a16:colId xmlns:a16="http://schemas.microsoft.com/office/drawing/2014/main" val="3023290543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1369973550"/>
                    </a:ext>
                  </a:extLst>
                </a:gridCol>
              </a:tblGrid>
              <a:tr h="85852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Vertex</a:t>
                      </a:r>
                    </a:p>
                    <a:p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 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362620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069946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1089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(A → B → C)</a:t>
                      </a:r>
                    </a:p>
                    <a:p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729424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  <a:p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752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325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490135" y="66088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688" y="39377"/>
                </a:moveTo>
                <a:lnTo>
                  <a:pt x="12024" y="37830"/>
                </a:lnTo>
                <a:lnTo>
                  <a:pt x="5766" y="33610"/>
                </a:lnTo>
                <a:lnTo>
                  <a:pt x="1547" y="27352"/>
                </a:lnTo>
                <a:lnTo>
                  <a:pt x="0" y="19688"/>
                </a:lnTo>
                <a:lnTo>
                  <a:pt x="1547" y="12024"/>
                </a:lnTo>
                <a:lnTo>
                  <a:pt x="5766" y="5766"/>
                </a:lnTo>
                <a:lnTo>
                  <a:pt x="12024" y="1547"/>
                </a:lnTo>
                <a:lnTo>
                  <a:pt x="19688" y="0"/>
                </a:lnTo>
                <a:lnTo>
                  <a:pt x="27352" y="1547"/>
                </a:lnTo>
                <a:lnTo>
                  <a:pt x="33610" y="5766"/>
                </a:lnTo>
                <a:lnTo>
                  <a:pt x="37830" y="12024"/>
                </a:lnTo>
                <a:lnTo>
                  <a:pt x="39377" y="19688"/>
                </a:lnTo>
                <a:lnTo>
                  <a:pt x="37830" y="27352"/>
                </a:lnTo>
                <a:lnTo>
                  <a:pt x="33610" y="33610"/>
                </a:lnTo>
                <a:lnTo>
                  <a:pt x="27352" y="37830"/>
                </a:lnTo>
                <a:lnTo>
                  <a:pt x="19688" y="39377"/>
                </a:lnTo>
                <a:close/>
              </a:path>
            </a:pathLst>
          </a:custGeom>
          <a:solidFill>
            <a:srgbClr val="6AC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97" y="178621"/>
            <a:ext cx="1619249" cy="1609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2382" y="178621"/>
            <a:ext cx="1562099" cy="15049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8B4FBDD-B52C-BDEC-A5B0-AD5C9412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495683"/>
            <a:ext cx="6705600" cy="677108"/>
          </a:xfrm>
        </p:spPr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Complexity ANALYSIS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861DD2-2183-7825-B743-3AD9CA555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58373"/>
              </p:ext>
            </p:extLst>
          </p:nvPr>
        </p:nvGraphicFramePr>
        <p:xfrm>
          <a:off x="2540617" y="1683571"/>
          <a:ext cx="121920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10416863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218715632"/>
                    </a:ext>
                  </a:extLst>
                </a:gridCol>
              </a:tblGrid>
              <a:tr h="977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50383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Adjacency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O(V²)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44164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Adjacency List + Binary 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O((V + E) log 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012106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Adjacency List + Fibonacci 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O(E + V log 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6627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7B44958-8356-F7A7-D377-739E3CBEBEDB}"/>
              </a:ext>
            </a:extLst>
          </p:cNvPr>
          <p:cNvSpPr txBox="1"/>
          <p:nvPr/>
        </p:nvSpPr>
        <p:spPr>
          <a:xfrm>
            <a:off x="3200400" y="643890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Number of Vertices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Number of Edges </a:t>
            </a:r>
          </a:p>
          <a:p>
            <a:pPr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O(V)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14661" y="607360"/>
            <a:ext cx="7458678" cy="71038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5780"/>
              </a:lnSpc>
              <a:spcBef>
                <a:spcPts val="55"/>
              </a:spcBef>
            </a:pPr>
            <a:r>
              <a:rPr lang="en-IN" sz="4700" spc="-130" dirty="0">
                <a:latin typeface="Algerian" panose="04020705040A02060702" pitchFamily="82" charset="0"/>
                <a:cs typeface="Times New Roman" panose="02020603050405020304" pitchFamily="18" charset="0"/>
              </a:rPr>
              <a:t>APPLICATIONS</a:t>
            </a:r>
            <a:endParaRPr sz="47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29" y="235709"/>
            <a:ext cx="1619249" cy="1609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38787" y="287666"/>
            <a:ext cx="1562099" cy="1504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F1CD48-C6DF-9BC2-E5D4-A89B7C8AECCD}"/>
              </a:ext>
            </a:extLst>
          </p:cNvPr>
          <p:cNvSpPr txBox="1"/>
          <p:nvPr/>
        </p:nvSpPr>
        <p:spPr>
          <a:xfrm>
            <a:off x="4343400" y="3771900"/>
            <a:ext cx="914400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Navigation Systems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Routing Protocols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Management Systems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and Airline Route Planning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Robotics Path Planning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Development (AI Pathfinding)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14">
            <a:extLst>
              <a:ext uri="{FF2B5EF4-FFF2-40B4-BE49-F238E27FC236}">
                <a16:creationId xmlns:a16="http://schemas.microsoft.com/office/drawing/2014/main" id="{3F0B1DF5-84BD-B6DF-B308-0E8867B99F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29" y="235709"/>
            <a:ext cx="1619249" cy="1609724"/>
          </a:xfrm>
          <a:prstGeom prst="rect">
            <a:avLst/>
          </a:prstGeom>
        </p:spPr>
      </p:pic>
      <p:pic>
        <p:nvPicPr>
          <p:cNvPr id="4" name="object 15">
            <a:extLst>
              <a:ext uri="{FF2B5EF4-FFF2-40B4-BE49-F238E27FC236}">
                <a16:creationId xmlns:a16="http://schemas.microsoft.com/office/drawing/2014/main" id="{E1F60E44-5D17-08D7-1580-11845DEF4F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38787" y="287666"/>
            <a:ext cx="1562099" cy="1504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9BE8C8-012B-E521-3D4A-ABC29C62BAD2}"/>
              </a:ext>
            </a:extLst>
          </p:cNvPr>
          <p:cNvSpPr txBox="1"/>
          <p:nvPr/>
        </p:nvSpPr>
        <p:spPr>
          <a:xfrm>
            <a:off x="5410200" y="776953"/>
            <a:ext cx="411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dirty="0">
              <a:latin typeface="Algerian" panose="04020705040A02060702" pitchFamily="82" charset="0"/>
            </a:endParaRPr>
          </a:p>
          <a:p>
            <a:r>
              <a:rPr lang="en-US" sz="4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F0135-8806-8220-A34E-8F260529A25B}"/>
              </a:ext>
            </a:extLst>
          </p:cNvPr>
          <p:cNvSpPr txBox="1"/>
          <p:nvPr/>
        </p:nvSpPr>
        <p:spPr>
          <a:xfrm>
            <a:off x="1477074" y="4229100"/>
            <a:ext cx="15827522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 efficiently finds the shortest path in weighted graphs with non-negative edge weights.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efficiency depends on the graph representation and data structure used.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 with a Binary Heap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good practical performance.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widely used in real-world applications such as navigation, networking, and transportation systems.</a:t>
            </a:r>
          </a:p>
        </p:txBody>
      </p:sp>
    </p:spTree>
    <p:extLst>
      <p:ext uri="{BB962C8B-B14F-4D97-AF65-F5344CB8AC3E}">
        <p14:creationId xmlns:p14="http://schemas.microsoft.com/office/powerpoint/2010/main" val="3814945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4">
            <a:extLst>
              <a:ext uri="{FF2B5EF4-FFF2-40B4-BE49-F238E27FC236}">
                <a16:creationId xmlns:a16="http://schemas.microsoft.com/office/drawing/2014/main" id="{91D162E3-BEE8-A6CA-FD26-224067F1FF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29" y="235709"/>
            <a:ext cx="1619249" cy="1609724"/>
          </a:xfrm>
          <a:prstGeom prst="rect">
            <a:avLst/>
          </a:prstGeom>
        </p:spPr>
      </p:pic>
      <p:pic>
        <p:nvPicPr>
          <p:cNvPr id="6" name="object 15">
            <a:extLst>
              <a:ext uri="{FF2B5EF4-FFF2-40B4-BE49-F238E27FC236}">
                <a16:creationId xmlns:a16="http://schemas.microsoft.com/office/drawing/2014/main" id="{C877CD49-C2B4-B8CA-8BCA-EDB0393669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38787" y="287666"/>
            <a:ext cx="1562099" cy="1504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3ADFAA-2076-7CB1-D4DD-0F3CCC9317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771775" y="800100"/>
            <a:ext cx="12744450" cy="84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37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B2902-BC06-E628-465C-CA94DD866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046797"/>
            <a:ext cx="11658600" cy="819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1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</TotalTime>
  <Words>441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Calibri</vt:lpstr>
      <vt:lpstr>Times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PROBLEM STATEMENT</vt:lpstr>
      <vt:lpstr>PseUDOCODE</vt:lpstr>
      <vt:lpstr>WOrKING EXAMPLE</vt:lpstr>
      <vt:lpstr>Complexity ANALYSIS</vt:lpstr>
      <vt:lpstr>APPLICATIONS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and White Modern Medical Presentation</dc:title>
  <dc:creator>Mohanalakshmi</dc:creator>
  <cp:keywords>DAHALDVdKIA,BAGxDaJaXIQ,0</cp:keywords>
  <cp:lastModifiedBy>Suvetha C</cp:lastModifiedBy>
  <cp:revision>9</cp:revision>
  <dcterms:created xsi:type="dcterms:W3CDTF">2026-02-06T08:33:50Z</dcterms:created>
  <dcterms:modified xsi:type="dcterms:W3CDTF">2026-07-28T06:19:37Z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2026-02-06T00:00:00Z</vt:filetime>
  </property>
  <property fmtid="{D5CDD505-2E9C-101B-9397-08002B2CF9AE}" pid="5" name="Producer">
    <vt:lpwstr>Canva</vt:lpwstr>
  </property>
</Properties>
</file>